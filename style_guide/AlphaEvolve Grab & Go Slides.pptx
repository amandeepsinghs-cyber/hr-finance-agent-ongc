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3" r:id="rId5"/>
    <p:sldMasterId id="214748374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Roboto"/>
      <p:regular r:id="rId29"/>
      <p:bold r:id="rId30"/>
      <p:italic r:id="rId31"/>
      <p:boldItalic r:id="rId32"/>
    </p:embeddedFont>
    <p:embeddedFont>
      <p:font typeface="Proxima Nova"/>
      <p:regular r:id="rId33"/>
      <p:bold r:id="rId34"/>
      <p:italic r:id="rId35"/>
      <p:boldItalic r:id="rId36"/>
    </p:embeddedFont>
    <p:embeddedFont>
      <p:font typeface="Google Sans"/>
      <p:regular r:id="rId37"/>
      <p:bold r:id="rId38"/>
      <p:italic r:id="rId39"/>
      <p:boldItalic r:id="rId40"/>
    </p:embeddedFont>
    <p:embeddedFont>
      <p:font typeface="Google Sans Medium"/>
      <p:regular r:id="rId41"/>
      <p:bold r:id="rId42"/>
      <p:italic r:id="rId43"/>
      <p:boldItalic r:id="rId44"/>
    </p:embeddedFont>
    <p:embeddedFont>
      <p:font typeface="Google Sans Flex Medium"/>
      <p:regular r:id="rId45"/>
      <p:bold r:id="rId46"/>
    </p:embeddedFont>
    <p:embeddedFont>
      <p:font typeface="Google Sans Flex"/>
      <p:regular r:id="rId47"/>
      <p:bold r:id="rId48"/>
    </p:embeddedFont>
    <p:embeddedFont>
      <p:font typeface="Helvetica Neue Light"/>
      <p:regular r:id="rId49"/>
      <p:bold r:id="rId50"/>
      <p:italic r:id="rId51"/>
      <p:boldItalic r:id="rId52"/>
    </p:embeddedFont>
    <p:embeddedFont>
      <p:font typeface="Google Sans Flex SemiBold"/>
      <p:regular r:id="rId53"/>
      <p:bold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3">
          <p15:clr>
            <a:srgbClr val="747775"/>
          </p15:clr>
        </p15:guide>
        <p15:guide id="3" pos="5472">
          <p15:clr>
            <a:srgbClr val="747775"/>
          </p15:clr>
        </p15:guide>
        <p15:guide id="4" pos="286">
          <p15:clr>
            <a:srgbClr val="747775"/>
          </p15:clr>
        </p15:guide>
        <p15:guide id="5" orient="horz" pos="288">
          <p15:clr>
            <a:srgbClr val="747775"/>
          </p15:clr>
        </p15:guide>
        <p15:guide id="6" orient="horz" pos="2950">
          <p15:clr>
            <a:srgbClr val="747775"/>
          </p15:clr>
        </p15:guide>
        <p15:guide id="7" orient="horz" pos="241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579A1B-3BEE-44F7-932D-BFC129C867D6}">
  <a:tblStyle styleId="{8D579A1B-3BEE-44F7-932D-BFC129C867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3"/>
        <p:guide pos="5472"/>
        <p:guide pos="286"/>
        <p:guide pos="288" orient="horz"/>
        <p:guide pos="2950" orient="horz"/>
        <p:guide pos="2411"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GoogleSans-boldItalic.fntdata"/><Relationship Id="rId42" Type="http://schemas.openxmlformats.org/officeDocument/2006/relationships/font" Target="fonts/GoogleSansMedium-bold.fntdata"/><Relationship Id="rId41" Type="http://schemas.openxmlformats.org/officeDocument/2006/relationships/font" Target="fonts/GoogleSansMedium-regular.fntdata"/><Relationship Id="rId44" Type="http://schemas.openxmlformats.org/officeDocument/2006/relationships/font" Target="fonts/GoogleSansMedium-boldItalic.fntdata"/><Relationship Id="rId43" Type="http://schemas.openxmlformats.org/officeDocument/2006/relationships/font" Target="fonts/GoogleSansMedium-italic.fntdata"/><Relationship Id="rId46" Type="http://schemas.openxmlformats.org/officeDocument/2006/relationships/font" Target="fonts/GoogleSansFlexMedium-bold.fntdata"/><Relationship Id="rId45" Type="http://schemas.openxmlformats.org/officeDocument/2006/relationships/font" Target="fonts/GoogleSansFlex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GoogleSansFlex-bold.fntdata"/><Relationship Id="rId47" Type="http://schemas.openxmlformats.org/officeDocument/2006/relationships/font" Target="fonts/GoogleSansFlex-regular.fntdata"/><Relationship Id="rId49" Type="http://schemas.openxmlformats.org/officeDocument/2006/relationships/font" Target="fonts/HelveticaNeueLigh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italic.fntdata"/><Relationship Id="rId30" Type="http://schemas.openxmlformats.org/officeDocument/2006/relationships/font" Target="fonts/Roboto-bold.fntdata"/><Relationship Id="rId33" Type="http://schemas.openxmlformats.org/officeDocument/2006/relationships/font" Target="fonts/ProximaNova-regular.fntdata"/><Relationship Id="rId32" Type="http://schemas.openxmlformats.org/officeDocument/2006/relationships/font" Target="fonts/Roboto-boldItalic.fntdata"/><Relationship Id="rId35" Type="http://schemas.openxmlformats.org/officeDocument/2006/relationships/font" Target="fonts/ProximaNova-italic.fntdata"/><Relationship Id="rId34" Type="http://schemas.openxmlformats.org/officeDocument/2006/relationships/font" Target="fonts/ProximaNova-bold.fntdata"/><Relationship Id="rId37" Type="http://schemas.openxmlformats.org/officeDocument/2006/relationships/font" Target="fonts/GoogleSans-regular.fntdata"/><Relationship Id="rId36" Type="http://schemas.openxmlformats.org/officeDocument/2006/relationships/font" Target="fonts/ProximaNova-boldItalic.fntdata"/><Relationship Id="rId39" Type="http://schemas.openxmlformats.org/officeDocument/2006/relationships/font" Target="fonts/GoogleSans-italic.fntdata"/><Relationship Id="rId38" Type="http://schemas.openxmlformats.org/officeDocument/2006/relationships/font" Target="fonts/GoogleSans-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font" Target="fonts/Roboto-regular.fntdata"/><Relationship Id="rId51" Type="http://schemas.openxmlformats.org/officeDocument/2006/relationships/font" Target="fonts/HelveticaNeueLight-italic.fntdata"/><Relationship Id="rId50" Type="http://schemas.openxmlformats.org/officeDocument/2006/relationships/font" Target="fonts/HelveticaNeueLight-bold.fntdata"/><Relationship Id="rId53" Type="http://schemas.openxmlformats.org/officeDocument/2006/relationships/font" Target="fonts/GoogleSansFlexSemiBold-regular.fntdata"/><Relationship Id="rId52" Type="http://schemas.openxmlformats.org/officeDocument/2006/relationships/font" Target="fonts/HelveticaNeueLight-boldItalic.fntdata"/><Relationship Id="rId11" Type="http://schemas.openxmlformats.org/officeDocument/2006/relationships/slide" Target="slides/slide4.xml"/><Relationship Id="rId10" Type="http://schemas.openxmlformats.org/officeDocument/2006/relationships/slide" Target="slides/slide3.xml"/><Relationship Id="rId54" Type="http://schemas.openxmlformats.org/officeDocument/2006/relationships/font" Target="fonts/GoogleSansFlexSemiBold-bold.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0" Type="http://schemas.openxmlformats.org/officeDocument/2006/relationships/hyperlink" Target="http://arxiv.org/pdf/2606.25870" TargetMode="External"/><Relationship Id="rId22" Type="http://schemas.openxmlformats.org/officeDocument/2006/relationships/hyperlink" Target="https://cloud.google.com/blog/products/ai-machine-learning/schrodinger-alphaevolve-molecular-discovery-accelerates-4x" TargetMode="External"/><Relationship Id="rId21" Type="http://schemas.openxmlformats.org/officeDocument/2006/relationships/hyperlink" Target="https://www.schrodinger.com/company/about/" TargetMode="External"/><Relationship Id="rId24" Type="http://schemas.openxmlformats.org/officeDocument/2006/relationships/hyperlink" Target="https://substrate.com/information-to-atoms" TargetMode="External"/><Relationship Id="rId23" Type="http://schemas.openxmlformats.org/officeDocument/2006/relationships/hyperlink" Target="https://www.schrodinger.com/company/about/" TargetMode="External"/><Relationship Id="rId1" Type="http://schemas.openxmlformats.org/officeDocument/2006/relationships/notesMaster" Target="../notesMasters/notesMaster1.xml"/><Relationship Id="rId2" Type="http://schemas.openxmlformats.org/officeDocument/2006/relationships/hyperlink" Target="https://www.basf.com/global/en/who-we-are" TargetMode="External"/><Relationship Id="rId3" Type="http://schemas.openxmlformats.org/officeDocument/2006/relationships/hyperlink" Target="https://cloud.google.com/blog/products/ai-machine-learning/how-basf-manages-thousands-of-supply-chain-decisions-with-alphaevolve?e=48754805" TargetMode="External"/><Relationship Id="rId4" Type="http://schemas.openxmlformats.org/officeDocument/2006/relationships/hyperlink" Target="https://aboutcoolblue.com/en/" TargetMode="External"/><Relationship Id="rId9" Type="http://schemas.openxmlformats.org/officeDocument/2006/relationships/hyperlink" Target="https://www.jetbrains.com/company/" TargetMode="External"/><Relationship Id="rId26" Type="http://schemas.openxmlformats.org/officeDocument/2006/relationships/hyperlink" Target="https://research.wpp.com/blog/cracking-the-code-of-campaign-success-with-googles-alphaevolve-agent" TargetMode="External"/><Relationship Id="rId25" Type="http://schemas.openxmlformats.org/officeDocument/2006/relationships/hyperlink" Target="https://substrate.com/information-to-atoms" TargetMode="External"/><Relationship Id="rId5" Type="http://schemas.openxmlformats.org/officeDocument/2006/relationships/hyperlink" Target="https://www.fmlogistic.com/about-us/overview-fm-logistic/" TargetMode="External"/><Relationship Id="rId6" Type="http://schemas.openxmlformats.org/officeDocument/2006/relationships/hyperlink" Target="https://cloud.google.com/blog/products/ai-machine-learning/how-fm-logistic-tackled-the-traveling-salesman-problem-at-warehouse-scale-with-alphaevolve?e=48754805" TargetMode="External"/><Relationship Id="rId7" Type="http://schemas.openxmlformats.org/officeDocument/2006/relationships/hyperlink" Target="https://www.google.com/search?q=fm+logistic+anant+nawalgaria&amp;oq=fm+logistic&amp;gs_lcrp=EgZjaHJvbWUqCAgCEEUYJxg7MgYIABBFGDwyBggBEEUYOzIICAIQRRgnGDsyBggDEEUYPDIGCAQQRRg8MgYIBRBFGDwyBggGEEUYQDIGCAcQRRhA0gEIMzgzMGowajSoAgCwAgE&amp;sourceid=chrome&amp;ie=UTF-8" TargetMode="External"/><Relationship Id="rId8" Type="http://schemas.openxmlformats.org/officeDocument/2006/relationships/hyperlink" Target="https://www.infineon.com/about" TargetMode="External"/><Relationship Id="rId11" Type="http://schemas.openxmlformats.org/officeDocument/2006/relationships/hyperlink" Target="https://www.kinaxis.com/en/about" TargetMode="External"/><Relationship Id="rId10" Type="http://schemas.openxmlformats.org/officeDocument/2006/relationships/hyperlink" Target="https://blog.jetbrains.com/ai/2026/05/how-we-use-alphaevolve-to-make-complex-ide-algorithms-faster/" TargetMode="External"/><Relationship Id="rId13" Type="http://schemas.openxmlformats.org/officeDocument/2006/relationships/hyperlink" Target="https://medium.com/klarna-engineering/beyond-prompting-how-algorithmic-evolution-doubled-our-training-speed-8f874af3080d" TargetMode="External"/><Relationship Id="rId12" Type="http://schemas.openxmlformats.org/officeDocument/2006/relationships/hyperlink" Target="https://www.kinaxis.com/en/blog/how-kinaxis-using-ai-build-better-supply-chain-software" TargetMode="External"/><Relationship Id="rId15" Type="http://schemas.openxmlformats.org/officeDocument/2006/relationships/hyperlink" Target="https://www.pacb.com/blog/improving-hifi-sequencing-accuracy-with-google-deepconsensus-and-alphaevolve/" TargetMode="External"/><Relationship Id="rId14" Type="http://schemas.openxmlformats.org/officeDocument/2006/relationships/hyperlink" Target="https://www.odu.edu/about/facts-and-figures" TargetMode="External"/><Relationship Id="rId17" Type="http://schemas.openxmlformats.org/officeDocument/2006/relationships/hyperlink" Target="https://www.gopebble.com/about-us/" TargetMode="External"/><Relationship Id="rId16" Type="http://schemas.openxmlformats.org/officeDocument/2006/relationships/hyperlink" Target="https://www.nature.com/articles/s41587-022-01435-7" TargetMode="External"/><Relationship Id="rId19" Type="http://schemas.openxmlformats.org/officeDocument/2006/relationships/hyperlink" Target="http://qbraid.com/blog-posts/qbraid-uses-alphaevolve-for-quantum-error-correction" TargetMode="External"/><Relationship Id="rId18" Type="http://schemas.openxmlformats.org/officeDocument/2006/relationships/hyperlink" Target="https://www.qbraid.com/abou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mlogistic.com/about-us/overview-fm-logistic/" TargetMode="External"/><Relationship Id="rId3" Type="http://schemas.openxmlformats.org/officeDocument/2006/relationships/hyperlink" Target="https://cloud.google.com/blog/products/ai-machine-learning/how-fm-logistic-tackled-the-traveling-salesman-problem-at-warehouse-scale-with-alphaevolve?e=48754805" TargetMode="External"/><Relationship Id="rId4" Type="http://schemas.openxmlformats.org/officeDocument/2006/relationships/hyperlink" Target="https://www.google.com/search?q=fm+logistic+anant+nawalgaria&amp;oq=fm+logistic&amp;gs_lcrp=EgZjaHJvbWUqCAgCEEUYJxg7MgYIABBFGDwyBggBEEUYOzIICAIQRRgnGDsyBggDEEUYPDIGCAQQRRg8MgYIBRBFGDwyBggGEEUYQDIGCAcQRRhA0gEIMzgzMGowajSoAgCwAgE&amp;sourceid=chrome&amp;ie=UTF-8"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asf.com/global/en/who-we-are" TargetMode="External"/><Relationship Id="rId3" Type="http://schemas.openxmlformats.org/officeDocument/2006/relationships/hyperlink" Target="https://cloud.google.com/blog/products/ai-machine-learning/how-basf-manages-thousands-of-supply-chain-decisions-with-alphaevolve?e=48754805" TargetMode="External"/><Relationship Id="rId4" Type="http://schemas.openxmlformats.org/officeDocument/2006/relationships/hyperlink" Target="https://research.wpp.com/blog/cracking-the-code-of-campaign-success-with-googles-alphaevolve-agen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klarna-engineering/beyond-prompting-how-algorithmic-evolution-doubled-our-training-speed-8f874af3080d" TargetMode="External"/><Relationship Id="rId3" Type="http://schemas.openxmlformats.org/officeDocument/2006/relationships/hyperlink" Target="https://research.wpp.com/blog/cracking-the-code-of-campaign-success-with-googles-alphaevolve-agen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acb.com/blog/improving-hifi-sequencing-accuracy-with-google-deepconsensus-and-alphaevolve/" TargetMode="External"/><Relationship Id="rId3" Type="http://schemas.openxmlformats.org/officeDocument/2006/relationships/hyperlink" Target="https://www.nature.com/articles/s41587-022-01435-7" TargetMode="External"/><Relationship Id="rId4" Type="http://schemas.openxmlformats.org/officeDocument/2006/relationships/hyperlink" Target="https://research.wpp.com/blog/cracking-the-code-of-campaign-success-with-googles-alphaevolve-agen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search.wpp.com/blog/cracking-the-code-of-campaign-success-with-googles-alphaevolve-agen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nfineon.com/about"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5894a5f5b4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5894a5f5b4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eff3e086ca_0_42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eff3e086ca_0_4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00"/>
              </a:spcBef>
              <a:spcAft>
                <a:spcPts val="400"/>
              </a:spcAft>
              <a:buNone/>
            </a:pPr>
            <a:r>
              <a:t/>
            </a:r>
            <a:endParaRPr>
              <a:latin typeface="Proxima Nova"/>
              <a:ea typeface="Proxima Nova"/>
              <a:cs typeface="Proxima Nova"/>
              <a:sym typeface="Proxima Nov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f38274bcbe_7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f38274bcbe_7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152400" rtl="0" algn="l">
              <a:lnSpc>
                <a:spcPct val="115000"/>
              </a:lnSpc>
              <a:spcBef>
                <a:spcPts val="1200"/>
              </a:spcBef>
              <a:spcAft>
                <a:spcPts val="1800"/>
              </a:spcAft>
              <a:buNone/>
            </a:pPr>
            <a:r>
              <a:rPr lang="en" sz="1350">
                <a:solidFill>
                  <a:srgbClr val="5F6368"/>
                </a:solidFill>
                <a:highlight>
                  <a:schemeClr val="lt1"/>
                </a:highlight>
                <a:latin typeface="Google Sans Text"/>
                <a:ea typeface="Google Sans Text"/>
                <a:cs typeface="Google Sans Text"/>
                <a:sym typeface="Google Sans Text"/>
              </a:rPr>
              <a:t>Many of the most challenging and potentially valuable problems  in the world are related to optimization. You might be trying to minimize latency in a data center, maximize the stability of a protein, or find the most efficient route for a logistics fleet.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f38274bcbe_7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3f38274bcbe_7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4325" lvl="0" marL="609600" marR="152400" rtl="0" algn="l">
              <a:lnSpc>
                <a:spcPct val="115000"/>
              </a:lnSpc>
              <a:spcBef>
                <a:spcPts val="1200"/>
              </a:spcBef>
              <a:spcAft>
                <a:spcPts val="0"/>
              </a:spcAft>
              <a:buClr>
                <a:srgbClr val="5F6368"/>
              </a:buClr>
              <a:buSzPts val="1350"/>
              <a:buFont typeface="Google Sans Text"/>
              <a:buChar char="●"/>
            </a:pPr>
            <a:r>
              <a:rPr b="1" lang="en" sz="1350">
                <a:solidFill>
                  <a:srgbClr val="5F6368"/>
                </a:solidFill>
                <a:highlight>
                  <a:schemeClr val="lt1"/>
                </a:highlight>
                <a:latin typeface="Google Sans Text"/>
                <a:ea typeface="Google Sans Text"/>
                <a:cs typeface="Google Sans Text"/>
                <a:sym typeface="Google Sans Text"/>
              </a:rPr>
              <a:t>Data center efficiency:</a:t>
            </a:r>
            <a:r>
              <a:rPr lang="en" sz="1350">
                <a:solidFill>
                  <a:srgbClr val="5F6368"/>
                </a:solidFill>
                <a:highlight>
                  <a:schemeClr val="lt1"/>
                </a:highlight>
                <a:latin typeface="Google Sans Text"/>
                <a:ea typeface="Google Sans Text"/>
                <a:cs typeface="Google Sans Text"/>
                <a:sym typeface="Google Sans Text"/>
              </a:rPr>
              <a:t> AlphaEvolve found a better way to schedule tasks in our data centers, continuously recovering on average 0.7% of our global compute resources.</a:t>
            </a:r>
            <a:endParaRPr sz="1350">
              <a:solidFill>
                <a:srgbClr val="5F6368"/>
              </a:solidFill>
              <a:highlight>
                <a:schemeClr val="lt1"/>
              </a:highlight>
              <a:latin typeface="Google Sans Text"/>
              <a:ea typeface="Google Sans Text"/>
              <a:cs typeface="Google Sans Text"/>
              <a:sym typeface="Google Sans Text"/>
            </a:endParaRPr>
          </a:p>
          <a:p>
            <a:pPr indent="-314325" lvl="0" marL="609600" marR="152400" rtl="0" algn="l">
              <a:lnSpc>
                <a:spcPct val="115000"/>
              </a:lnSpc>
              <a:spcBef>
                <a:spcPts val="0"/>
              </a:spcBef>
              <a:spcAft>
                <a:spcPts val="0"/>
              </a:spcAft>
              <a:buClr>
                <a:srgbClr val="5F6368"/>
              </a:buClr>
              <a:buSzPts val="1350"/>
              <a:buFont typeface="Google Sans Text"/>
              <a:buChar char="●"/>
            </a:pPr>
            <a:r>
              <a:rPr b="1" lang="en" sz="1350">
                <a:solidFill>
                  <a:srgbClr val="5F6368"/>
                </a:solidFill>
                <a:highlight>
                  <a:schemeClr val="lt1"/>
                </a:highlight>
                <a:latin typeface="Google Sans Text"/>
                <a:ea typeface="Google Sans Text"/>
                <a:cs typeface="Google Sans Text"/>
                <a:sym typeface="Google Sans Text"/>
              </a:rPr>
              <a:t>Gemini training:</a:t>
            </a:r>
            <a:r>
              <a:rPr lang="en" sz="1350">
                <a:solidFill>
                  <a:srgbClr val="5F6368"/>
                </a:solidFill>
                <a:highlight>
                  <a:schemeClr val="lt1"/>
                </a:highlight>
                <a:latin typeface="Google Sans Text"/>
                <a:ea typeface="Google Sans Text"/>
                <a:cs typeface="Google Sans Text"/>
                <a:sym typeface="Google Sans Text"/>
              </a:rPr>
              <a:t> AlphaEvolve sped up a vital kernel in Gemini’s architecture by 23%, leading to a 1% reduction in Gemini's training time.</a:t>
            </a:r>
            <a:endParaRPr sz="1350">
              <a:solidFill>
                <a:srgbClr val="5F6368"/>
              </a:solidFill>
              <a:highlight>
                <a:schemeClr val="lt1"/>
              </a:highlight>
              <a:latin typeface="Google Sans Text"/>
              <a:ea typeface="Google Sans Text"/>
              <a:cs typeface="Google Sans Text"/>
              <a:sym typeface="Google Sans Text"/>
            </a:endParaRPr>
          </a:p>
          <a:p>
            <a:pPr indent="-314325" lvl="0" marL="609600" marR="152400" rtl="0" algn="l">
              <a:lnSpc>
                <a:spcPct val="115000"/>
              </a:lnSpc>
              <a:spcBef>
                <a:spcPts val="0"/>
              </a:spcBef>
              <a:spcAft>
                <a:spcPts val="0"/>
              </a:spcAft>
              <a:buClr>
                <a:srgbClr val="5F6368"/>
              </a:buClr>
              <a:buSzPts val="1350"/>
              <a:buFont typeface="Google Sans Text"/>
              <a:buChar char="●"/>
            </a:pPr>
            <a:r>
              <a:rPr b="1" lang="en" sz="1350">
                <a:solidFill>
                  <a:srgbClr val="5F6368"/>
                </a:solidFill>
                <a:highlight>
                  <a:schemeClr val="lt1"/>
                </a:highlight>
                <a:latin typeface="Google Sans Text"/>
                <a:ea typeface="Google Sans Text"/>
                <a:cs typeface="Google Sans Text"/>
                <a:sym typeface="Google Sans Text"/>
              </a:rPr>
              <a:t>Hardware design:</a:t>
            </a:r>
            <a:r>
              <a:rPr lang="en" sz="1350">
                <a:solidFill>
                  <a:srgbClr val="5F6368"/>
                </a:solidFill>
                <a:highlight>
                  <a:schemeClr val="lt1"/>
                </a:highlight>
                <a:latin typeface="Google Sans Text"/>
                <a:ea typeface="Google Sans Text"/>
                <a:cs typeface="Google Sans Text"/>
                <a:sym typeface="Google Sans Text"/>
              </a:rPr>
              <a:t> It accelerated the design of our next-generation TPUs by discovering more efficient arithmetic circuits.</a:t>
            </a:r>
            <a:endParaRPr>
              <a:solidFill>
                <a:schemeClr val="dk1"/>
              </a:solidFill>
            </a:endParaRPr>
          </a:p>
          <a:p>
            <a:pPr indent="0" lvl="0" marL="0" marR="152400" rtl="0" algn="l">
              <a:lnSpc>
                <a:spcPct val="115000"/>
              </a:lnSpc>
              <a:spcBef>
                <a:spcPts val="1800"/>
              </a:spcBef>
              <a:spcAft>
                <a:spcPts val="1800"/>
              </a:spcAft>
              <a:buNone/>
            </a:pPr>
            <a:r>
              <a:t/>
            </a:r>
            <a:endParaRPr sz="1350">
              <a:solidFill>
                <a:srgbClr val="5F6368"/>
              </a:solidFill>
              <a:highlight>
                <a:schemeClr val="lt1"/>
              </a:highlight>
              <a:latin typeface="Google Sans Text"/>
              <a:ea typeface="Google Sans Text"/>
              <a:cs typeface="Google Sans Text"/>
              <a:sym typeface="Google Sans Tex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38274bcbe_7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f38274bcbe_7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152400" rtl="0" algn="l">
              <a:lnSpc>
                <a:spcPct val="115000"/>
              </a:lnSpc>
              <a:spcBef>
                <a:spcPts val="1200"/>
              </a:spcBef>
              <a:spcAft>
                <a:spcPts val="1800"/>
              </a:spcAft>
              <a:buNone/>
            </a:pPr>
            <a:r>
              <a:t/>
            </a:r>
            <a:endParaRPr sz="1350">
              <a:solidFill>
                <a:srgbClr val="5F6368"/>
              </a:solidFill>
              <a:highlight>
                <a:schemeClr val="lt1"/>
              </a:highlight>
              <a:latin typeface="Google Sans Text"/>
              <a:ea typeface="Google Sans Text"/>
              <a:cs typeface="Google Sans Text"/>
              <a:sym typeface="Google Sans Tex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f38274bcbe_7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f38274bcbe_7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BASF: Building a digital twin to optimize global supply chains</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"We had several attempts to build a digital twin for our complex supply network using deterministic models, and all of them failed. By using AlphaEvolve, we cannot only map the complex network based on system data, but at the same time understand and copy the human decisions that drive our daily operations. This gives us a highly accurate and easy to maintain data driven digital twin of the entire network."</a:t>
            </a:r>
            <a:r>
              <a:rPr b="1" lang="en">
                <a:solidFill>
                  <a:srgbClr val="1F1F1F"/>
                </a:solidFill>
                <a:latin typeface="Google Sans"/>
                <a:ea typeface="Google Sans"/>
                <a:cs typeface="Google Sans"/>
                <a:sym typeface="Google Sans"/>
              </a:rPr>
              <a:t> — Dr. Goetz Krabbe, Vice President for Global Supply Chain, </a:t>
            </a:r>
            <a:r>
              <a:rPr b="1" lang="en" u="sng">
                <a:solidFill>
                  <a:srgbClr val="1155CC"/>
                </a:solidFill>
                <a:latin typeface="Google Sans"/>
                <a:ea typeface="Google Sans"/>
                <a:cs typeface="Google Sans"/>
                <a:sym typeface="Google Sans"/>
                <a:hlinkClick r:id="rId2">
                  <a:extLst>
                    <a:ext uri="{A12FA001-AC4F-418D-AE19-62706E023703}">
                      <ahyp:hlinkClr val="tx"/>
                    </a:ext>
                  </a:extLst>
                </a:hlinkClick>
              </a:rPr>
              <a:t>BASF</a:t>
            </a:r>
            <a:r>
              <a:rPr b="1" lang="en">
                <a:solidFill>
                  <a:srgbClr val="1F1F1F"/>
                </a:solidFill>
                <a:latin typeface="Google Sans"/>
                <a:ea typeface="Google Sans"/>
                <a:cs typeface="Google Sans"/>
                <a:sym typeface="Google Sans"/>
              </a:rPr>
              <a:t>.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3">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how BASF used AlphaEvolve to improve their existing planning and forecasting models by over 80%.</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Coolblue: Optimizing e-commerce demand forecasting</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“Coolblue data scientists used AlphaEvolve to directly optimize their 28-day demand forecasting pipeline, focusing on automated feature engineering, target preprocessing, and model selection. </a:t>
            </a:r>
            <a:r>
              <a:rPr lang="en">
                <a:solidFill>
                  <a:srgbClr val="222222"/>
                </a:solidFill>
                <a:highlight>
                  <a:schemeClr val="lt1"/>
                </a:highlight>
                <a:latin typeface="Google Sans"/>
                <a:ea typeface="Google Sans"/>
                <a:cs typeface="Google Sans"/>
                <a:sym typeface="Google Sans"/>
              </a:rPr>
              <a:t>In just a few (200) iterations, AlphaEvolve improved our production forecast (by reducing WMAPE over the existing solution) by over 5%.</a:t>
            </a:r>
            <a:r>
              <a:rPr lang="en">
                <a:solidFill>
                  <a:srgbClr val="1F1F1F"/>
                </a:solidFill>
                <a:latin typeface="Google Sans"/>
                <a:ea typeface="Google Sans"/>
                <a:cs typeface="Google Sans"/>
                <a:sym typeface="Google Sans"/>
              </a:rPr>
              <a:t> These gains were achieved through improved feature engineering, an ensemble of different regression models, and better target preprocessing proposed and validated by AlphaEvolve. To ensure sufficient stock availability, it is crucial that the demand forecast is accurate for both the short term (the first 7 days) and the longer horizon (the full 28 days). AlphaEvolve achieved this by using an evaluation metric that combines both periods, along with a strict penalty for under forecasting. AlphaEvolve has proven its ability to significantly improve bulk purchasing decisions and help us maintain optimal stock levels for the weeks ahead.”  — Cas Ruger, Data Scientist at </a:t>
            </a:r>
            <a:r>
              <a:rPr lang="en" u="sng">
                <a:solidFill>
                  <a:srgbClr val="1155CC"/>
                </a:solidFill>
                <a:latin typeface="Google Sans"/>
                <a:ea typeface="Google Sans"/>
                <a:cs typeface="Google Sans"/>
                <a:sym typeface="Google Sans"/>
                <a:hlinkClick r:id="rId4">
                  <a:extLst>
                    <a:ext uri="{A12FA001-AC4F-418D-AE19-62706E023703}">
                      <ahyp:hlinkClr val="tx"/>
                    </a:ext>
                  </a:extLst>
                </a:hlinkClick>
              </a:rPr>
              <a:t>Coolblue</a:t>
            </a:r>
            <a:r>
              <a:rPr lang="en">
                <a:solidFill>
                  <a:srgbClr val="1F1F1F"/>
                </a:solidFill>
                <a:latin typeface="Google Sans"/>
                <a:ea typeface="Google Sans"/>
                <a:cs typeface="Google Sans"/>
                <a:sym typeface="Google Sans"/>
              </a:rPr>
              <a:t>.</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FM Logistic: Optimizing warehouse routing</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chemeClr val="dk1"/>
                </a:solidFill>
                <a:latin typeface="Google Sans"/>
                <a:ea typeface="Google Sans"/>
                <a:cs typeface="Google Sans"/>
                <a:sym typeface="Google Sans"/>
              </a:rPr>
              <a:t>"</a:t>
            </a:r>
            <a:r>
              <a:rPr lang="en">
                <a:solidFill>
                  <a:schemeClr val="dk1"/>
                </a:solidFill>
                <a:highlight>
                  <a:schemeClr val="lt1"/>
                </a:highlight>
                <a:latin typeface="Google Sans"/>
                <a:ea typeface="Google Sans"/>
                <a:cs typeface="Google Sans"/>
                <a:sym typeface="Google Sans"/>
              </a:rPr>
              <a:t>Through our partnership with Google Cloud and the implementation of AlphaEvolve and Gemini, we further optimized our routing approach for fast-moving operations.The 10.4% improvement was achieved on top of an already highly optimized baseline, where further gains are typically hard to come by. This translates directly to faster fulfillment, improved working conditions for our teams, and reduced wear on our fleet</a:t>
            </a:r>
            <a:r>
              <a:rPr lang="en">
                <a:solidFill>
                  <a:schemeClr val="dk1"/>
                </a:solidFill>
                <a:latin typeface="Google Sans"/>
                <a:ea typeface="Google Sans"/>
                <a:cs typeface="Google Sans"/>
                <a:sym typeface="Google Sans"/>
              </a:rPr>
              <a:t>." </a:t>
            </a:r>
            <a:r>
              <a:rPr lang="en">
                <a:solidFill>
                  <a:srgbClr val="1F1F1F"/>
                </a:solidFill>
                <a:latin typeface="Google Sans"/>
                <a:ea typeface="Google Sans"/>
                <a:cs typeface="Google Sans"/>
                <a:sym typeface="Google Sans"/>
              </a:rPr>
              <a:t>— </a:t>
            </a:r>
            <a:r>
              <a:rPr lang="en">
                <a:solidFill>
                  <a:schemeClr val="dk1"/>
                </a:solidFill>
                <a:highlight>
                  <a:schemeClr val="lt1"/>
                </a:highlight>
                <a:latin typeface="Google Sans"/>
                <a:ea typeface="Google Sans"/>
                <a:cs typeface="Google Sans"/>
                <a:sym typeface="Google Sans"/>
              </a:rPr>
              <a:t>Rodolphe Bey</a:t>
            </a:r>
            <a:r>
              <a:rPr lang="en">
                <a:solidFill>
                  <a:srgbClr val="5F6368"/>
                </a:solidFill>
                <a:highlight>
                  <a:schemeClr val="lt1"/>
                </a:highlight>
                <a:latin typeface="Google Sans"/>
                <a:ea typeface="Google Sans"/>
                <a:cs typeface="Google Sans"/>
                <a:sym typeface="Google Sans"/>
              </a:rPr>
              <a:t>, </a:t>
            </a:r>
            <a:r>
              <a:rPr lang="en">
                <a:solidFill>
                  <a:schemeClr val="dk1"/>
                </a:solidFill>
                <a:highlight>
                  <a:schemeClr val="lt1"/>
                </a:highlight>
                <a:latin typeface="Google Sans"/>
                <a:ea typeface="Google Sans"/>
                <a:cs typeface="Google Sans"/>
                <a:sym typeface="Google Sans"/>
              </a:rPr>
              <a:t>Group CIO at </a:t>
            </a:r>
            <a:r>
              <a:rPr lang="en" u="sng">
                <a:solidFill>
                  <a:srgbClr val="1155CC"/>
                </a:solidFill>
                <a:highlight>
                  <a:schemeClr val="lt1"/>
                </a:highlight>
                <a:latin typeface="Google Sans"/>
                <a:ea typeface="Google Sans"/>
                <a:cs typeface="Google Sans"/>
                <a:sym typeface="Google Sans"/>
                <a:hlinkClick r:id="rId5">
                  <a:extLst>
                    <a:ext uri="{A12FA001-AC4F-418D-AE19-62706E023703}">
                      <ahyp:hlinkClr val="tx"/>
                    </a:ext>
                  </a:extLst>
                </a:hlinkClick>
              </a:rPr>
              <a:t>FM Logistic</a:t>
            </a:r>
            <a:r>
              <a:rPr lang="en">
                <a:solidFill>
                  <a:srgbClr val="5F6368"/>
                </a:solidFill>
                <a:highlight>
                  <a:schemeClr val="lt1"/>
                </a:highlight>
                <a:latin typeface="Google Sans"/>
                <a:ea typeface="Google Sans"/>
                <a:cs typeface="Google Sans"/>
                <a:sym typeface="Google Sans"/>
              </a:rPr>
              <a:t>.</a:t>
            </a:r>
            <a:endParaRPr>
              <a:solidFill>
                <a:srgbClr val="5F6368"/>
              </a:solidFill>
              <a:highlight>
                <a:schemeClr val="lt1"/>
              </a:highlight>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6">
                  <a:extLst>
                    <a:ext uri="{A12FA001-AC4F-418D-AE19-62706E023703}">
                      <ahyp:hlinkClr val="tx"/>
                    </a:ext>
                  </a:extLst>
                </a:hlinkClick>
              </a:rPr>
              <a:t>blog</a:t>
            </a:r>
            <a:r>
              <a:rPr lang="en">
                <a:solidFill>
                  <a:srgbClr val="1F1F1F"/>
                </a:solidFill>
                <a:latin typeface="Google Sans"/>
                <a:ea typeface="Google Sans"/>
                <a:cs typeface="Google Sans"/>
                <a:sym typeface="Google Sans"/>
              </a:rPr>
              <a:t> and </a:t>
            </a:r>
            <a:r>
              <a:rPr lang="en" u="sng">
                <a:solidFill>
                  <a:srgbClr val="1155CC"/>
                </a:solidFill>
                <a:latin typeface="Google Sans"/>
                <a:ea typeface="Google Sans"/>
                <a:cs typeface="Google Sans"/>
                <a:sym typeface="Google Sans"/>
                <a:hlinkClick r:id="rId7">
                  <a:extLst>
                    <a:ext uri="{A12FA001-AC4F-418D-AE19-62706E023703}">
                      <ahyp:hlinkClr val="tx"/>
                    </a:ext>
                  </a:extLst>
                </a:hlinkClick>
              </a:rPr>
              <a:t>website</a:t>
            </a:r>
            <a:r>
              <a:rPr lang="en">
                <a:solidFill>
                  <a:srgbClr val="1F1F1F"/>
                </a:solidFill>
                <a:latin typeface="Google Sans"/>
                <a:ea typeface="Google Sans"/>
                <a:cs typeface="Google Sans"/>
                <a:sym typeface="Google Sans"/>
              </a:rPr>
              <a:t> to read more about how FM Logistic used AlphaEvolve to improve warehouse routing by 10.4%, saving over 15,000 km in staff travel.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Infineon: Optimizing chip design</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a:t>
            </a:r>
            <a:r>
              <a:rPr lang="en">
                <a:solidFill>
                  <a:srgbClr val="222222"/>
                </a:solidFill>
                <a:highlight>
                  <a:schemeClr val="lt1"/>
                </a:highlight>
                <a:latin typeface="Google Sans"/>
                <a:ea typeface="Google Sans"/>
                <a:cs typeface="Google Sans"/>
                <a:sym typeface="Google Sans"/>
              </a:rPr>
              <a:t>Our initial experiments with AlphaEvolve have been </a:t>
            </a:r>
            <a:r>
              <a:rPr lang="en">
                <a:solidFill>
                  <a:schemeClr val="dk1"/>
                </a:solidFill>
                <a:latin typeface="Google Sans"/>
                <a:ea typeface="Google Sans"/>
                <a:cs typeface="Google Sans"/>
                <a:sym typeface="Google Sans"/>
              </a:rPr>
              <a:t>very</a:t>
            </a:r>
            <a:r>
              <a:rPr lang="en">
                <a:solidFill>
                  <a:srgbClr val="222222"/>
                </a:solidFill>
                <a:highlight>
                  <a:schemeClr val="lt1"/>
                </a:highlight>
                <a:latin typeface="Google Sans"/>
                <a:ea typeface="Google Sans"/>
                <a:cs typeface="Google Sans"/>
                <a:sym typeface="Google Sans"/>
              </a:rPr>
              <a:t> positive, demonstrating its potential to transform the chip design lifecycle. We see a clear </a:t>
            </a:r>
            <a:r>
              <a:rPr lang="en">
                <a:solidFill>
                  <a:schemeClr val="dk1"/>
                </a:solidFill>
                <a:latin typeface="Google Sans"/>
                <a:ea typeface="Google Sans"/>
                <a:cs typeface="Google Sans"/>
                <a:sym typeface="Google Sans"/>
              </a:rPr>
              <a:t>potential</a:t>
            </a:r>
            <a:r>
              <a:rPr lang="en">
                <a:solidFill>
                  <a:srgbClr val="222222"/>
                </a:solidFill>
                <a:highlight>
                  <a:schemeClr val="lt1"/>
                </a:highlight>
                <a:latin typeface="Google Sans"/>
                <a:ea typeface="Google Sans"/>
                <a:cs typeface="Google Sans"/>
                <a:sym typeface="Google Sans"/>
              </a:rPr>
              <a:t> for it </a:t>
            </a:r>
            <a:r>
              <a:rPr lang="en">
                <a:solidFill>
                  <a:schemeClr val="dk1"/>
                </a:solidFill>
                <a:latin typeface="Google Sans"/>
                <a:ea typeface="Google Sans"/>
                <a:cs typeface="Google Sans"/>
                <a:sym typeface="Google Sans"/>
              </a:rPr>
              <a:t>to contribute to</a:t>
            </a:r>
            <a:r>
              <a:rPr lang="en">
                <a:solidFill>
                  <a:srgbClr val="222222"/>
                </a:solidFill>
                <a:highlight>
                  <a:schemeClr val="lt1"/>
                </a:highlight>
                <a:latin typeface="Google Sans"/>
                <a:ea typeface="Google Sans"/>
                <a:cs typeface="Google Sans"/>
                <a:sym typeface="Google Sans"/>
              </a:rPr>
              <a:t> multiple stages of development, including areas like Surrogate modelling." </a:t>
            </a:r>
            <a:r>
              <a:rPr lang="en">
                <a:solidFill>
                  <a:srgbClr val="1F1F1F"/>
                </a:solidFill>
                <a:latin typeface="Google Sans"/>
                <a:ea typeface="Google Sans"/>
                <a:cs typeface="Google Sans"/>
                <a:sym typeface="Google Sans"/>
              </a:rPr>
              <a:t>— Michael Kollig, CIO, </a:t>
            </a:r>
            <a:r>
              <a:rPr lang="en" u="sng">
                <a:solidFill>
                  <a:srgbClr val="1155CC"/>
                </a:solidFill>
                <a:latin typeface="Google Sans"/>
                <a:ea typeface="Google Sans"/>
                <a:cs typeface="Google Sans"/>
                <a:sym typeface="Google Sans"/>
                <a:hlinkClick r:id="rId8">
                  <a:extLst>
                    <a:ext uri="{A12FA001-AC4F-418D-AE19-62706E023703}">
                      <ahyp:hlinkClr val="tx"/>
                    </a:ext>
                  </a:extLst>
                </a:hlinkClick>
              </a:rPr>
              <a:t>Infineon</a:t>
            </a:r>
            <a:r>
              <a:rPr lang="en">
                <a:solidFill>
                  <a:srgbClr val="1F1F1F"/>
                </a:solidFill>
                <a:latin typeface="Google Sans"/>
                <a:ea typeface="Google Sans"/>
                <a:cs typeface="Google Sans"/>
                <a:sym typeface="Google Sans"/>
              </a:rPr>
              <a:t>.</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JetBrains: Accelerating IDE performance</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a:t>
            </a:r>
            <a:r>
              <a:rPr lang="en">
                <a:solidFill>
                  <a:srgbClr val="19191C"/>
                </a:solidFill>
                <a:highlight>
                  <a:schemeClr val="lt1"/>
                </a:highlight>
                <a:latin typeface="Google Sans"/>
                <a:ea typeface="Google Sans"/>
                <a:cs typeface="Google Sans"/>
                <a:sym typeface="Google Sans"/>
              </a:rPr>
              <a:t>AlphaEvolve can change how we approach complex performance work. It turns optimizations that were once too time-consuming to explore into candidates we can test routinely. Engineers still own the benchmark, review, and release decision. The search space is what gets smaller.</a:t>
            </a:r>
            <a:r>
              <a:rPr lang="en">
                <a:solidFill>
                  <a:srgbClr val="1F1F1F"/>
                </a:solidFill>
                <a:latin typeface="Google Sans"/>
                <a:ea typeface="Google Sans"/>
                <a:cs typeface="Google Sans"/>
                <a:sym typeface="Google Sans"/>
              </a:rPr>
              <a:t>" — Dmitrii Batkovich, Director of Engineering, </a:t>
            </a:r>
            <a:r>
              <a:rPr lang="en" u="sng">
                <a:solidFill>
                  <a:srgbClr val="1155CC"/>
                </a:solidFill>
                <a:latin typeface="Google Sans"/>
                <a:ea typeface="Google Sans"/>
                <a:cs typeface="Google Sans"/>
                <a:sym typeface="Google Sans"/>
                <a:hlinkClick r:id="rId9">
                  <a:extLst>
                    <a:ext uri="{A12FA001-AC4F-418D-AE19-62706E023703}">
                      <ahyp:hlinkClr val="tx"/>
                    </a:ext>
                  </a:extLst>
                </a:hlinkClick>
              </a:rPr>
              <a:t>JetBrains</a:t>
            </a:r>
            <a:r>
              <a:rPr lang="en">
                <a:solidFill>
                  <a:srgbClr val="1F1F1F"/>
                </a:solidFill>
                <a:latin typeface="Google Sans"/>
                <a:ea typeface="Google Sans"/>
                <a:cs typeface="Google Sans"/>
                <a:sym typeface="Google Sans"/>
              </a:rPr>
              <a:t>.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10">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Jetbrains used AlphaEvolve to improve their IDE performance by over 15-20%.</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chemeClr val="dk1"/>
                </a:solidFill>
                <a:highlight>
                  <a:schemeClr val="lt1"/>
                </a:highlight>
                <a:latin typeface="Google Sans"/>
                <a:ea typeface="Google Sans"/>
                <a:cs typeface="Google Sans"/>
                <a:sym typeface="Google Sans"/>
              </a:rPr>
              <a:t>Kinaxis: Improving optimization and forecasting systems</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"Kinaxis researchers have used AlphaEvolve to materially improve both the speed and quality of highly mature forecasting and optimization algorithms. In early testing, we achieved improvements of more than 22% in key forecasting accuracy metrics while reducing runtime by over 90% on benchmark datasets. As supply chains become increasingly complex and unpredictable, AlphaEvolve has the potential to help the world's largest organizations make faster, more informed decisions and adapt with greater confidence." — Gelu Ticala, Chief Technology Officer, </a:t>
            </a:r>
            <a:r>
              <a:rPr lang="en" u="sng">
                <a:solidFill>
                  <a:srgbClr val="1155CC"/>
                </a:solidFill>
                <a:latin typeface="Google Sans"/>
                <a:ea typeface="Google Sans"/>
                <a:cs typeface="Google Sans"/>
                <a:sym typeface="Google Sans"/>
                <a:hlinkClick r:id="rId11">
                  <a:extLst>
                    <a:ext uri="{A12FA001-AC4F-418D-AE19-62706E023703}">
                      <ahyp:hlinkClr val="tx"/>
                    </a:ext>
                  </a:extLst>
                </a:hlinkClick>
              </a:rPr>
              <a:t>Kinaxis</a:t>
            </a:r>
            <a:r>
              <a:rPr lang="en">
                <a:solidFill>
                  <a:srgbClr val="1F1F1F"/>
                </a:solidFill>
                <a:latin typeface="Google Sans"/>
                <a:ea typeface="Google Sans"/>
                <a:cs typeface="Google Sans"/>
                <a:sym typeface="Google Sans"/>
              </a:rPr>
              <a:t>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chemeClr val="dk1"/>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12">
                  <a:extLst>
                    <a:ext uri="{A12FA001-AC4F-418D-AE19-62706E023703}">
                      <ahyp:hlinkClr val="tx"/>
                    </a:ext>
                  </a:extLst>
                </a:hlinkClick>
              </a:rPr>
              <a:t>blog</a:t>
            </a:r>
            <a:r>
              <a:rPr lang="en">
                <a:solidFill>
                  <a:schemeClr val="dk1"/>
                </a:solidFill>
                <a:latin typeface="Google Sans"/>
                <a:ea typeface="Google Sans"/>
                <a:cs typeface="Google Sans"/>
                <a:sym typeface="Google Sans"/>
              </a:rPr>
              <a:t> to read more about how Kinaxis used AlphaEvolve to achieve significant gains across their forecasting and runtime metrics.</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Klarna: Doubling throughput while improving model quality</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a:t>
            </a:r>
            <a:r>
              <a:rPr lang="en">
                <a:solidFill>
                  <a:srgbClr val="222222"/>
                </a:solidFill>
                <a:highlight>
                  <a:schemeClr val="lt1"/>
                </a:highlight>
                <a:latin typeface="Google Sans"/>
                <a:ea typeface="Google Sans"/>
                <a:cs typeface="Google Sans"/>
                <a:sym typeface="Google Sans"/>
              </a:rPr>
              <a:t>Klarna applied AlphaEvolve to one of their largest ML training pipelines and doubled throughput while improving model quality, all under the strict reproducibility constraints of regulated financial services. Over three weeks, the system explored nearly 6,000 candidate programs, discovering deep architectural rewrites no engineer would have tried.</a:t>
            </a:r>
            <a:r>
              <a:rPr lang="en">
                <a:solidFill>
                  <a:srgbClr val="1F1F1F"/>
                </a:solidFill>
                <a:latin typeface="Google Sans"/>
                <a:ea typeface="Google Sans"/>
                <a:cs typeface="Google Sans"/>
                <a:sym typeface="Google Sans"/>
              </a:rPr>
              <a:t>" — Klarna engineering team.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13">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Klarna used AlphaEvolve to double Training Speed and improve performance for their foundational models.</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222222"/>
                </a:solidFill>
                <a:latin typeface="Google Sans"/>
                <a:ea typeface="Google Sans"/>
                <a:cs typeface="Google Sans"/>
                <a:sym typeface="Google Sans"/>
              </a:rPr>
              <a:t>Oak Ridge National Laboratory: GPU kernel generation for exascale computing</a:t>
            </a:r>
            <a:endParaRPr b="1" sz="1400">
              <a:solidFill>
                <a:srgbClr val="222222"/>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222222"/>
                </a:solidFill>
                <a:latin typeface="Google Sans"/>
                <a:ea typeface="Google Sans"/>
                <a:cs typeface="Google Sans"/>
                <a:sym typeface="Google Sans"/>
              </a:rPr>
              <a:t>Oak Ridge National Laboratory (ORNL) recently partnered with Google to deploy AlphaEvolve on Frontier, the world’s first exascale supercomputer. The research team built a closed-loop evaluation architecture that bridges cloud-based large language model code generation with Frontier’s execution environment. The designed system optimizes  mixed-precision GPU kernels—which requires complex, coupled decisions about memory, data layout, and hardware synchronization — by iteratively generating, compiling, running, and validating candidate programs, directly on the supercomputer's AMD GPUs. This executable search framework evaluates each proposed structural optimization against numerical accuracy rules.</a:t>
            </a:r>
            <a:endParaRPr>
              <a:solidFill>
                <a:srgbClr val="222222"/>
              </a:solidFill>
              <a:latin typeface="Google Sans"/>
              <a:ea typeface="Google Sans"/>
              <a:cs typeface="Google Sans"/>
              <a:sym typeface="Google Sans"/>
            </a:endParaRPr>
          </a:p>
          <a:p>
            <a:pPr indent="0" lvl="0" marL="0" rtl="0" algn="l">
              <a:lnSpc>
                <a:spcPct val="115000"/>
              </a:lnSpc>
              <a:spcBef>
                <a:spcPts val="1200"/>
              </a:spcBef>
              <a:spcAft>
                <a:spcPts val="0"/>
              </a:spcAft>
              <a:buNone/>
            </a:pPr>
            <a:r>
              <a:rPr lang="en">
                <a:solidFill>
                  <a:schemeClr val="dk1"/>
                </a:solidFill>
                <a:latin typeface="Google Sans"/>
                <a:ea typeface="Google Sans"/>
                <a:cs typeface="Google Sans"/>
                <a:sym typeface="Google Sans"/>
              </a:rPr>
              <a:t>“Our collaboration with Google's AlphaEvolve team gave us an early look at how evolutionary programming can be combined with leadership-class supercomputing. By running AlphaEvolve on Frontier, we explored a large number of optimization candidates in parallel, including novel implementation variants that helped us explore parts of the design space we might not have reached through manual optimization alone. This is an encouraging first step toward applying AI-assisted optimization to increasingly complex scientific software." </a:t>
            </a:r>
            <a:r>
              <a:rPr lang="en">
                <a:solidFill>
                  <a:srgbClr val="1F1F1F"/>
                </a:solidFill>
                <a:latin typeface="Google Sans"/>
                <a:ea typeface="Google Sans"/>
                <a:cs typeface="Google Sans"/>
                <a:sym typeface="Google Sans"/>
              </a:rPr>
              <a:t>— Oscar Hernandez Mendoza, PhD, Senior Computer Scientist, ORNL</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Old Dominion University: Modeling biological aging mortality rates</a:t>
            </a:r>
            <a:endParaRPr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highlight>
                  <a:schemeClr val="lt1"/>
                </a:highlight>
                <a:latin typeface="Google Sans"/>
                <a:ea typeface="Google Sans"/>
                <a:cs typeface="Google Sans"/>
                <a:sym typeface="Google Sans"/>
              </a:rPr>
              <a:t>"The Qin Lab at Old Dominion University used AlphaEvolve to search the space of Python programs that model biological aging mortality rates, a problem in computational biogerontology where the governing equations span multiple empirical laws. Utilizing an HPC cluster in Google Cloud as a part of the ODU MonarchSphere initiative, AlphaEvolve – across approximately 500 evaluations – independently rediscovered the Kannisto logistic mortality model (a published result from the 1990s biogerontology literature) with no prior knowledge of that literature, improved the Emergent Aging Model composite fitness score by 19% through heterogeneous decay rate distributions, and demonstrated near-perfect Strehler-Mildvan correlation (0.949) via scale-free network topology with Laplacian spectral aging across approximately 500 evaluations. The central finding is that structurally diverse models all converge on the same empirical aging laws, providing evidence that Gompertz, Strehler-Mildvan, and Kannisto regularities are robust attractors of biological systems. The team plans to extend this work to multi-species datasets and to connect the evolved program structures to testable biological mechanisms.” </a:t>
            </a:r>
            <a:r>
              <a:rPr b="1" lang="en">
                <a:solidFill>
                  <a:srgbClr val="1F1F1F"/>
                </a:solidFill>
                <a:latin typeface="Google Sans"/>
                <a:ea typeface="Google Sans"/>
                <a:cs typeface="Google Sans"/>
                <a:sym typeface="Google Sans"/>
              </a:rPr>
              <a:t>— </a:t>
            </a:r>
            <a:r>
              <a:rPr b="1" lang="en" sz="1050">
                <a:solidFill>
                  <a:srgbClr val="444746"/>
                </a:solidFill>
                <a:latin typeface="Google Sans"/>
                <a:ea typeface="Google Sans"/>
                <a:cs typeface="Google Sans"/>
                <a:sym typeface="Google Sans"/>
              </a:rPr>
              <a:t>Dr. Hong Qin,Department of Computer Science, </a:t>
            </a:r>
            <a:r>
              <a:rPr b="1" lang="en" sz="1050" u="sng">
                <a:solidFill>
                  <a:srgbClr val="1155CC"/>
                </a:solidFill>
                <a:latin typeface="Google Sans"/>
                <a:ea typeface="Google Sans"/>
                <a:cs typeface="Google Sans"/>
                <a:sym typeface="Google Sans"/>
                <a:hlinkClick r:id="rId14">
                  <a:extLst>
                    <a:ext uri="{A12FA001-AC4F-418D-AE19-62706E023703}">
                      <ahyp:hlinkClr val="tx"/>
                    </a:ext>
                  </a:extLst>
                </a:hlinkClick>
              </a:rPr>
              <a:t>Old Dominion University</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PacBio: Scaling accuracy and lowering costs in genomics</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"The solution the Google team discovered using AlphaEvolve unlocks meaningfully higher accuracy rates for our sequencing instruments. For researchers, this higher-quality data might enable the discovery of previously hidden disease-causing mutations." — Aaron Wenger (Senior Director, PacBio).</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15">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Pacbio used AlphaEvolve </a:t>
            </a:r>
            <a:r>
              <a:rPr lang="en">
                <a:solidFill>
                  <a:schemeClr val="dk1"/>
                </a:solidFill>
                <a:highlight>
                  <a:schemeClr val="lt1"/>
                </a:highlight>
                <a:latin typeface="Google Sans"/>
                <a:ea typeface="Google Sans"/>
                <a:cs typeface="Google Sans"/>
                <a:sym typeface="Google Sans"/>
              </a:rPr>
              <a:t>AlphaEvolve was used to improve </a:t>
            </a:r>
            <a:r>
              <a:rPr lang="en">
                <a:solidFill>
                  <a:schemeClr val="dk1"/>
                </a:solidFill>
                <a:highlight>
                  <a:schemeClr val="lt1"/>
                </a:highlight>
                <a:uFill>
                  <a:noFill/>
                </a:uFill>
                <a:latin typeface="Google Sans"/>
                <a:ea typeface="Google Sans"/>
                <a:cs typeface="Google Sans"/>
                <a:sym typeface="Google Sans"/>
                <a:hlinkClick r:id="rId16">
                  <a:extLst>
                    <a:ext uri="{A12FA001-AC4F-418D-AE19-62706E023703}">
                      <ahyp:hlinkClr val="tx"/>
                    </a:ext>
                  </a:extLst>
                </a:hlinkClick>
              </a:rPr>
              <a:t>DeepConsensus</a:t>
            </a:r>
            <a:r>
              <a:rPr lang="en">
                <a:solidFill>
                  <a:schemeClr val="dk1"/>
                </a:solidFill>
                <a:highlight>
                  <a:schemeClr val="lt1"/>
                </a:highlight>
                <a:latin typeface="Google Sans"/>
                <a:ea typeface="Google Sans"/>
                <a:cs typeface="Google Sans"/>
                <a:sym typeface="Google Sans"/>
              </a:rPr>
              <a:t> — a model developed by Google Research for correcting DNA sequencing errors — achieving a 30% reduction in variant detection errors.</a:t>
            </a:r>
            <a:endParaRPr>
              <a:solidFill>
                <a:schemeClr val="dk1"/>
              </a:solidFill>
              <a:highlight>
                <a:schemeClr val="lt1"/>
              </a:highlight>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Pebble: Optimizing serving performance on GPUs</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"Optimizing inference serving is an incredibly challenging problem because it is a multi-dimensional system design challenge that shifts dynamically between memory, compute, and hardware orchestration constraints. NVIDIA's AI Configurator latency model was severely bottlenecked by a single, static 0.8 empirical correction factor that applied uniformly to all workloads, and did not model FP8-vs-BF16 efficiency divergence, causing recommended configurations to drift away from the optimum.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AlphaEvolve solved this by autonomously discovering GPU performance modeling formulations directly from our training prior. This Gemini-powered evolutionary approach drastically cut our model errors by more than delivering a 56% relative error reduction. We are excited to integrate this smoother, learned efficiency function and leverage AlphaEvolve to continuously map emerging hardware specifications without manual tuning." </a:t>
            </a:r>
            <a:r>
              <a:rPr b="1" lang="en">
                <a:solidFill>
                  <a:srgbClr val="1F1F1F"/>
                </a:solidFill>
                <a:latin typeface="Google Sans"/>
                <a:ea typeface="Google Sans"/>
                <a:cs typeface="Google Sans"/>
                <a:sym typeface="Google Sans"/>
              </a:rPr>
              <a:t>— Keval Shah Head of AI, </a:t>
            </a:r>
            <a:r>
              <a:rPr b="1" lang="en" u="sng">
                <a:solidFill>
                  <a:srgbClr val="1155CC"/>
                </a:solidFill>
                <a:latin typeface="Google Sans"/>
                <a:ea typeface="Google Sans"/>
                <a:cs typeface="Google Sans"/>
                <a:sym typeface="Google Sans"/>
                <a:hlinkClick r:id="rId17">
                  <a:extLst>
                    <a:ext uri="{A12FA001-AC4F-418D-AE19-62706E023703}">
                      <ahyp:hlinkClr val="tx"/>
                    </a:ext>
                  </a:extLst>
                </a:hlinkClick>
              </a:rPr>
              <a:t>Pebble</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Qbraid: Advancing quantum computing</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chemeClr val="dk1"/>
                </a:solidFill>
                <a:latin typeface="Google Sans"/>
                <a:ea typeface="Google Sans"/>
                <a:cs typeface="Google Sans"/>
                <a:sym typeface="Google Sans"/>
              </a:rPr>
              <a:t>"AlphaEvolve delivered a result on top of an encoding family we had already spent years refining. It searched a design space far too large to comb through by hand and handed back something we could read, verify, and understand. Systems like AlphaEvolve will meaningfully accelerate progress toward useful quantum computing." </a:t>
            </a:r>
            <a:r>
              <a:rPr b="1" lang="en">
                <a:solidFill>
                  <a:srgbClr val="1F1F1F"/>
                </a:solidFill>
                <a:latin typeface="Google Sans"/>
                <a:ea typeface="Google Sans"/>
                <a:cs typeface="Google Sans"/>
                <a:sym typeface="Google Sans"/>
              </a:rPr>
              <a:t>— </a:t>
            </a:r>
            <a:r>
              <a:rPr b="1" lang="en">
                <a:solidFill>
                  <a:schemeClr val="dk1"/>
                </a:solidFill>
                <a:latin typeface="Google Sans"/>
                <a:ea typeface="Google Sans"/>
                <a:cs typeface="Google Sans"/>
                <a:sym typeface="Google Sans"/>
              </a:rPr>
              <a:t>Kenny Heitritter, Vice President of Research and Development at </a:t>
            </a:r>
            <a:r>
              <a:rPr b="1" lang="en" u="sng">
                <a:solidFill>
                  <a:srgbClr val="1155CC"/>
                </a:solidFill>
                <a:latin typeface="Google Sans"/>
                <a:ea typeface="Google Sans"/>
                <a:cs typeface="Google Sans"/>
                <a:sym typeface="Google Sans"/>
                <a:hlinkClick r:id="rId18">
                  <a:extLst>
                    <a:ext uri="{A12FA001-AC4F-418D-AE19-62706E023703}">
                      <ahyp:hlinkClr val="tx"/>
                    </a:ext>
                  </a:extLst>
                </a:hlinkClick>
              </a:rPr>
              <a:t>qBraid</a:t>
            </a:r>
            <a:r>
              <a:rPr b="1" lang="en">
                <a:solidFill>
                  <a:schemeClr val="dk1"/>
                </a:solidFill>
                <a:latin typeface="Google Sans"/>
                <a:ea typeface="Google Sans"/>
                <a:cs typeface="Google Sans"/>
                <a:sym typeface="Google Sans"/>
              </a:rPr>
              <a:t>. </a:t>
            </a:r>
            <a:endParaRPr b="1">
              <a:solidFill>
                <a:schemeClr val="dk1"/>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sz="1000" u="sng">
                <a:solidFill>
                  <a:srgbClr val="1155CC"/>
                </a:solidFill>
                <a:latin typeface="Google Sans"/>
                <a:ea typeface="Google Sans"/>
                <a:cs typeface="Google Sans"/>
                <a:sym typeface="Google Sans"/>
                <a:hlinkClick r:id="rId19">
                  <a:extLst>
                    <a:ext uri="{A12FA001-AC4F-418D-AE19-62706E023703}">
                      <ahyp:hlinkClr val="tx"/>
                    </a:ext>
                  </a:extLst>
                </a:hlinkClick>
              </a:rPr>
              <a:t>blog</a:t>
            </a:r>
            <a:r>
              <a:rPr lang="en">
                <a:solidFill>
                  <a:srgbClr val="1F1F1F"/>
                </a:solidFill>
                <a:latin typeface="Google Sans"/>
                <a:ea typeface="Google Sans"/>
                <a:cs typeface="Google Sans"/>
                <a:sym typeface="Google Sans"/>
              </a:rPr>
              <a:t> and </a:t>
            </a:r>
            <a:r>
              <a:rPr lang="en" u="sng">
                <a:solidFill>
                  <a:srgbClr val="1155CC"/>
                </a:solidFill>
                <a:latin typeface="Google Sans"/>
                <a:ea typeface="Google Sans"/>
                <a:cs typeface="Google Sans"/>
                <a:sym typeface="Google Sans"/>
                <a:hlinkClick r:id="rId20">
                  <a:extLst>
                    <a:ext uri="{A12FA001-AC4F-418D-AE19-62706E023703}">
                      <ahyp:hlinkClr val="tx"/>
                    </a:ext>
                  </a:extLst>
                </a:hlinkClick>
              </a:rPr>
              <a:t>paper</a:t>
            </a:r>
            <a:r>
              <a:rPr lang="en">
                <a:solidFill>
                  <a:srgbClr val="1F1F1F"/>
                </a:solidFill>
                <a:latin typeface="Google Sans"/>
                <a:ea typeface="Google Sans"/>
                <a:cs typeface="Google Sans"/>
                <a:sym typeface="Google Sans"/>
              </a:rPr>
              <a:t> to read more about how Qbraid</a:t>
            </a:r>
            <a:r>
              <a:rPr lang="en">
                <a:solidFill>
                  <a:schemeClr val="dk1"/>
                </a:solidFill>
                <a:latin typeface="Google Sans"/>
                <a:ea typeface="Google Sans"/>
                <a:cs typeface="Google Sans"/>
                <a:sym typeface="Google Sans"/>
              </a:rPr>
              <a:t>  used AlphaEvolve to find significantly more error efficient error-correcting codes for quantum chemistry.</a:t>
            </a:r>
            <a:endParaRPr>
              <a:solidFill>
                <a:schemeClr val="dk1"/>
              </a:solidFill>
              <a:latin typeface="Google Sans"/>
              <a:ea typeface="Google Sans"/>
              <a:cs typeface="Google Sans"/>
              <a:sym typeface="Google Sans"/>
            </a:endParaRPr>
          </a:p>
          <a:p>
            <a:pPr indent="0" lvl="0" marL="0" rtl="0" algn="l">
              <a:lnSpc>
                <a:spcPct val="115000"/>
              </a:lnSpc>
              <a:spcBef>
                <a:spcPts val="600"/>
              </a:spcBef>
              <a:spcAft>
                <a:spcPts val="0"/>
              </a:spcAft>
              <a:buNone/>
            </a:pPr>
            <a:r>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Schrödinger: Shortening cycles for molecular simulations for drug discovery</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"AlphaEvolve allows us to explore larger chemical spaces faster and more efficiently than ever before. Faster MLFF inference carries real business impact, shortening R&amp;D cycles in drug discovery, catalyst design, and materials development, and enabling companies to screen molecular candidates in days rather than months." </a:t>
            </a:r>
            <a:r>
              <a:rPr b="1" lang="en">
                <a:solidFill>
                  <a:srgbClr val="1F1F1F"/>
                </a:solidFill>
                <a:latin typeface="Google Sans"/>
                <a:ea typeface="Google Sans"/>
                <a:cs typeface="Google Sans"/>
                <a:sym typeface="Google Sans"/>
              </a:rPr>
              <a:t>— Gabriel Marques, ML Tech Lead, </a:t>
            </a:r>
            <a:r>
              <a:rPr b="1" lang="en" u="sng">
                <a:solidFill>
                  <a:srgbClr val="1155CC"/>
                </a:solidFill>
                <a:latin typeface="Google Sans"/>
                <a:ea typeface="Google Sans"/>
                <a:cs typeface="Google Sans"/>
                <a:sym typeface="Google Sans"/>
                <a:hlinkClick r:id="rId21">
                  <a:extLst>
                    <a:ext uri="{A12FA001-AC4F-418D-AE19-62706E023703}">
                      <ahyp:hlinkClr val="tx"/>
                    </a:ext>
                  </a:extLst>
                </a:hlinkClick>
              </a:rPr>
              <a:t>Schrödinger</a:t>
            </a:r>
            <a:r>
              <a:rPr b="1" lang="en">
                <a:solidFill>
                  <a:srgbClr val="1F1F1F"/>
                </a:solidFill>
                <a:latin typeface="Google Sans"/>
                <a:ea typeface="Google Sans"/>
                <a:cs typeface="Google Sans"/>
                <a:sym typeface="Google Sans"/>
              </a:rPr>
              <a:t>.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22">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Schröedinger used Alphaevolve to quadruple the speed of molecular discovery.</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rgbClr val="1F1F1F"/>
                </a:solidFill>
                <a:latin typeface="Google Sans"/>
                <a:ea typeface="Google Sans"/>
                <a:cs typeface="Google Sans"/>
                <a:sym typeface="Google Sans"/>
              </a:rPr>
              <a:t>Substrate: Accelerating runtime speed for semiconductor simulation</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lang="en">
                <a:solidFill>
                  <a:srgbClr val="222222"/>
                </a:solidFill>
                <a:latin typeface="Google Sans"/>
                <a:ea typeface="Google Sans"/>
                <a:cs typeface="Google Sans"/>
                <a:sym typeface="Google Sans"/>
              </a:rPr>
              <a:t>“AlphaEvolve transformed the speed and efficiency of our computational lithography frameworks and, more impressively, demonstrated the potential of these models to design their future selves, all the way down to the atoms.”</a:t>
            </a:r>
            <a:r>
              <a:rPr lang="en">
                <a:solidFill>
                  <a:srgbClr val="1F1F1F"/>
                </a:solidFill>
                <a:latin typeface="Google Sans"/>
                <a:ea typeface="Google Sans"/>
                <a:cs typeface="Google Sans"/>
                <a:sym typeface="Google Sans"/>
              </a:rPr>
              <a:t> </a:t>
            </a:r>
            <a:r>
              <a:rPr b="1" lang="en">
                <a:solidFill>
                  <a:srgbClr val="1F1F1F"/>
                </a:solidFill>
                <a:latin typeface="Google Sans"/>
                <a:ea typeface="Google Sans"/>
                <a:cs typeface="Google Sans"/>
                <a:sym typeface="Google Sans"/>
              </a:rPr>
              <a:t>— James Proud, CEO, </a:t>
            </a:r>
            <a:r>
              <a:rPr b="1" lang="en" u="sng">
                <a:solidFill>
                  <a:srgbClr val="1155CC"/>
                </a:solidFill>
                <a:latin typeface="Google Sans"/>
                <a:ea typeface="Google Sans"/>
                <a:cs typeface="Google Sans"/>
                <a:sym typeface="Google Sans"/>
                <a:hlinkClick r:id="rId23">
                  <a:extLst>
                    <a:ext uri="{A12FA001-AC4F-418D-AE19-62706E023703}">
                      <ahyp:hlinkClr val="tx"/>
                    </a:ext>
                  </a:extLst>
                </a:hlinkClick>
              </a:rPr>
              <a:t>Substrate</a:t>
            </a:r>
            <a:r>
              <a:rPr b="1" lang="en">
                <a:solidFill>
                  <a:srgbClr val="1F1F1F"/>
                </a:solidFill>
                <a:latin typeface="Google Sans"/>
                <a:ea typeface="Google Sans"/>
                <a:cs typeface="Google Sans"/>
                <a:sym typeface="Google Sans"/>
              </a:rPr>
              <a:t>.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t/>
            </a:r>
            <a:endParaRPr>
              <a:solidFill>
                <a:srgbClr val="1F1F1F"/>
              </a:solidFill>
              <a:latin typeface="Google Sans"/>
              <a:ea typeface="Google Sans"/>
              <a:cs typeface="Google Sans"/>
              <a:sym typeface="Google Sans"/>
            </a:endParaRPr>
          </a:p>
          <a:p>
            <a:pPr indent="0" lvl="0" marL="0" rtl="0" algn="l">
              <a:lnSpc>
                <a:spcPct val="115000"/>
              </a:lnSpc>
              <a:spcBef>
                <a:spcPts val="0"/>
              </a:spcBef>
              <a:spcAft>
                <a:spcPts val="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24">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a:t>
            </a:r>
            <a:r>
              <a:rPr lang="en">
                <a:solidFill>
                  <a:schemeClr val="dk1"/>
                </a:solidFill>
                <a:uFill>
                  <a:noFill/>
                </a:uFill>
                <a:latin typeface="Google Sans"/>
                <a:ea typeface="Google Sans"/>
                <a:cs typeface="Google Sans"/>
                <a:sym typeface="Google Sans"/>
                <a:hlinkClick r:id="rId25">
                  <a:extLst>
                    <a:ext uri="{A12FA001-AC4F-418D-AE19-62706E023703}">
                      <ahyp:hlinkClr val="tx"/>
                    </a:ext>
                  </a:extLst>
                </a:hlinkClick>
              </a:rPr>
              <a:t>Substrate</a:t>
            </a:r>
            <a:r>
              <a:rPr lang="en">
                <a:solidFill>
                  <a:schemeClr val="dk1"/>
                </a:solidFill>
                <a:latin typeface="Google Sans"/>
                <a:ea typeface="Google Sans"/>
                <a:cs typeface="Google Sans"/>
                <a:sym typeface="Google Sans"/>
              </a:rPr>
              <a:t> applied AlphaEvolve to its computational lithography framework, achieving a multi-fold increase in runtime speed, enabling them to run significantly larger simulations of advanced semiconductors.</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None/>
            </a:pPr>
            <a:r>
              <a:rPr b="1" lang="en" sz="1400">
                <a:solidFill>
                  <a:schemeClr val="dk1"/>
                </a:solidFill>
                <a:latin typeface="Google Sans"/>
                <a:ea typeface="Google Sans"/>
                <a:cs typeface="Google Sans"/>
                <a:sym typeface="Google Sans"/>
              </a:rPr>
              <a:t>WPP: Cracking the code of campaign success</a:t>
            </a:r>
            <a:endParaRPr b="1" sz="1400">
              <a:solidFill>
                <a:schemeClr val="dk1"/>
              </a:solidFill>
              <a:latin typeface="Google Sans"/>
              <a:ea typeface="Google Sans"/>
              <a:cs typeface="Google Sans"/>
              <a:sym typeface="Google Sans"/>
            </a:endParaRPr>
          </a:p>
          <a:p>
            <a:pPr indent="0" lvl="0" marL="0" rtl="0" algn="l">
              <a:lnSpc>
                <a:spcPct val="115000"/>
              </a:lnSpc>
              <a:spcBef>
                <a:spcPts val="400"/>
              </a:spcBef>
              <a:spcAft>
                <a:spcPts val="0"/>
              </a:spcAft>
              <a:buNone/>
            </a:pPr>
            <a:r>
              <a:rPr lang="en">
                <a:solidFill>
                  <a:srgbClr val="1F1F1F"/>
                </a:solidFill>
                <a:latin typeface="Google Sans"/>
                <a:ea typeface="Google Sans"/>
                <a:cs typeface="Google Sans"/>
                <a:sym typeface="Google Sans"/>
              </a:rPr>
              <a:t>"</a:t>
            </a:r>
            <a:r>
              <a:rPr lang="en">
                <a:solidFill>
                  <a:srgbClr val="222222"/>
                </a:solidFill>
                <a:latin typeface="Google Sans"/>
                <a:ea typeface="Google Sans"/>
                <a:cs typeface="Google Sans"/>
                <a:sym typeface="Google Sans"/>
              </a:rPr>
              <a:t>WPP faced a ceiling in predicting creative campaign performance, as their manual model optimizations yielded only marginal 1% accuracy gains despite significant time and effort. To overcome this challenge, </a:t>
            </a:r>
            <a:r>
              <a:rPr lang="en">
                <a:solidFill>
                  <a:srgbClr val="222222"/>
                </a:solidFill>
                <a:highlight>
                  <a:schemeClr val="lt1"/>
                </a:highlight>
                <a:latin typeface="Google Sans"/>
                <a:ea typeface="Google Sans"/>
                <a:cs typeface="Google Sans"/>
                <a:sym typeface="Google Sans"/>
              </a:rPr>
              <a:t>WPP’s Research team utilized AlphaEvolve</a:t>
            </a:r>
            <a:r>
              <a:rPr lang="en">
                <a:solidFill>
                  <a:srgbClr val="222222"/>
                </a:solidFill>
                <a:latin typeface="Google Sans"/>
                <a:ea typeface="Google Sans"/>
                <a:cs typeface="Google Sans"/>
                <a:sym typeface="Google Sans"/>
              </a:rPr>
              <a:t> to autonomously propose, evaluate, and refine candidate model architectures rather than relying on slow manual experimentation. This agentic framework effectively bypassed their trial-and-error limits, successfully navigating complex, high-dimensional campaign data and class imbalances. As a result, WPP achieved a highly significant 5–10% (across different use cases) increase in both prediction accuracy and downstream recommendation scores, outperforming all previous baseline models including neural and fine-tuned Gemma models</a:t>
            </a:r>
            <a:r>
              <a:rPr lang="en">
                <a:solidFill>
                  <a:srgbClr val="1F1F1F"/>
                </a:solidFill>
                <a:latin typeface="Google Sans"/>
                <a:ea typeface="Google Sans"/>
                <a:cs typeface="Google Sans"/>
                <a:sym typeface="Google Sans"/>
              </a:rPr>
              <a:t>" </a:t>
            </a:r>
            <a:r>
              <a:rPr lang="en">
                <a:solidFill>
                  <a:schemeClr val="dk1"/>
                </a:solidFill>
                <a:latin typeface="Google Sans"/>
                <a:ea typeface="Google Sans"/>
                <a:cs typeface="Google Sans"/>
                <a:sym typeface="Google Sans"/>
              </a:rPr>
              <a:t>— </a:t>
            </a:r>
            <a:r>
              <a:rPr lang="en" sz="1050">
                <a:solidFill>
                  <a:schemeClr val="dk1"/>
                </a:solidFill>
                <a:latin typeface="Google Sans"/>
                <a:ea typeface="Google Sans"/>
                <a:cs typeface="Google Sans"/>
                <a:sym typeface="Google Sans"/>
              </a:rPr>
              <a:t>Anastasios Tsourtis, Lead Data Scientist, WPP.</a:t>
            </a:r>
            <a:endParaRPr>
              <a:solidFill>
                <a:schemeClr val="dk1"/>
              </a:solidFill>
              <a:latin typeface="Google Sans"/>
              <a:ea typeface="Google Sans"/>
              <a:cs typeface="Google Sans"/>
              <a:sym typeface="Google Sans"/>
            </a:endParaRPr>
          </a:p>
          <a:p>
            <a:pPr indent="0" lvl="0" marL="0" rtl="0" algn="l">
              <a:lnSpc>
                <a:spcPct val="115000"/>
              </a:lnSpc>
              <a:spcBef>
                <a:spcPts val="600"/>
              </a:spcBef>
              <a:spcAft>
                <a:spcPts val="600"/>
              </a:spcAft>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26">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WPP used Alphaevolve to optimize machine learning models for digital marketing campaigns, delivering a 10% lift in prediction accuracy and up to a 7% boost in downstream recommendation scores.</a:t>
            </a:r>
            <a:endParaRPr sz="1350">
              <a:solidFill>
                <a:srgbClr val="5F6368"/>
              </a:solidFill>
              <a:highlight>
                <a:schemeClr val="lt1"/>
              </a:highlight>
              <a:latin typeface="Google Sans Text"/>
              <a:ea typeface="Google Sans Text"/>
              <a:cs typeface="Google Sans Text"/>
              <a:sym typeface="Google Sans Tex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38274bcbe_7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f38274bcbe_7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600"/>
              </a:spcAft>
              <a:buNone/>
            </a:pPr>
            <a:r>
              <a:t/>
            </a:r>
            <a:endParaRPr sz="1350">
              <a:solidFill>
                <a:srgbClr val="5F6368"/>
              </a:solidFill>
              <a:highlight>
                <a:schemeClr val="lt1"/>
              </a:highlight>
              <a:latin typeface="Google Sans Text"/>
              <a:ea typeface="Google Sans Text"/>
              <a:cs typeface="Google Sans Text"/>
              <a:sym typeface="Google Sans Tex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38274bcbe_7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f38274bcbe_7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152400" rtl="0" algn="l">
              <a:lnSpc>
                <a:spcPct val="115000"/>
              </a:lnSpc>
              <a:spcBef>
                <a:spcPts val="1200"/>
              </a:spcBef>
              <a:spcAft>
                <a:spcPts val="1800"/>
              </a:spcAft>
              <a:buNone/>
            </a:pPr>
            <a:r>
              <a:t/>
            </a:r>
            <a:endParaRPr sz="1350">
              <a:solidFill>
                <a:srgbClr val="5F6368"/>
              </a:solidFill>
              <a:highlight>
                <a:schemeClr val="lt1"/>
              </a:highlight>
              <a:latin typeface="Google Sans Text"/>
              <a:ea typeface="Google Sans Text"/>
              <a:cs typeface="Google Sans Text"/>
              <a:sym typeface="Google Sans Tex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eff3e086ca_0_3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3eff3e086ca_0_3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marR="152400" rtl="0" algn="l">
              <a:lnSpc>
                <a:spcPct val="115000"/>
              </a:lnSpc>
              <a:spcBef>
                <a:spcPts val="1200"/>
              </a:spcBef>
              <a:spcAft>
                <a:spcPts val="180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f0e2c32f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3f0e2c32f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f1ff17168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3f1ff17168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Demo optional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f42aedca1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3f42aedca1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talk to supply chain and operations leaders, almost everyone runs into some version of the 'Traveling Salesman Problem.' It's the ultimate logistics puzzle: how does a fleet find the absolute shortest possible route to visit dozens of different destinations?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Here’s why it’s notoriously difficult: it’s an example of (what computer scientist’s consider) a 'NP-hard' problem. The math scales exponentially. If you have 10 delivery stops, there’s over 3 million possible route combinations. If you just add five more stops to make it 15, that number explodes to over 1 </a:t>
            </a:r>
            <a:r>
              <a:rPr i="1" lang="en">
                <a:solidFill>
                  <a:schemeClr val="dk1"/>
                </a:solidFill>
              </a:rPr>
              <a:t>trillion</a:t>
            </a:r>
            <a:r>
              <a:rPr lang="en">
                <a:solidFill>
                  <a:schemeClr val="dk1"/>
                </a:solidFill>
              </a:rPr>
              <a:t> combinations. Brute-forcing that takes massive compute power, and relying on engineers to manually write and tune custom algorithms takes weeks. This is also true for 3D Bin Packing in warehouse and supply chain, job scheduling and assembly line balancing in manufacturing, vehicle and inventory routing optimization in Retail &amp; CPG, and </a:t>
            </a:r>
            <a:r>
              <a:rPr lang="en">
                <a:solidFill>
                  <a:schemeClr val="dk1"/>
                </a:solidFill>
              </a:rPr>
              <a:t>molecular</a:t>
            </a:r>
            <a:r>
              <a:rPr lang="en">
                <a:solidFill>
                  <a:schemeClr val="dk1"/>
                </a:solidFill>
              </a:rPr>
              <a:t> </a:t>
            </a:r>
            <a:r>
              <a:rPr lang="en">
                <a:solidFill>
                  <a:schemeClr val="dk1"/>
                </a:solidFill>
              </a:rPr>
              <a:t>docking</a:t>
            </a:r>
            <a:r>
              <a:rPr lang="en">
                <a:solidFill>
                  <a:schemeClr val="dk1"/>
                </a:solidFill>
              </a:rPr>
              <a:t> and protein folding for R&amp;D and Drug Discovery. </a:t>
            </a:r>
            <a:r>
              <a:rPr lang="en">
                <a:solidFill>
                  <a:schemeClr val="dk1"/>
                </a:solidFill>
              </a:rPr>
              <a:t>Historically, solving these problems required human creation of specialized mathematical models and weeks of manual code tuning.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was exactly the bottleneck FM Logistics, one of our customers, was facing. They needed a way to optimize these routes without stalling their systems or tying up their engineering teams. Instead of human developers manually writing this complex math from scratch, they used AlphaEvolve.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It’s key to understand AlphaEvolve didn’t just generate code; it acted as an agentic partner that wrote and tested its own algorithms, capturing insights and learning as it </a:t>
            </a:r>
            <a:r>
              <a:rPr lang="en">
                <a:solidFill>
                  <a:schemeClr val="dk1"/>
                </a:solidFill>
              </a:rPr>
              <a:t>hillclimbed</a:t>
            </a:r>
            <a:r>
              <a:rPr lang="en">
                <a:solidFill>
                  <a:schemeClr val="dk1"/>
                </a:solidFill>
              </a:rPr>
              <a:t> to find an entirely new solution that hit a </a:t>
            </a:r>
            <a:r>
              <a:rPr lang="en">
                <a:solidFill>
                  <a:schemeClr val="dk1"/>
                </a:solidFill>
              </a:rPr>
              <a:t>specific</a:t>
            </a:r>
            <a:r>
              <a:rPr lang="en">
                <a:solidFill>
                  <a:schemeClr val="dk1"/>
                </a:solidFill>
              </a:rPr>
              <a:t> optimization target. Given an initial set of boundaries, an initial program, and a fitness function, AlphaEvolve autonomously used Gemini to write the pathfinding code, received </a:t>
            </a:r>
            <a:r>
              <a:rPr lang="en">
                <a:solidFill>
                  <a:schemeClr val="dk1"/>
                </a:solidFill>
              </a:rPr>
              <a:t>evaluation</a:t>
            </a:r>
            <a:r>
              <a:rPr lang="en">
                <a:solidFill>
                  <a:schemeClr val="dk1"/>
                </a:solidFill>
              </a:rPr>
              <a:t> scoring from FM Logistic’s proprietary scoring </a:t>
            </a:r>
            <a:r>
              <a:rPr lang="en">
                <a:solidFill>
                  <a:schemeClr val="dk1"/>
                </a:solidFill>
              </a:rPr>
              <a:t>algorithms</a:t>
            </a:r>
            <a:r>
              <a:rPr lang="en">
                <a:solidFill>
                  <a:schemeClr val="dk1"/>
                </a:solidFill>
              </a:rPr>
              <a:t>, and evolved its own code with diverse mutations to intelligently drive breakthrough.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show you exactly what this looks like in action, I’m going to pull up a quick demo of how we solved this for the logistics space.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eff3e086ca_0_3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3eff3e086ca_0_3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Queue up video: In this demo, we’re going to show how AlphaEvolve automated the entire evolutionary process, using </a:t>
            </a:r>
            <a:r>
              <a:rPr lang="en">
                <a:solidFill>
                  <a:schemeClr val="dk1"/>
                </a:solidFill>
              </a:rPr>
              <a:t>the reasoning and mathematical capabilities of Gemini to uniquely apply and integrate mathematical principles to come up with novel logic.</a:t>
            </a:r>
            <a:r>
              <a:rPr lang="en">
                <a:solidFill>
                  <a:schemeClr val="dk1"/>
                </a:solidFill>
              </a:rPr>
              <a:t> This demo specifically demonstrates how to use AlphaEvolve via Antigravity (</a:t>
            </a:r>
            <a:r>
              <a:rPr lang="en">
                <a:solidFill>
                  <a:schemeClr val="dk1"/>
                </a:solidFill>
              </a:rPr>
              <a:t>Google’s Agentic Development Platform). We’ve created several agentic skills that empower Antigravity to support throughout the end-to-end AlphaEvolve workflow.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During Video: </a:t>
            </a:r>
            <a:endParaRPr>
              <a:solidFill>
                <a:schemeClr val="dk1"/>
              </a:solidFill>
            </a:endParaRPr>
          </a:p>
          <a:p>
            <a:pPr indent="0" lvl="0" marL="0" rtl="0" algn="l">
              <a:spcBef>
                <a:spcPts val="0"/>
              </a:spcBef>
              <a:spcAft>
                <a:spcPts val="0"/>
              </a:spcAft>
              <a:buNone/>
            </a:pPr>
            <a:r>
              <a:rPr lang="en">
                <a:solidFill>
                  <a:schemeClr val="dk1"/>
                </a:solidFill>
              </a:rPr>
              <a:t>Walkthrough</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To begin, you need to curate your AlphaEvolve inputs. You can see how the user identifies the initial program, or ‘seed’ program. You can also see the user specifying a specific business objective: ‘minimize total trip length across 10 city maps’. The user also specifies constraints (e.g. Python only).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 ~ 0:50] The user then partners with Antigravity to optimize the initial program, define the experiment specifications, and create/host the evaluation code that will score all of the candidates generated by AlphaEvolve.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 ~1:17] Now you can see the actual AlphaEvolve experiment get kicked off. AlphaEvolve captures the deep structural knowledge of a business problem, maps out the mathematical constraints, and applies advanced optimization paradigms to traverse thousands of possibilities. Watch how it autonomously synthesizes a tailored algorithmic solution that a human engineer might spend weeks white-boarding, while also seeking and aligning with the user on the direction and its changes.</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 ~1:40 secs] The ‘Score improvement per iteration’ chart shows the results of AlphaEvolve’s hill climbing, showing how the score improved with each iteration.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Close out: As you just saw, AlphaEvolve went far beyond basic code generation by fundamentally re-engineering the underlying mathematical logic to discover the absolute optimal solution for the problem. Let’s look at how this ability to translate complex engineering into raw, bottom-line impact has already driven massive success for our early customers.</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f2000403e3_1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3f2000403e3_1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400">
                <a:solidFill>
                  <a:srgbClr val="1F1F1F"/>
                </a:solidFill>
                <a:latin typeface="Google Sans"/>
                <a:ea typeface="Google Sans"/>
                <a:cs typeface="Google Sans"/>
                <a:sym typeface="Google Sans"/>
              </a:rPr>
              <a:t>FM Logistic: Optimizing warehouse routing</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latin typeface="Google Sans"/>
                <a:ea typeface="Google Sans"/>
                <a:cs typeface="Google Sans"/>
                <a:sym typeface="Google Sans"/>
              </a:rPr>
              <a:t>"</a:t>
            </a:r>
            <a:r>
              <a:rPr lang="en">
                <a:solidFill>
                  <a:schemeClr val="dk1"/>
                </a:solidFill>
                <a:highlight>
                  <a:schemeClr val="lt1"/>
                </a:highlight>
                <a:latin typeface="Google Sans"/>
                <a:ea typeface="Google Sans"/>
                <a:cs typeface="Google Sans"/>
                <a:sym typeface="Google Sans"/>
              </a:rPr>
              <a:t>Through our partnership with Google Cloud and the implementation of AlphaEvolve and Gemini, we further optimized our routing approach for fast-moving operations.The 10.4% improvement was achieved on top of an already highly optimized baseline, where further gains are typically hard to come by. This translates directly to faster fulfillment, improved working conditions for our teams, and reduced wear on our fleet</a:t>
            </a:r>
            <a:r>
              <a:rPr lang="en">
                <a:solidFill>
                  <a:schemeClr val="dk1"/>
                </a:solidFill>
                <a:latin typeface="Google Sans"/>
                <a:ea typeface="Google Sans"/>
                <a:cs typeface="Google Sans"/>
                <a:sym typeface="Google Sans"/>
              </a:rPr>
              <a:t>." </a:t>
            </a:r>
            <a:r>
              <a:rPr lang="en">
                <a:solidFill>
                  <a:srgbClr val="1F1F1F"/>
                </a:solidFill>
                <a:latin typeface="Google Sans"/>
                <a:ea typeface="Google Sans"/>
                <a:cs typeface="Google Sans"/>
                <a:sym typeface="Google Sans"/>
              </a:rPr>
              <a:t>— </a:t>
            </a:r>
            <a:r>
              <a:rPr lang="en">
                <a:solidFill>
                  <a:schemeClr val="dk1"/>
                </a:solidFill>
                <a:highlight>
                  <a:schemeClr val="lt1"/>
                </a:highlight>
                <a:latin typeface="Google Sans"/>
                <a:ea typeface="Google Sans"/>
                <a:cs typeface="Google Sans"/>
                <a:sym typeface="Google Sans"/>
              </a:rPr>
              <a:t>Rodolphe Bey</a:t>
            </a:r>
            <a:r>
              <a:rPr lang="en">
                <a:solidFill>
                  <a:srgbClr val="5F6368"/>
                </a:solidFill>
                <a:highlight>
                  <a:schemeClr val="lt1"/>
                </a:highlight>
                <a:latin typeface="Google Sans"/>
                <a:ea typeface="Google Sans"/>
                <a:cs typeface="Google Sans"/>
                <a:sym typeface="Google Sans"/>
              </a:rPr>
              <a:t>, </a:t>
            </a:r>
            <a:r>
              <a:rPr lang="en">
                <a:solidFill>
                  <a:schemeClr val="dk1"/>
                </a:solidFill>
                <a:highlight>
                  <a:schemeClr val="lt1"/>
                </a:highlight>
                <a:latin typeface="Google Sans"/>
                <a:ea typeface="Google Sans"/>
                <a:cs typeface="Google Sans"/>
                <a:sym typeface="Google Sans"/>
              </a:rPr>
              <a:t>Group CIO at </a:t>
            </a:r>
            <a:r>
              <a:rPr lang="en" u="sng">
                <a:solidFill>
                  <a:srgbClr val="1155CC"/>
                </a:solidFill>
                <a:highlight>
                  <a:schemeClr val="lt1"/>
                </a:highlight>
                <a:latin typeface="Google Sans"/>
                <a:ea typeface="Google Sans"/>
                <a:cs typeface="Google Sans"/>
                <a:sym typeface="Google Sans"/>
                <a:hlinkClick r:id="rId2">
                  <a:extLst>
                    <a:ext uri="{A12FA001-AC4F-418D-AE19-62706E023703}">
                      <ahyp:hlinkClr val="tx"/>
                    </a:ext>
                  </a:extLst>
                </a:hlinkClick>
              </a:rPr>
              <a:t>FM Logistic</a:t>
            </a:r>
            <a:r>
              <a:rPr lang="en">
                <a:solidFill>
                  <a:srgbClr val="5F6368"/>
                </a:solidFill>
                <a:highlight>
                  <a:schemeClr val="lt1"/>
                </a:highlight>
                <a:latin typeface="Google Sans"/>
                <a:ea typeface="Google Sans"/>
                <a:cs typeface="Google Sans"/>
                <a:sym typeface="Google Sans"/>
              </a:rPr>
              <a:t>.</a:t>
            </a:r>
            <a:endParaRPr>
              <a:solidFill>
                <a:srgbClr val="5F6368"/>
              </a:solidFill>
              <a:highlight>
                <a:schemeClr val="lt1"/>
              </a:highlight>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3">
                  <a:extLst>
                    <a:ext uri="{A12FA001-AC4F-418D-AE19-62706E023703}">
                      <ahyp:hlinkClr val="tx"/>
                    </a:ext>
                  </a:extLst>
                </a:hlinkClick>
              </a:rPr>
              <a:t>blog</a:t>
            </a:r>
            <a:r>
              <a:rPr lang="en">
                <a:solidFill>
                  <a:srgbClr val="1F1F1F"/>
                </a:solidFill>
                <a:latin typeface="Google Sans"/>
                <a:ea typeface="Google Sans"/>
                <a:cs typeface="Google Sans"/>
                <a:sym typeface="Google Sans"/>
              </a:rPr>
              <a:t> and </a:t>
            </a:r>
            <a:r>
              <a:rPr lang="en" u="sng">
                <a:solidFill>
                  <a:srgbClr val="1155CC"/>
                </a:solidFill>
                <a:latin typeface="Google Sans"/>
                <a:ea typeface="Google Sans"/>
                <a:cs typeface="Google Sans"/>
                <a:sym typeface="Google Sans"/>
                <a:hlinkClick r:id="rId4">
                  <a:extLst>
                    <a:ext uri="{A12FA001-AC4F-418D-AE19-62706E023703}">
                      <ahyp:hlinkClr val="tx"/>
                    </a:ext>
                  </a:extLst>
                </a:hlinkClick>
              </a:rPr>
              <a:t>website</a:t>
            </a:r>
            <a:r>
              <a:rPr lang="en">
                <a:solidFill>
                  <a:srgbClr val="1F1F1F"/>
                </a:solidFill>
                <a:latin typeface="Google Sans"/>
                <a:ea typeface="Google Sans"/>
                <a:cs typeface="Google Sans"/>
                <a:sym typeface="Google Sans"/>
              </a:rPr>
              <a:t> to read more about how FM Logistic used AlphaEvolve to improve warehouse routing by 10.4%, saving over 15,000 km in staff travel. </a:t>
            </a:r>
            <a:endParaRPr>
              <a:solidFill>
                <a:schemeClr val="dk1"/>
              </a:solidFill>
            </a:endParaRPr>
          </a:p>
          <a:p>
            <a:pPr indent="0" lvl="0" marL="0" rtl="0" algn="l">
              <a:spcBef>
                <a:spcPts val="600"/>
              </a:spcBef>
              <a:spcAft>
                <a:spcPts val="0"/>
              </a:spcAft>
              <a:buNone/>
            </a:pPr>
            <a:r>
              <a:t/>
            </a:r>
            <a:endParaRPr sz="1600">
              <a:solidFill>
                <a:schemeClr val="dk1"/>
              </a:solidFill>
              <a:latin typeface="Google Sans"/>
              <a:ea typeface="Google Sans"/>
              <a:cs typeface="Google Sans"/>
              <a:sym typeface="Google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f2000403e3_1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f2000403e3_1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Heather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f7b8bff192_42_3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3f7b8bff192_42_3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600"/>
              </a:spcBef>
              <a:spcAft>
                <a:spcPts val="0"/>
              </a:spcAft>
              <a:buClr>
                <a:schemeClr val="dk1"/>
              </a:buClr>
              <a:buSzPts val="1100"/>
              <a:buFont typeface="Arial"/>
              <a:buNone/>
            </a:pPr>
            <a:r>
              <a:rPr b="1" lang="en" sz="1400">
                <a:solidFill>
                  <a:srgbClr val="1F1F1F"/>
                </a:solidFill>
                <a:latin typeface="Google Sans"/>
                <a:ea typeface="Google Sans"/>
                <a:cs typeface="Google Sans"/>
                <a:sym typeface="Google Sans"/>
              </a:rPr>
              <a:t>BASF: Building a digital twin to optimize global supply chains</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"We had several attempts to build a digital twin for our complex supply network using deterministic models, and all of them failed. By using AlphaEvolve, we cannot only map the complex network based on system data, but at the same time understand and copy the human decisions that drive our daily operations. This gives us a highly accurate and easy to maintain data driven digital twin of the entire network."</a:t>
            </a:r>
            <a:r>
              <a:rPr b="1" lang="en">
                <a:solidFill>
                  <a:srgbClr val="1F1F1F"/>
                </a:solidFill>
                <a:latin typeface="Google Sans"/>
                <a:ea typeface="Google Sans"/>
                <a:cs typeface="Google Sans"/>
                <a:sym typeface="Google Sans"/>
              </a:rPr>
              <a:t> — Dr. Goetz Krabbe, Vice President for Global Supply Chain, </a:t>
            </a:r>
            <a:r>
              <a:rPr b="1" lang="en" u="sng">
                <a:solidFill>
                  <a:srgbClr val="1155CC"/>
                </a:solidFill>
                <a:latin typeface="Google Sans"/>
                <a:ea typeface="Google Sans"/>
                <a:cs typeface="Google Sans"/>
                <a:sym typeface="Google Sans"/>
                <a:hlinkClick r:id="rId2">
                  <a:extLst>
                    <a:ext uri="{A12FA001-AC4F-418D-AE19-62706E023703}">
                      <ahyp:hlinkClr val="tx"/>
                    </a:ext>
                  </a:extLst>
                </a:hlinkClick>
              </a:rPr>
              <a:t>BASF</a:t>
            </a:r>
            <a:r>
              <a:rPr b="1" lang="en">
                <a:solidFill>
                  <a:srgbClr val="1F1F1F"/>
                </a:solidFill>
                <a:latin typeface="Google Sans"/>
                <a:ea typeface="Google Sans"/>
                <a:cs typeface="Google Sans"/>
                <a:sym typeface="Google Sans"/>
              </a:rPr>
              <a:t>.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3">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how BASF used AlphaEvolve to improve their existing planning and forecasting models by over 80%.</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4">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WPP used Alphaevolve to optimize machine learning models for digital marketing campaigns, delivering a 10% lift in prediction accuracy and up to a 7% boost in downstream recommendation scores.</a:t>
            </a:r>
            <a:endParaRPr>
              <a:solidFill>
                <a:schemeClr val="dk1"/>
              </a:solidFill>
            </a:endParaRPr>
          </a:p>
          <a:p>
            <a:pPr indent="0" lvl="0" marL="0" rtl="0" algn="l">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600">
              <a:solidFill>
                <a:schemeClr val="dk1"/>
              </a:solidFill>
              <a:latin typeface="Google Sans"/>
              <a:ea typeface="Google Sans"/>
              <a:cs typeface="Google Sans"/>
              <a:sym typeface="Google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2000403e3_1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f2000403e3_1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b="1" lang="en" sz="1400">
                <a:solidFill>
                  <a:srgbClr val="1F1F1F"/>
                </a:solidFill>
                <a:latin typeface="Google Sans"/>
                <a:ea typeface="Google Sans"/>
                <a:cs typeface="Google Sans"/>
                <a:sym typeface="Google Sans"/>
              </a:rPr>
              <a:t>Coolblue: Optimizing e-commerce demand forecasting</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“Coolblue data scientists used AlphaEvolve to directly optimize their 28-day demand forecasting pipeline, focusing on automated feature engineering, target preprocessing, and model selection. </a:t>
            </a:r>
            <a:r>
              <a:rPr lang="en">
                <a:solidFill>
                  <a:srgbClr val="222222"/>
                </a:solidFill>
                <a:highlight>
                  <a:schemeClr val="lt1"/>
                </a:highlight>
                <a:latin typeface="Google Sans"/>
                <a:ea typeface="Google Sans"/>
                <a:cs typeface="Google Sans"/>
                <a:sym typeface="Google Sans"/>
              </a:rPr>
              <a:t>In just a few (200) iterations, AlphaEvolve improved our production forecast (by reducing WMAPE over the existing solution) by over 5%.</a:t>
            </a:r>
            <a:r>
              <a:rPr lang="en">
                <a:solidFill>
                  <a:srgbClr val="1F1F1F"/>
                </a:solidFill>
                <a:latin typeface="Google Sans"/>
                <a:ea typeface="Google Sans"/>
                <a:cs typeface="Google Sans"/>
                <a:sym typeface="Google Sans"/>
              </a:rPr>
              <a:t> These gains were achieved through improved feature engineering, an ensemble of different regression models, and better target preprocessing proposed and validated by AlphaEvolve. To ensure sufficient stock availability, it is crucial that the demand forecast is accurate for both the short term (the first 7 days) and the longer horizon (the full 28 days). AlphaEvolve achieved this by using an evaluation metric that combines both periods, along with a strict penalty for under forecasting. AlphaEvolve has proven its ability to significantly improve bulk purchasing decisions and help us maintain optimal stock levels for the weeks ahead.”  — Cas Ruger, Data </a:t>
            </a:r>
            <a:endParaRPr>
              <a:solidFill>
                <a:schemeClr val="dk1"/>
              </a:solidFill>
            </a:endParaRPr>
          </a:p>
          <a:p>
            <a:pPr indent="0" lvl="0" marL="0" rtl="0" algn="l">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f2000403e3_1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3f2000403e3_1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b="1" lang="en" sz="1400">
                <a:solidFill>
                  <a:srgbClr val="1F1F1F"/>
                </a:solidFill>
                <a:latin typeface="Google Sans"/>
                <a:ea typeface="Google Sans"/>
                <a:cs typeface="Google Sans"/>
                <a:sym typeface="Google Sans"/>
              </a:rPr>
              <a:t>Klarna: Doubling throughput while improving model quality</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a:t>
            </a:r>
            <a:r>
              <a:rPr lang="en">
                <a:solidFill>
                  <a:srgbClr val="222222"/>
                </a:solidFill>
                <a:highlight>
                  <a:schemeClr val="lt1"/>
                </a:highlight>
                <a:latin typeface="Google Sans"/>
                <a:ea typeface="Google Sans"/>
                <a:cs typeface="Google Sans"/>
                <a:sym typeface="Google Sans"/>
              </a:rPr>
              <a:t>Klarna applied AlphaEvolve to one of their largest ML training pipelines and doubled throughput while improving model quality, all under the strict reproducibility constraints of regulated financial services. Over three weeks, the system explored nearly 6,000 candidate programs, discovering deep architectural rewrites no engineer would have tried.</a:t>
            </a:r>
            <a:r>
              <a:rPr lang="en">
                <a:solidFill>
                  <a:srgbClr val="1F1F1F"/>
                </a:solidFill>
                <a:latin typeface="Google Sans"/>
                <a:ea typeface="Google Sans"/>
                <a:cs typeface="Google Sans"/>
                <a:sym typeface="Google Sans"/>
              </a:rPr>
              <a:t>" — Klarna engineering team. </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2">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Klarna used AlphaEvolve to double Training Speed and improve performance for their foundational models.</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3">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WPP used Alphaevolve to optimize machine learning models for digital marketing campaigns, delivering a 10% lift in prediction accuracy and up to a 7% boost in downstream recommendation scores.</a:t>
            </a:r>
            <a:endParaRPr>
              <a:solidFill>
                <a:schemeClr val="dk1"/>
              </a:solidFill>
            </a:endParaRPr>
          </a:p>
          <a:p>
            <a:pPr indent="0" lvl="0" marL="0" rtl="0" algn="l">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b="1">
              <a:solidFill>
                <a:srgbClr val="1F1F1F"/>
              </a:solidFill>
              <a:latin typeface="Google Sans"/>
              <a:ea typeface="Google Sans"/>
              <a:cs typeface="Google Sans"/>
              <a:sym typeface="Google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f2000403e3_1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3f2000403e3_1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b="1" lang="en" sz="1400">
                <a:solidFill>
                  <a:srgbClr val="1F1F1F"/>
                </a:solidFill>
                <a:latin typeface="Google Sans"/>
                <a:ea typeface="Google Sans"/>
                <a:cs typeface="Google Sans"/>
                <a:sym typeface="Google Sans"/>
              </a:rPr>
              <a:t>PacBio: Scaling accuracy and lowering costs in genomics</a:t>
            </a:r>
            <a:endParaRPr b="1" sz="14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"The solution the Google team discovered using AlphaEvolve unlocks meaningfully higher accuracy rates for our sequencing instruments. For researchers, this higher-quality data might enable the discovery of previously hidden disease-causing mutations." — Aaron Wenger (Senior Director, PacBio).</a:t>
            </a:r>
            <a:endParaRPr>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2">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Pacbio used AlphaEvolve </a:t>
            </a:r>
            <a:r>
              <a:rPr lang="en">
                <a:solidFill>
                  <a:schemeClr val="dk1"/>
                </a:solidFill>
                <a:highlight>
                  <a:schemeClr val="lt1"/>
                </a:highlight>
                <a:latin typeface="Google Sans"/>
                <a:ea typeface="Google Sans"/>
                <a:cs typeface="Google Sans"/>
                <a:sym typeface="Google Sans"/>
              </a:rPr>
              <a:t>AlphaEvolve was used to improve </a:t>
            </a:r>
            <a:r>
              <a:rPr lang="en">
                <a:solidFill>
                  <a:schemeClr val="dk1"/>
                </a:solidFill>
                <a:highlight>
                  <a:schemeClr val="lt1"/>
                </a:highlight>
                <a:uFill>
                  <a:noFill/>
                </a:uFill>
                <a:latin typeface="Google Sans"/>
                <a:ea typeface="Google Sans"/>
                <a:cs typeface="Google Sans"/>
                <a:sym typeface="Google Sans"/>
                <a:hlinkClick r:id="rId3">
                  <a:extLst>
                    <a:ext uri="{A12FA001-AC4F-418D-AE19-62706E023703}">
                      <ahyp:hlinkClr val="tx"/>
                    </a:ext>
                  </a:extLst>
                </a:hlinkClick>
              </a:rPr>
              <a:t>DeepConsensus</a:t>
            </a:r>
            <a:r>
              <a:rPr lang="en">
                <a:solidFill>
                  <a:schemeClr val="dk1"/>
                </a:solidFill>
                <a:highlight>
                  <a:schemeClr val="lt1"/>
                </a:highlight>
                <a:latin typeface="Google Sans"/>
                <a:ea typeface="Google Sans"/>
                <a:cs typeface="Google Sans"/>
                <a:sym typeface="Google Sans"/>
              </a:rPr>
              <a:t> — a model developed by Google Research for correcting DNA sequencing errors — achieving a 30% reduction in variant detection errors.</a:t>
            </a:r>
            <a:endParaRPr>
              <a:solidFill>
                <a:schemeClr val="dk1"/>
              </a:solidFill>
              <a:highlight>
                <a:schemeClr val="lt1"/>
              </a:highlight>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4">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WPP used Alphaevolve to optimize machine learning models for digital marketing campaigns, delivering a 10% lift in prediction accuracy and up to a 7% boost in downstream recommendation scores.</a:t>
            </a:r>
            <a:endParaRPr>
              <a:solidFill>
                <a:schemeClr val="dk1"/>
              </a:solidFill>
            </a:endParaRPr>
          </a:p>
          <a:p>
            <a:pPr indent="0" lvl="0" marL="0" rtl="0" algn="l">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a:solidFill>
                <a:srgbClr val="1F1F1F"/>
              </a:solidFill>
              <a:latin typeface="Google Sans"/>
              <a:ea typeface="Google Sans"/>
              <a:cs typeface="Google Sans"/>
              <a:sym typeface="Google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f2000403e3_1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3f2000403e3_1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b="1" lang="en" sz="1400">
                <a:solidFill>
                  <a:schemeClr val="dk1"/>
                </a:solidFill>
                <a:latin typeface="Google Sans"/>
                <a:ea typeface="Google Sans"/>
                <a:cs typeface="Google Sans"/>
                <a:sym typeface="Google Sans"/>
              </a:rPr>
              <a:t>WPP: Cracking the code of campaign success</a:t>
            </a:r>
            <a:endParaRPr b="1" sz="1400">
              <a:solidFill>
                <a:schemeClr val="dk1"/>
              </a:solidFill>
              <a:latin typeface="Google Sans"/>
              <a:ea typeface="Google Sans"/>
              <a:cs typeface="Google Sans"/>
              <a:sym typeface="Google Sans"/>
            </a:endParaRPr>
          </a:p>
          <a:p>
            <a:pPr indent="0" lvl="0" marL="0" rtl="0" algn="l">
              <a:lnSpc>
                <a:spcPct val="115000"/>
              </a:lnSpc>
              <a:spcBef>
                <a:spcPts val="4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a:t>
            </a:r>
            <a:r>
              <a:rPr lang="en">
                <a:solidFill>
                  <a:srgbClr val="222222"/>
                </a:solidFill>
                <a:latin typeface="Google Sans"/>
                <a:ea typeface="Google Sans"/>
                <a:cs typeface="Google Sans"/>
                <a:sym typeface="Google Sans"/>
              </a:rPr>
              <a:t>WPP faced a ceiling in predicting creative campaign performance, as their manual model optimizations yielded only marginal 1% accuracy gains despite significant time and effort. To overcome this challenge, </a:t>
            </a:r>
            <a:r>
              <a:rPr lang="en">
                <a:solidFill>
                  <a:srgbClr val="222222"/>
                </a:solidFill>
                <a:highlight>
                  <a:schemeClr val="lt1"/>
                </a:highlight>
                <a:latin typeface="Google Sans"/>
                <a:ea typeface="Google Sans"/>
                <a:cs typeface="Google Sans"/>
                <a:sym typeface="Google Sans"/>
              </a:rPr>
              <a:t>WPP’s Research team utilized AlphaEvolve</a:t>
            </a:r>
            <a:r>
              <a:rPr lang="en">
                <a:solidFill>
                  <a:srgbClr val="222222"/>
                </a:solidFill>
                <a:latin typeface="Google Sans"/>
                <a:ea typeface="Google Sans"/>
                <a:cs typeface="Google Sans"/>
                <a:sym typeface="Google Sans"/>
              </a:rPr>
              <a:t> to autonomously propose, evaluate, and refine candidate model architectures rather than relying on slow manual experimentation. This agentic framework effectively bypassed their trial-and-error limits, successfully navigating complex, high-dimensional campaign data and class imbalances. As a result, WPP achieved a highly significant 5–10% (across different use cases) increase in both prediction accuracy and downstream recommendation scores, outperforming all previous baseline models including neural and fine-tuned Gemma models</a:t>
            </a:r>
            <a:r>
              <a:rPr lang="en">
                <a:solidFill>
                  <a:srgbClr val="1F1F1F"/>
                </a:solidFill>
                <a:latin typeface="Google Sans"/>
                <a:ea typeface="Google Sans"/>
                <a:cs typeface="Google Sans"/>
                <a:sym typeface="Google Sans"/>
              </a:rPr>
              <a:t>" </a:t>
            </a:r>
            <a:r>
              <a:rPr lang="en">
                <a:solidFill>
                  <a:schemeClr val="dk1"/>
                </a:solidFill>
                <a:latin typeface="Google Sans"/>
                <a:ea typeface="Google Sans"/>
                <a:cs typeface="Google Sans"/>
                <a:sym typeface="Google Sans"/>
              </a:rPr>
              <a:t>— </a:t>
            </a:r>
            <a:r>
              <a:rPr lang="en" sz="1050">
                <a:solidFill>
                  <a:schemeClr val="dk1"/>
                </a:solidFill>
                <a:latin typeface="Google Sans"/>
                <a:ea typeface="Google Sans"/>
                <a:cs typeface="Google Sans"/>
                <a:sym typeface="Google Sans"/>
              </a:rPr>
              <a:t>Anastasios Tsourtis, Lead Data Scientist, WPP.</a:t>
            </a:r>
            <a:endParaRPr>
              <a:solidFill>
                <a:schemeClr val="dk1"/>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Visit the </a:t>
            </a:r>
            <a:r>
              <a:rPr lang="en" u="sng">
                <a:solidFill>
                  <a:srgbClr val="1155CC"/>
                </a:solidFill>
                <a:latin typeface="Google Sans"/>
                <a:ea typeface="Google Sans"/>
                <a:cs typeface="Google Sans"/>
                <a:sym typeface="Google Sans"/>
                <a:hlinkClick r:id="rId2">
                  <a:extLst>
                    <a:ext uri="{A12FA001-AC4F-418D-AE19-62706E023703}">
                      <ahyp:hlinkClr val="tx"/>
                    </a:ext>
                  </a:extLst>
                </a:hlinkClick>
              </a:rPr>
              <a:t>blog</a:t>
            </a:r>
            <a:r>
              <a:rPr lang="en">
                <a:solidFill>
                  <a:srgbClr val="1F1F1F"/>
                </a:solidFill>
                <a:latin typeface="Google Sans"/>
                <a:ea typeface="Google Sans"/>
                <a:cs typeface="Google Sans"/>
                <a:sym typeface="Google Sans"/>
              </a:rPr>
              <a:t> to read more about how WPP used Alphaevolve to optimize machine learning models for digital marketing campaigns, delivering a 10% lift in prediction accuracy and up to a 7% boost in downstream recommendation scores.</a:t>
            </a:r>
            <a:endParaRPr>
              <a:solidFill>
                <a:schemeClr val="dk1"/>
              </a:solidFill>
            </a:endParaRPr>
          </a:p>
          <a:p>
            <a:pPr indent="0" lvl="0" marL="0" rtl="0" algn="l">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b="1">
              <a:solidFill>
                <a:srgbClr val="1F1F1F"/>
              </a:solidFill>
              <a:latin typeface="Google Sans"/>
              <a:ea typeface="Google Sans"/>
              <a:cs typeface="Google Sans"/>
              <a:sym typeface="Google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f2000403e3_1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f2000403e3_1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F1F1F"/>
                </a:solidFill>
                <a:latin typeface="Google Sans"/>
                <a:ea typeface="Google Sans"/>
                <a:cs typeface="Google Sans"/>
                <a:sym typeface="Google Sans"/>
              </a:rPr>
              <a:t>"</a:t>
            </a:r>
            <a:r>
              <a:rPr lang="en">
                <a:solidFill>
                  <a:srgbClr val="222222"/>
                </a:solidFill>
                <a:highlight>
                  <a:schemeClr val="lt1"/>
                </a:highlight>
                <a:latin typeface="Google Sans"/>
                <a:ea typeface="Google Sans"/>
                <a:cs typeface="Google Sans"/>
                <a:sym typeface="Google Sans"/>
              </a:rPr>
              <a:t>Our initial experiments with AlphaEvolve have been </a:t>
            </a:r>
            <a:r>
              <a:rPr lang="en">
                <a:solidFill>
                  <a:schemeClr val="dk1"/>
                </a:solidFill>
                <a:latin typeface="Google Sans"/>
                <a:ea typeface="Google Sans"/>
                <a:cs typeface="Google Sans"/>
                <a:sym typeface="Google Sans"/>
              </a:rPr>
              <a:t>very</a:t>
            </a:r>
            <a:r>
              <a:rPr lang="en">
                <a:solidFill>
                  <a:srgbClr val="222222"/>
                </a:solidFill>
                <a:highlight>
                  <a:schemeClr val="lt1"/>
                </a:highlight>
                <a:latin typeface="Google Sans"/>
                <a:ea typeface="Google Sans"/>
                <a:cs typeface="Google Sans"/>
                <a:sym typeface="Google Sans"/>
              </a:rPr>
              <a:t> positive, demonstrating its potential to transform the chip design lifecycle. We see a clear </a:t>
            </a:r>
            <a:r>
              <a:rPr lang="en">
                <a:solidFill>
                  <a:schemeClr val="dk1"/>
                </a:solidFill>
                <a:latin typeface="Google Sans"/>
                <a:ea typeface="Google Sans"/>
                <a:cs typeface="Google Sans"/>
                <a:sym typeface="Google Sans"/>
              </a:rPr>
              <a:t>potential</a:t>
            </a:r>
            <a:r>
              <a:rPr lang="en">
                <a:solidFill>
                  <a:srgbClr val="222222"/>
                </a:solidFill>
                <a:highlight>
                  <a:schemeClr val="lt1"/>
                </a:highlight>
                <a:latin typeface="Google Sans"/>
                <a:ea typeface="Google Sans"/>
                <a:cs typeface="Google Sans"/>
                <a:sym typeface="Google Sans"/>
              </a:rPr>
              <a:t> for it </a:t>
            </a:r>
            <a:r>
              <a:rPr lang="en">
                <a:solidFill>
                  <a:schemeClr val="dk1"/>
                </a:solidFill>
                <a:latin typeface="Google Sans"/>
                <a:ea typeface="Google Sans"/>
                <a:cs typeface="Google Sans"/>
                <a:sym typeface="Google Sans"/>
              </a:rPr>
              <a:t>to contribute to</a:t>
            </a:r>
            <a:r>
              <a:rPr lang="en">
                <a:solidFill>
                  <a:srgbClr val="222222"/>
                </a:solidFill>
                <a:highlight>
                  <a:schemeClr val="lt1"/>
                </a:highlight>
                <a:latin typeface="Google Sans"/>
                <a:ea typeface="Google Sans"/>
                <a:cs typeface="Google Sans"/>
                <a:sym typeface="Google Sans"/>
              </a:rPr>
              <a:t> multiple stages of development, including areas like Surrogate modelling." </a:t>
            </a:r>
            <a:r>
              <a:rPr lang="en">
                <a:solidFill>
                  <a:srgbClr val="1F1F1F"/>
                </a:solidFill>
                <a:latin typeface="Google Sans"/>
                <a:ea typeface="Google Sans"/>
                <a:cs typeface="Google Sans"/>
                <a:sym typeface="Google Sans"/>
              </a:rPr>
              <a:t>— Michael Kollig, CIO, </a:t>
            </a:r>
            <a:r>
              <a:rPr lang="en" u="sng">
                <a:solidFill>
                  <a:srgbClr val="1155CC"/>
                </a:solidFill>
                <a:latin typeface="Google Sans"/>
                <a:ea typeface="Google Sans"/>
                <a:cs typeface="Google Sans"/>
                <a:sym typeface="Google Sans"/>
                <a:hlinkClick r:id="rId2">
                  <a:extLst>
                    <a:ext uri="{A12FA001-AC4F-418D-AE19-62706E023703}">
                      <ahyp:hlinkClr val="tx"/>
                    </a:ext>
                  </a:extLst>
                </a:hlinkClick>
              </a:rPr>
              <a:t>Infineon</a:t>
            </a:r>
            <a:r>
              <a:rPr lang="en">
                <a:solidFill>
                  <a:srgbClr val="1F1F1F"/>
                </a:solidFill>
                <a:latin typeface="Google Sans"/>
                <a:ea typeface="Google Sans"/>
                <a:cs typeface="Google Sans"/>
                <a:sym typeface="Google Sans"/>
              </a:rPr>
              <a:t>.</a:t>
            </a:r>
            <a:endParaRPr sz="1600">
              <a:solidFill>
                <a:schemeClr val="dk1"/>
              </a:solidFill>
              <a:latin typeface="Google Sans"/>
              <a:ea typeface="Google Sans"/>
              <a:cs typeface="Google Sans"/>
              <a:sym typeface="Google Sans"/>
            </a:endParaRPr>
          </a:p>
          <a:p>
            <a:pPr indent="0" lvl="0" marL="0" rtl="0" algn="l">
              <a:spcBef>
                <a:spcPts val="600"/>
              </a:spcBef>
              <a:spcAft>
                <a:spcPts val="0"/>
              </a:spcAft>
              <a:buNone/>
            </a:pPr>
            <a:r>
              <a:t/>
            </a:r>
            <a:endParaRPr b="1">
              <a:solidFill>
                <a:srgbClr val="1F1F1F"/>
              </a:solidFill>
              <a:latin typeface="Google Sans"/>
              <a:ea typeface="Google Sans"/>
              <a:cs typeface="Google Sans"/>
              <a:sym typeface="Google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z Blank" type="blank">
  <p:cSld name="BLANK">
    <p:spTree>
      <p:nvGrpSpPr>
        <p:cNvPr id="9" name="Shape 9"/>
        <p:cNvGrpSpPr/>
        <p:nvPr/>
      </p:nvGrpSpPr>
      <p:grpSpPr>
        <a:xfrm>
          <a:off x="0" y="0"/>
          <a:ext cx="0" cy="0"/>
          <a:chOff x="0" y="0"/>
          <a:chExt cx="0" cy="0"/>
        </a:xfrm>
      </p:grpSpPr>
      <p:grpSp>
        <p:nvGrpSpPr>
          <p:cNvPr id="10" name="Google Shape;10;p2"/>
          <p:cNvGrpSpPr/>
          <p:nvPr/>
        </p:nvGrpSpPr>
        <p:grpSpPr>
          <a:xfrm>
            <a:off x="7836965" y="4862748"/>
            <a:ext cx="850051" cy="115365"/>
            <a:chOff x="4692650" y="3238500"/>
            <a:chExt cx="2806375" cy="380995"/>
          </a:xfrm>
        </p:grpSpPr>
        <p:sp>
          <p:nvSpPr>
            <p:cNvPr id="11" name="Google Shape;11;p2"/>
            <p:cNvSpPr/>
            <p:nvPr/>
          </p:nvSpPr>
          <p:spPr>
            <a:xfrm>
              <a:off x="5974874" y="3267037"/>
              <a:ext cx="211977" cy="261081"/>
            </a:xfrm>
            <a:custGeom>
              <a:rect b="b" l="l" r="r" t="t"/>
              <a:pathLst>
                <a:path extrusionOk="0" h="261081" w="211977">
                  <a:moveTo>
                    <a:pt x="0" y="261081"/>
                  </a:moveTo>
                  <a:lnTo>
                    <a:pt x="0" y="0"/>
                  </a:lnTo>
                  <a:lnTo>
                    <a:pt x="79758" y="0"/>
                  </a:lnTo>
                  <a:cubicBezTo>
                    <a:pt x="119584" y="0"/>
                    <a:pt x="151571" y="12033"/>
                    <a:pt x="175738" y="36099"/>
                  </a:cubicBezTo>
                  <a:cubicBezTo>
                    <a:pt x="199894" y="60165"/>
                    <a:pt x="211977" y="91651"/>
                    <a:pt x="211977" y="130541"/>
                  </a:cubicBezTo>
                  <a:cubicBezTo>
                    <a:pt x="211977" y="169431"/>
                    <a:pt x="199894" y="201221"/>
                    <a:pt x="175738" y="225168"/>
                  </a:cubicBezTo>
                  <a:cubicBezTo>
                    <a:pt x="151571" y="249115"/>
                    <a:pt x="119584" y="261081"/>
                    <a:pt x="79758" y="261081"/>
                  </a:cubicBezTo>
                  <a:lnTo>
                    <a:pt x="0" y="261081"/>
                  </a:lnTo>
                  <a:close/>
                  <a:moveTo>
                    <a:pt x="33509" y="32088"/>
                  </a:moveTo>
                  <a:lnTo>
                    <a:pt x="33509" y="228993"/>
                  </a:lnTo>
                  <a:lnTo>
                    <a:pt x="79758" y="228993"/>
                  </a:lnTo>
                  <a:cubicBezTo>
                    <a:pt x="110108" y="228993"/>
                    <a:pt x="134027" y="220301"/>
                    <a:pt x="151514" y="202925"/>
                  </a:cubicBezTo>
                  <a:cubicBezTo>
                    <a:pt x="169001" y="185549"/>
                    <a:pt x="177735" y="161416"/>
                    <a:pt x="177735" y="130541"/>
                  </a:cubicBezTo>
                  <a:cubicBezTo>
                    <a:pt x="177735" y="99666"/>
                    <a:pt x="169001" y="75845"/>
                    <a:pt x="151514" y="58342"/>
                  </a:cubicBezTo>
                  <a:cubicBezTo>
                    <a:pt x="134027" y="40840"/>
                    <a:pt x="110108" y="32088"/>
                    <a:pt x="79758" y="32088"/>
                  </a:cubicBezTo>
                  <a:lnTo>
                    <a:pt x="33509" y="32088"/>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a:off x="6205280" y="3343647"/>
              <a:ext cx="174833" cy="190333"/>
            </a:xfrm>
            <a:custGeom>
              <a:rect b="b" l="l" r="r" t="t"/>
              <a:pathLst>
                <a:path extrusionOk="0" h="190333" w="174833">
                  <a:moveTo>
                    <a:pt x="90328" y="190333"/>
                  </a:moveTo>
                  <a:cubicBezTo>
                    <a:pt x="64107" y="190333"/>
                    <a:pt x="42491" y="181345"/>
                    <a:pt x="25498" y="163351"/>
                  </a:cubicBezTo>
                  <a:cubicBezTo>
                    <a:pt x="8496" y="145364"/>
                    <a:pt x="0" y="122637"/>
                    <a:pt x="0" y="95163"/>
                  </a:cubicBezTo>
                  <a:cubicBezTo>
                    <a:pt x="0" y="67688"/>
                    <a:pt x="8258" y="45267"/>
                    <a:pt x="24775" y="27161"/>
                  </a:cubicBezTo>
                  <a:cubicBezTo>
                    <a:pt x="41282" y="9056"/>
                    <a:pt x="62404" y="0"/>
                    <a:pt x="88150" y="0"/>
                  </a:cubicBezTo>
                  <a:cubicBezTo>
                    <a:pt x="113885" y="0"/>
                    <a:pt x="135683" y="8565"/>
                    <a:pt x="151343" y="25703"/>
                  </a:cubicBezTo>
                  <a:cubicBezTo>
                    <a:pt x="167004" y="42841"/>
                    <a:pt x="174834" y="66847"/>
                    <a:pt x="174834" y="97715"/>
                  </a:cubicBezTo>
                  <a:lnTo>
                    <a:pt x="174472" y="101362"/>
                  </a:lnTo>
                  <a:lnTo>
                    <a:pt x="34242" y="101362"/>
                  </a:lnTo>
                  <a:cubicBezTo>
                    <a:pt x="34727" y="118864"/>
                    <a:pt x="40550" y="132966"/>
                    <a:pt x="51719" y="143660"/>
                  </a:cubicBezTo>
                  <a:cubicBezTo>
                    <a:pt x="62889" y="154361"/>
                    <a:pt x="76247" y="159704"/>
                    <a:pt x="91784" y="159704"/>
                  </a:cubicBezTo>
                  <a:cubicBezTo>
                    <a:pt x="113153" y="159704"/>
                    <a:pt x="129907" y="149010"/>
                    <a:pt x="142048" y="127616"/>
                  </a:cubicBezTo>
                  <a:lnTo>
                    <a:pt x="171922" y="142202"/>
                  </a:lnTo>
                  <a:cubicBezTo>
                    <a:pt x="163902" y="157278"/>
                    <a:pt x="152799" y="169066"/>
                    <a:pt x="138594" y="177572"/>
                  </a:cubicBezTo>
                  <a:cubicBezTo>
                    <a:pt x="124389" y="186078"/>
                    <a:pt x="108301" y="190333"/>
                    <a:pt x="90338" y="190333"/>
                  </a:cubicBezTo>
                  <a:lnTo>
                    <a:pt x="90328" y="190333"/>
                  </a:lnTo>
                  <a:close/>
                  <a:moveTo>
                    <a:pt x="36792" y="73649"/>
                  </a:moveTo>
                  <a:lnTo>
                    <a:pt x="139136" y="73649"/>
                  </a:lnTo>
                  <a:cubicBezTo>
                    <a:pt x="138166" y="61251"/>
                    <a:pt x="133133" y="50982"/>
                    <a:pt x="124028" y="42834"/>
                  </a:cubicBezTo>
                  <a:cubicBezTo>
                    <a:pt x="114923" y="34692"/>
                    <a:pt x="102716" y="30622"/>
                    <a:pt x="87417" y="30622"/>
                  </a:cubicBezTo>
                  <a:cubicBezTo>
                    <a:pt x="74791" y="30622"/>
                    <a:pt x="63917" y="34514"/>
                    <a:pt x="54812" y="42290"/>
                  </a:cubicBezTo>
                  <a:cubicBezTo>
                    <a:pt x="45706" y="50074"/>
                    <a:pt x="39703" y="60522"/>
                    <a:pt x="36792" y="7364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6394956" y="3343647"/>
              <a:ext cx="174824" cy="190333"/>
            </a:xfrm>
            <a:custGeom>
              <a:rect b="b" l="l" r="r" t="t"/>
              <a:pathLst>
                <a:path extrusionOk="0" h="190333" w="174824">
                  <a:moveTo>
                    <a:pt x="90328" y="190333"/>
                  </a:moveTo>
                  <a:cubicBezTo>
                    <a:pt x="64107" y="190333"/>
                    <a:pt x="42491" y="181345"/>
                    <a:pt x="25498" y="163351"/>
                  </a:cubicBezTo>
                  <a:cubicBezTo>
                    <a:pt x="8496" y="145364"/>
                    <a:pt x="0" y="122637"/>
                    <a:pt x="0" y="95163"/>
                  </a:cubicBezTo>
                  <a:cubicBezTo>
                    <a:pt x="0" y="67688"/>
                    <a:pt x="8249" y="45267"/>
                    <a:pt x="24766" y="27161"/>
                  </a:cubicBezTo>
                  <a:cubicBezTo>
                    <a:pt x="41273" y="9056"/>
                    <a:pt x="62404" y="0"/>
                    <a:pt x="88140" y="0"/>
                  </a:cubicBezTo>
                  <a:cubicBezTo>
                    <a:pt x="113885" y="0"/>
                    <a:pt x="135673" y="8565"/>
                    <a:pt x="151343" y="25703"/>
                  </a:cubicBezTo>
                  <a:cubicBezTo>
                    <a:pt x="167004" y="42841"/>
                    <a:pt x="174824" y="66847"/>
                    <a:pt x="174824" y="97715"/>
                  </a:cubicBezTo>
                  <a:lnTo>
                    <a:pt x="174463" y="101362"/>
                  </a:lnTo>
                  <a:lnTo>
                    <a:pt x="34232" y="101362"/>
                  </a:lnTo>
                  <a:cubicBezTo>
                    <a:pt x="34717" y="118864"/>
                    <a:pt x="40550" y="132966"/>
                    <a:pt x="51719" y="143660"/>
                  </a:cubicBezTo>
                  <a:cubicBezTo>
                    <a:pt x="62880" y="154361"/>
                    <a:pt x="76238" y="159704"/>
                    <a:pt x="91784" y="159704"/>
                  </a:cubicBezTo>
                  <a:cubicBezTo>
                    <a:pt x="113143" y="159704"/>
                    <a:pt x="129898" y="149010"/>
                    <a:pt x="142048" y="127616"/>
                  </a:cubicBezTo>
                  <a:lnTo>
                    <a:pt x="171913" y="142202"/>
                  </a:lnTo>
                  <a:cubicBezTo>
                    <a:pt x="163902" y="157278"/>
                    <a:pt x="152799" y="169066"/>
                    <a:pt x="138594" y="177572"/>
                  </a:cubicBezTo>
                  <a:cubicBezTo>
                    <a:pt x="124389" y="186078"/>
                    <a:pt x="108301" y="190333"/>
                    <a:pt x="90338" y="190333"/>
                  </a:cubicBezTo>
                  <a:lnTo>
                    <a:pt x="90328" y="190333"/>
                  </a:lnTo>
                  <a:close/>
                  <a:moveTo>
                    <a:pt x="36782" y="73649"/>
                  </a:moveTo>
                  <a:lnTo>
                    <a:pt x="139136" y="73649"/>
                  </a:lnTo>
                  <a:cubicBezTo>
                    <a:pt x="138156" y="61251"/>
                    <a:pt x="133123" y="50982"/>
                    <a:pt x="124018" y="42834"/>
                  </a:cubicBezTo>
                  <a:cubicBezTo>
                    <a:pt x="114913" y="34692"/>
                    <a:pt x="102706" y="30622"/>
                    <a:pt x="87417" y="30622"/>
                  </a:cubicBezTo>
                  <a:cubicBezTo>
                    <a:pt x="74782" y="30622"/>
                    <a:pt x="63917" y="34514"/>
                    <a:pt x="54812" y="42290"/>
                  </a:cubicBezTo>
                  <a:cubicBezTo>
                    <a:pt x="45706" y="50074"/>
                    <a:pt x="39703" y="60522"/>
                    <a:pt x="36782" y="7364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6593147" y="3343647"/>
              <a:ext cx="179200" cy="263269"/>
            </a:xfrm>
            <a:custGeom>
              <a:rect b="b" l="l" r="r" t="t"/>
              <a:pathLst>
                <a:path extrusionOk="0" h="263269" w="179200">
                  <a:moveTo>
                    <a:pt x="94334" y="190341"/>
                  </a:moveTo>
                  <a:cubicBezTo>
                    <a:pt x="81223" y="190341"/>
                    <a:pt x="69264" y="187543"/>
                    <a:pt x="58465" y="181954"/>
                  </a:cubicBezTo>
                  <a:cubicBezTo>
                    <a:pt x="47657" y="176366"/>
                    <a:pt x="39341" y="168954"/>
                    <a:pt x="33509" y="159711"/>
                  </a:cubicBezTo>
                  <a:lnTo>
                    <a:pt x="32053" y="159711"/>
                  </a:lnTo>
                  <a:lnTo>
                    <a:pt x="33509" y="184507"/>
                  </a:lnTo>
                  <a:lnTo>
                    <a:pt x="33509" y="263269"/>
                  </a:lnTo>
                  <a:lnTo>
                    <a:pt x="0" y="263269"/>
                  </a:lnTo>
                  <a:lnTo>
                    <a:pt x="0" y="5834"/>
                  </a:lnTo>
                  <a:lnTo>
                    <a:pt x="32053" y="5834"/>
                  </a:lnTo>
                  <a:lnTo>
                    <a:pt x="32053" y="30630"/>
                  </a:lnTo>
                  <a:lnTo>
                    <a:pt x="33509" y="30630"/>
                  </a:lnTo>
                  <a:cubicBezTo>
                    <a:pt x="39332" y="21394"/>
                    <a:pt x="47657" y="13983"/>
                    <a:pt x="58465" y="8387"/>
                  </a:cubicBezTo>
                  <a:cubicBezTo>
                    <a:pt x="69264" y="2797"/>
                    <a:pt x="81223" y="0"/>
                    <a:pt x="94334" y="0"/>
                  </a:cubicBezTo>
                  <a:cubicBezTo>
                    <a:pt x="117881" y="0"/>
                    <a:pt x="137795" y="9242"/>
                    <a:pt x="154064" y="27712"/>
                  </a:cubicBezTo>
                  <a:cubicBezTo>
                    <a:pt x="170819" y="46435"/>
                    <a:pt x="179201" y="68916"/>
                    <a:pt x="179201" y="95170"/>
                  </a:cubicBezTo>
                  <a:cubicBezTo>
                    <a:pt x="179201" y="121425"/>
                    <a:pt x="170819" y="144158"/>
                    <a:pt x="154064" y="162629"/>
                  </a:cubicBezTo>
                  <a:cubicBezTo>
                    <a:pt x="137795" y="181106"/>
                    <a:pt x="117881" y="190341"/>
                    <a:pt x="94334" y="190341"/>
                  </a:cubicBezTo>
                  <a:close/>
                  <a:moveTo>
                    <a:pt x="88872" y="159711"/>
                  </a:moveTo>
                  <a:cubicBezTo>
                    <a:pt x="104894" y="159711"/>
                    <a:pt x="118376" y="153639"/>
                    <a:pt x="129298" y="141480"/>
                  </a:cubicBezTo>
                  <a:cubicBezTo>
                    <a:pt x="140230" y="129573"/>
                    <a:pt x="145691" y="114131"/>
                    <a:pt x="145691" y="95170"/>
                  </a:cubicBezTo>
                  <a:cubicBezTo>
                    <a:pt x="145691" y="76210"/>
                    <a:pt x="140230" y="61021"/>
                    <a:pt x="129298" y="48861"/>
                  </a:cubicBezTo>
                  <a:cubicBezTo>
                    <a:pt x="118376" y="36709"/>
                    <a:pt x="104894" y="30630"/>
                    <a:pt x="88872" y="30630"/>
                  </a:cubicBezTo>
                  <a:cubicBezTo>
                    <a:pt x="72841" y="30630"/>
                    <a:pt x="59007" y="36709"/>
                    <a:pt x="48075" y="48861"/>
                  </a:cubicBezTo>
                  <a:cubicBezTo>
                    <a:pt x="37391" y="61021"/>
                    <a:pt x="32053" y="76454"/>
                    <a:pt x="32053" y="95170"/>
                  </a:cubicBezTo>
                  <a:cubicBezTo>
                    <a:pt x="32053" y="113886"/>
                    <a:pt x="37391" y="129692"/>
                    <a:pt x="48075" y="141844"/>
                  </a:cubicBezTo>
                  <a:cubicBezTo>
                    <a:pt x="59007" y="153758"/>
                    <a:pt x="72603" y="159711"/>
                    <a:pt x="88872" y="1597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6792765" y="3267037"/>
              <a:ext cx="249862" cy="261081"/>
            </a:xfrm>
            <a:custGeom>
              <a:rect b="b" l="l" r="r" t="t"/>
              <a:pathLst>
                <a:path extrusionOk="0" h="261081" w="249862">
                  <a:moveTo>
                    <a:pt x="33509" y="261081"/>
                  </a:moveTo>
                  <a:lnTo>
                    <a:pt x="0" y="261081"/>
                  </a:lnTo>
                  <a:lnTo>
                    <a:pt x="0" y="0"/>
                  </a:lnTo>
                  <a:lnTo>
                    <a:pt x="33509" y="0"/>
                  </a:lnTo>
                  <a:lnTo>
                    <a:pt x="124208" y="158983"/>
                  </a:lnTo>
                  <a:lnTo>
                    <a:pt x="125664" y="158983"/>
                  </a:lnTo>
                  <a:lnTo>
                    <a:pt x="216354" y="0"/>
                  </a:lnTo>
                  <a:lnTo>
                    <a:pt x="249863" y="0"/>
                  </a:lnTo>
                  <a:lnTo>
                    <a:pt x="249863" y="261081"/>
                  </a:lnTo>
                  <a:lnTo>
                    <a:pt x="216354" y="261081"/>
                  </a:lnTo>
                  <a:lnTo>
                    <a:pt x="216354" y="106110"/>
                  </a:lnTo>
                  <a:lnTo>
                    <a:pt x="217809" y="62353"/>
                  </a:lnTo>
                  <a:lnTo>
                    <a:pt x="216354" y="62353"/>
                  </a:lnTo>
                  <a:lnTo>
                    <a:pt x="134769" y="205656"/>
                  </a:lnTo>
                  <a:lnTo>
                    <a:pt x="115103" y="205656"/>
                  </a:lnTo>
                  <a:lnTo>
                    <a:pt x="33509" y="62353"/>
                  </a:lnTo>
                  <a:lnTo>
                    <a:pt x="32053" y="62353"/>
                  </a:lnTo>
                  <a:lnTo>
                    <a:pt x="33509" y="106110"/>
                  </a:lnTo>
                  <a:lnTo>
                    <a:pt x="33509" y="26108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7067612" y="3264135"/>
              <a:ext cx="47352" cy="263998"/>
            </a:xfrm>
            <a:custGeom>
              <a:rect b="b" l="l" r="r" t="t"/>
              <a:pathLst>
                <a:path extrusionOk="0" h="263998" w="47352">
                  <a:moveTo>
                    <a:pt x="47352" y="23701"/>
                  </a:moveTo>
                  <a:cubicBezTo>
                    <a:pt x="47352" y="30265"/>
                    <a:pt x="45040" y="35861"/>
                    <a:pt x="40426" y="40475"/>
                  </a:cubicBezTo>
                  <a:cubicBezTo>
                    <a:pt x="35821" y="45089"/>
                    <a:pt x="30227" y="47403"/>
                    <a:pt x="23671" y="47403"/>
                  </a:cubicBezTo>
                  <a:cubicBezTo>
                    <a:pt x="17116" y="47403"/>
                    <a:pt x="11531" y="45096"/>
                    <a:pt x="6917" y="40475"/>
                  </a:cubicBezTo>
                  <a:cubicBezTo>
                    <a:pt x="2302" y="35861"/>
                    <a:pt x="0" y="30265"/>
                    <a:pt x="0" y="23701"/>
                  </a:cubicBezTo>
                  <a:cubicBezTo>
                    <a:pt x="0" y="17138"/>
                    <a:pt x="2302" y="11549"/>
                    <a:pt x="6917" y="6928"/>
                  </a:cubicBezTo>
                  <a:cubicBezTo>
                    <a:pt x="11531" y="2314"/>
                    <a:pt x="17116" y="0"/>
                    <a:pt x="23671" y="0"/>
                  </a:cubicBezTo>
                  <a:cubicBezTo>
                    <a:pt x="30227" y="0"/>
                    <a:pt x="35812" y="2314"/>
                    <a:pt x="40426" y="6928"/>
                  </a:cubicBezTo>
                  <a:cubicBezTo>
                    <a:pt x="45040" y="11549"/>
                    <a:pt x="47352" y="17138"/>
                    <a:pt x="47352" y="23701"/>
                  </a:cubicBezTo>
                  <a:close/>
                  <a:moveTo>
                    <a:pt x="40426" y="85326"/>
                  </a:moveTo>
                  <a:lnTo>
                    <a:pt x="40426" y="263999"/>
                  </a:lnTo>
                  <a:lnTo>
                    <a:pt x="6917" y="263999"/>
                  </a:lnTo>
                  <a:lnTo>
                    <a:pt x="6917" y="85326"/>
                  </a:lnTo>
                  <a:lnTo>
                    <a:pt x="40426" y="8532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7139293" y="3343647"/>
              <a:ext cx="158078" cy="184506"/>
            </a:xfrm>
            <a:custGeom>
              <a:rect b="b" l="l" r="r" t="t"/>
              <a:pathLst>
                <a:path extrusionOk="0" h="184506" w="158078">
                  <a:moveTo>
                    <a:pt x="0" y="5834"/>
                  </a:moveTo>
                  <a:lnTo>
                    <a:pt x="32053" y="5834"/>
                  </a:lnTo>
                  <a:lnTo>
                    <a:pt x="32053" y="30630"/>
                  </a:lnTo>
                  <a:lnTo>
                    <a:pt x="33509" y="30630"/>
                  </a:lnTo>
                  <a:cubicBezTo>
                    <a:pt x="38609" y="21878"/>
                    <a:pt x="46448" y="14586"/>
                    <a:pt x="57009" y="8751"/>
                  </a:cubicBezTo>
                  <a:cubicBezTo>
                    <a:pt x="67570" y="2917"/>
                    <a:pt x="78559" y="0"/>
                    <a:pt x="89967" y="0"/>
                  </a:cubicBezTo>
                  <a:cubicBezTo>
                    <a:pt x="111821" y="0"/>
                    <a:pt x="128632" y="6258"/>
                    <a:pt x="140411" y="18775"/>
                  </a:cubicBezTo>
                  <a:cubicBezTo>
                    <a:pt x="152190" y="31299"/>
                    <a:pt x="158079" y="49099"/>
                    <a:pt x="158079" y="72199"/>
                  </a:cubicBezTo>
                  <a:lnTo>
                    <a:pt x="158079" y="184507"/>
                  </a:lnTo>
                  <a:lnTo>
                    <a:pt x="124570" y="184507"/>
                  </a:lnTo>
                  <a:lnTo>
                    <a:pt x="124570" y="74385"/>
                  </a:lnTo>
                  <a:cubicBezTo>
                    <a:pt x="123837" y="45215"/>
                    <a:pt x="109147" y="30630"/>
                    <a:pt x="80500" y="30630"/>
                  </a:cubicBezTo>
                  <a:cubicBezTo>
                    <a:pt x="67142" y="30630"/>
                    <a:pt x="55963" y="36040"/>
                    <a:pt x="46991" y="46852"/>
                  </a:cubicBezTo>
                  <a:cubicBezTo>
                    <a:pt x="38000" y="57672"/>
                    <a:pt x="33509" y="70613"/>
                    <a:pt x="33509" y="85682"/>
                  </a:cubicBezTo>
                  <a:lnTo>
                    <a:pt x="33509" y="184499"/>
                  </a:lnTo>
                  <a:lnTo>
                    <a:pt x="0" y="184499"/>
                  </a:lnTo>
                  <a:lnTo>
                    <a:pt x="0" y="5826"/>
                  </a:lnTo>
                  <a:lnTo>
                    <a:pt x="0" y="583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7319825" y="3267037"/>
              <a:ext cx="179200" cy="266915"/>
            </a:xfrm>
            <a:custGeom>
              <a:rect b="b" l="l" r="r" t="t"/>
              <a:pathLst>
                <a:path extrusionOk="0" h="266915" w="179200">
                  <a:moveTo>
                    <a:pt x="84867" y="266915"/>
                  </a:moveTo>
                  <a:cubicBezTo>
                    <a:pt x="61557" y="266915"/>
                    <a:pt x="41520" y="257681"/>
                    <a:pt x="24766" y="239203"/>
                  </a:cubicBezTo>
                  <a:cubicBezTo>
                    <a:pt x="8249" y="220488"/>
                    <a:pt x="0" y="197999"/>
                    <a:pt x="0" y="171745"/>
                  </a:cubicBezTo>
                  <a:cubicBezTo>
                    <a:pt x="0" y="145491"/>
                    <a:pt x="8249" y="123010"/>
                    <a:pt x="24766" y="104286"/>
                  </a:cubicBezTo>
                  <a:cubicBezTo>
                    <a:pt x="41520" y="85817"/>
                    <a:pt x="61557" y="76574"/>
                    <a:pt x="84867" y="76574"/>
                  </a:cubicBezTo>
                  <a:cubicBezTo>
                    <a:pt x="97977" y="76574"/>
                    <a:pt x="109937" y="79372"/>
                    <a:pt x="120745" y="84961"/>
                  </a:cubicBezTo>
                  <a:cubicBezTo>
                    <a:pt x="131544" y="90557"/>
                    <a:pt x="139859" y="97969"/>
                    <a:pt x="145691" y="107204"/>
                  </a:cubicBezTo>
                  <a:lnTo>
                    <a:pt x="147147" y="107204"/>
                  </a:lnTo>
                  <a:lnTo>
                    <a:pt x="145691" y="82408"/>
                  </a:lnTo>
                  <a:lnTo>
                    <a:pt x="145691" y="0"/>
                  </a:lnTo>
                  <a:lnTo>
                    <a:pt x="179201" y="0"/>
                  </a:lnTo>
                  <a:lnTo>
                    <a:pt x="179201" y="261081"/>
                  </a:lnTo>
                  <a:lnTo>
                    <a:pt x="147147" y="261081"/>
                  </a:lnTo>
                  <a:lnTo>
                    <a:pt x="147147" y="236286"/>
                  </a:lnTo>
                  <a:lnTo>
                    <a:pt x="145691" y="236286"/>
                  </a:lnTo>
                  <a:cubicBezTo>
                    <a:pt x="139859" y="245529"/>
                    <a:pt x="131544" y="252940"/>
                    <a:pt x="120745" y="258530"/>
                  </a:cubicBezTo>
                  <a:cubicBezTo>
                    <a:pt x="109937" y="264118"/>
                    <a:pt x="97987" y="266915"/>
                    <a:pt x="84867" y="266915"/>
                  </a:cubicBezTo>
                  <a:close/>
                  <a:moveTo>
                    <a:pt x="90328" y="236286"/>
                  </a:moveTo>
                  <a:cubicBezTo>
                    <a:pt x="106835" y="236286"/>
                    <a:pt x="120317" y="230333"/>
                    <a:pt x="130754" y="218419"/>
                  </a:cubicBezTo>
                  <a:cubicBezTo>
                    <a:pt x="141686" y="206513"/>
                    <a:pt x="147147" y="190952"/>
                    <a:pt x="147147" y="171745"/>
                  </a:cubicBezTo>
                  <a:cubicBezTo>
                    <a:pt x="147147" y="152538"/>
                    <a:pt x="141686" y="137595"/>
                    <a:pt x="130754" y="125436"/>
                  </a:cubicBezTo>
                  <a:cubicBezTo>
                    <a:pt x="120070" y="113284"/>
                    <a:pt x="106588" y="107204"/>
                    <a:pt x="90328" y="107204"/>
                  </a:cubicBezTo>
                  <a:cubicBezTo>
                    <a:pt x="74059" y="107204"/>
                    <a:pt x="60824" y="113284"/>
                    <a:pt x="49902" y="125436"/>
                  </a:cubicBezTo>
                  <a:cubicBezTo>
                    <a:pt x="38970" y="137595"/>
                    <a:pt x="33509" y="153030"/>
                    <a:pt x="33509" y="171745"/>
                  </a:cubicBezTo>
                  <a:cubicBezTo>
                    <a:pt x="33509" y="190461"/>
                    <a:pt x="38970" y="206148"/>
                    <a:pt x="49902" y="218054"/>
                  </a:cubicBezTo>
                  <a:cubicBezTo>
                    <a:pt x="60824" y="230214"/>
                    <a:pt x="74297" y="236286"/>
                    <a:pt x="90328" y="236286"/>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4692650" y="3238500"/>
              <a:ext cx="287604" cy="295580"/>
            </a:xfrm>
            <a:custGeom>
              <a:rect b="b" l="l" r="r" t="t"/>
              <a:pathLst>
                <a:path extrusionOk="0" h="295580" w="287604">
                  <a:moveTo>
                    <a:pt x="150440" y="175310"/>
                  </a:moveTo>
                  <a:lnTo>
                    <a:pt x="150440" y="134939"/>
                  </a:lnTo>
                  <a:lnTo>
                    <a:pt x="285420" y="134939"/>
                  </a:lnTo>
                  <a:cubicBezTo>
                    <a:pt x="286794" y="142053"/>
                    <a:pt x="287605" y="150522"/>
                    <a:pt x="287605" y="159689"/>
                  </a:cubicBezTo>
                  <a:cubicBezTo>
                    <a:pt x="287605" y="189969"/>
                    <a:pt x="279325" y="227453"/>
                    <a:pt x="252691" y="254131"/>
                  </a:cubicBezTo>
                  <a:cubicBezTo>
                    <a:pt x="226772" y="281167"/>
                    <a:pt x="193657" y="295581"/>
                    <a:pt x="149742" y="295581"/>
                  </a:cubicBezTo>
                  <a:cubicBezTo>
                    <a:pt x="68393" y="295581"/>
                    <a:pt x="0" y="229253"/>
                    <a:pt x="0" y="147790"/>
                  </a:cubicBezTo>
                  <a:cubicBezTo>
                    <a:pt x="0" y="66327"/>
                    <a:pt x="68393" y="0"/>
                    <a:pt x="149742" y="0"/>
                  </a:cubicBezTo>
                  <a:cubicBezTo>
                    <a:pt x="194735" y="0"/>
                    <a:pt x="226772" y="17666"/>
                    <a:pt x="250892" y="40735"/>
                  </a:cubicBezTo>
                  <a:lnTo>
                    <a:pt x="222453" y="69214"/>
                  </a:lnTo>
                  <a:cubicBezTo>
                    <a:pt x="205171" y="52992"/>
                    <a:pt x="181779" y="40378"/>
                    <a:pt x="149742" y="40378"/>
                  </a:cubicBezTo>
                  <a:cubicBezTo>
                    <a:pt x="90350" y="40378"/>
                    <a:pt x="43915" y="88317"/>
                    <a:pt x="43915" y="147798"/>
                  </a:cubicBezTo>
                  <a:cubicBezTo>
                    <a:pt x="43915" y="207278"/>
                    <a:pt x="90350" y="255218"/>
                    <a:pt x="149742" y="255218"/>
                  </a:cubicBezTo>
                  <a:cubicBezTo>
                    <a:pt x="188260" y="255218"/>
                    <a:pt x="210218" y="239717"/>
                    <a:pt x="224252" y="225660"/>
                  </a:cubicBezTo>
                  <a:cubicBezTo>
                    <a:pt x="235691" y="214207"/>
                    <a:pt x="243221" y="197775"/>
                    <a:pt x="246150" y="175317"/>
                  </a:cubicBezTo>
                  <a:lnTo>
                    <a:pt x="150448" y="175317"/>
                  </a:lnTo>
                  <a:lnTo>
                    <a:pt x="150440" y="17531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4995163" y="3343739"/>
              <a:ext cx="190780" cy="190326"/>
            </a:xfrm>
            <a:custGeom>
              <a:rect b="b" l="l" r="r" t="t"/>
              <a:pathLst>
                <a:path extrusionOk="0" h="190326" w="190780">
                  <a:moveTo>
                    <a:pt x="190780" y="95163"/>
                  </a:moveTo>
                  <a:cubicBezTo>
                    <a:pt x="190780" y="149956"/>
                    <a:pt x="147943" y="190327"/>
                    <a:pt x="95390" y="190327"/>
                  </a:cubicBezTo>
                  <a:cubicBezTo>
                    <a:pt x="42838" y="190327"/>
                    <a:pt x="0" y="149956"/>
                    <a:pt x="0" y="95163"/>
                  </a:cubicBezTo>
                  <a:cubicBezTo>
                    <a:pt x="0" y="40371"/>
                    <a:pt x="42838" y="0"/>
                    <a:pt x="95390" y="0"/>
                  </a:cubicBezTo>
                  <a:cubicBezTo>
                    <a:pt x="147943" y="0"/>
                    <a:pt x="190780" y="40014"/>
                    <a:pt x="190780" y="95163"/>
                  </a:cubicBezTo>
                  <a:close/>
                  <a:moveTo>
                    <a:pt x="149028" y="95163"/>
                  </a:moveTo>
                  <a:cubicBezTo>
                    <a:pt x="149028" y="60917"/>
                    <a:pt x="124194" y="37491"/>
                    <a:pt x="95397" y="37491"/>
                  </a:cubicBezTo>
                  <a:cubicBezTo>
                    <a:pt x="66602" y="37491"/>
                    <a:pt x="41760" y="60917"/>
                    <a:pt x="41760" y="95163"/>
                  </a:cubicBezTo>
                  <a:cubicBezTo>
                    <a:pt x="41760" y="129410"/>
                    <a:pt x="66594" y="152836"/>
                    <a:pt x="95397" y="152836"/>
                  </a:cubicBezTo>
                  <a:cubicBezTo>
                    <a:pt x="124201" y="152836"/>
                    <a:pt x="149028" y="129046"/>
                    <a:pt x="149028" y="9516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5203241" y="3343739"/>
              <a:ext cx="190780" cy="190326"/>
            </a:xfrm>
            <a:custGeom>
              <a:rect b="b" l="l" r="r" t="t"/>
              <a:pathLst>
                <a:path extrusionOk="0" h="190326" w="190780">
                  <a:moveTo>
                    <a:pt x="190780" y="95163"/>
                  </a:moveTo>
                  <a:cubicBezTo>
                    <a:pt x="190780" y="149956"/>
                    <a:pt x="147943" y="190327"/>
                    <a:pt x="95391" y="190327"/>
                  </a:cubicBezTo>
                  <a:cubicBezTo>
                    <a:pt x="42838" y="190327"/>
                    <a:pt x="0" y="149956"/>
                    <a:pt x="0" y="95163"/>
                  </a:cubicBezTo>
                  <a:cubicBezTo>
                    <a:pt x="0" y="40371"/>
                    <a:pt x="42838" y="0"/>
                    <a:pt x="95391" y="0"/>
                  </a:cubicBezTo>
                  <a:cubicBezTo>
                    <a:pt x="147943" y="0"/>
                    <a:pt x="190780" y="40014"/>
                    <a:pt x="190780" y="95163"/>
                  </a:cubicBezTo>
                  <a:close/>
                  <a:moveTo>
                    <a:pt x="149028" y="95163"/>
                  </a:moveTo>
                  <a:cubicBezTo>
                    <a:pt x="149028" y="60917"/>
                    <a:pt x="124194" y="37491"/>
                    <a:pt x="95397" y="37491"/>
                  </a:cubicBezTo>
                  <a:cubicBezTo>
                    <a:pt x="66602" y="37491"/>
                    <a:pt x="41760" y="60917"/>
                    <a:pt x="41760" y="95163"/>
                  </a:cubicBezTo>
                  <a:cubicBezTo>
                    <a:pt x="41760" y="129410"/>
                    <a:pt x="66594" y="152836"/>
                    <a:pt x="95397" y="152836"/>
                  </a:cubicBezTo>
                  <a:cubicBezTo>
                    <a:pt x="124202" y="152836"/>
                    <a:pt x="149028" y="129046"/>
                    <a:pt x="149028" y="9516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a:off x="5411351" y="3343739"/>
              <a:ext cx="182142" cy="275756"/>
            </a:xfrm>
            <a:custGeom>
              <a:rect b="b" l="l" r="r" t="t"/>
              <a:pathLst>
                <a:path extrusionOk="0" h="275756" w="182142">
                  <a:moveTo>
                    <a:pt x="182142" y="5767"/>
                  </a:moveTo>
                  <a:lnTo>
                    <a:pt x="182142" y="176627"/>
                  </a:lnTo>
                  <a:cubicBezTo>
                    <a:pt x="182142" y="246920"/>
                    <a:pt x="140747" y="275756"/>
                    <a:pt x="91792" y="275756"/>
                  </a:cubicBezTo>
                  <a:cubicBezTo>
                    <a:pt x="45714" y="275756"/>
                    <a:pt x="18003" y="244754"/>
                    <a:pt x="7559" y="219527"/>
                  </a:cubicBezTo>
                  <a:lnTo>
                    <a:pt x="43915" y="204385"/>
                  </a:lnTo>
                  <a:cubicBezTo>
                    <a:pt x="50397" y="219885"/>
                    <a:pt x="66230" y="238266"/>
                    <a:pt x="91792" y="238266"/>
                  </a:cubicBezTo>
                  <a:cubicBezTo>
                    <a:pt x="123108" y="238266"/>
                    <a:pt x="142546" y="218799"/>
                    <a:pt x="142546" y="182394"/>
                  </a:cubicBezTo>
                  <a:lnTo>
                    <a:pt x="142546" y="168694"/>
                  </a:lnTo>
                  <a:lnTo>
                    <a:pt x="141104" y="168694"/>
                  </a:lnTo>
                  <a:cubicBezTo>
                    <a:pt x="131746" y="180228"/>
                    <a:pt x="113749" y="190319"/>
                    <a:pt x="91071" y="190319"/>
                  </a:cubicBezTo>
                  <a:cubicBezTo>
                    <a:pt x="43550" y="190319"/>
                    <a:pt x="0" y="148870"/>
                    <a:pt x="0" y="95521"/>
                  </a:cubicBezTo>
                  <a:cubicBezTo>
                    <a:pt x="0" y="42172"/>
                    <a:pt x="43550" y="0"/>
                    <a:pt x="91071" y="0"/>
                  </a:cubicBezTo>
                  <a:cubicBezTo>
                    <a:pt x="113749" y="0"/>
                    <a:pt x="131746" y="10091"/>
                    <a:pt x="141104" y="21268"/>
                  </a:cubicBezTo>
                  <a:lnTo>
                    <a:pt x="142546" y="21268"/>
                  </a:lnTo>
                  <a:lnTo>
                    <a:pt x="142546" y="5767"/>
                  </a:lnTo>
                  <a:lnTo>
                    <a:pt x="182142" y="5767"/>
                  </a:lnTo>
                  <a:close/>
                  <a:moveTo>
                    <a:pt x="145422" y="95521"/>
                  </a:moveTo>
                  <a:cubicBezTo>
                    <a:pt x="145422" y="61996"/>
                    <a:pt x="123108" y="37484"/>
                    <a:pt x="94669" y="37484"/>
                  </a:cubicBezTo>
                  <a:cubicBezTo>
                    <a:pt x="66230" y="37484"/>
                    <a:pt x="41751" y="61996"/>
                    <a:pt x="41751" y="95521"/>
                  </a:cubicBezTo>
                  <a:cubicBezTo>
                    <a:pt x="41751" y="129046"/>
                    <a:pt x="65865" y="152836"/>
                    <a:pt x="94669" y="152836"/>
                  </a:cubicBezTo>
                  <a:cubicBezTo>
                    <a:pt x="123472" y="152836"/>
                    <a:pt x="145422" y="128688"/>
                    <a:pt x="145422" y="9552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5622452" y="3249503"/>
              <a:ext cx="41753" cy="278784"/>
            </a:xfrm>
            <a:custGeom>
              <a:rect b="b" l="l" r="r" t="t"/>
              <a:pathLst>
                <a:path extrusionOk="0" h="278784" w="41753">
                  <a:moveTo>
                    <a:pt x="41753" y="0"/>
                  </a:moveTo>
                  <a:lnTo>
                    <a:pt x="41753" y="278785"/>
                  </a:lnTo>
                  <a:lnTo>
                    <a:pt x="0" y="278785"/>
                  </a:lnTo>
                  <a:lnTo>
                    <a:pt x="0" y="0"/>
                  </a:lnTo>
                  <a:lnTo>
                    <a:pt x="4175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5684338" y="3343731"/>
              <a:ext cx="175299" cy="190325"/>
            </a:xfrm>
            <a:custGeom>
              <a:rect b="b" l="l" r="r" t="t"/>
              <a:pathLst>
                <a:path extrusionOk="0" h="190325" w="175299">
                  <a:moveTo>
                    <a:pt x="141115" y="126529"/>
                  </a:moveTo>
                  <a:lnTo>
                    <a:pt x="173511" y="148155"/>
                  </a:lnTo>
                  <a:cubicBezTo>
                    <a:pt x="163065" y="163656"/>
                    <a:pt x="137871" y="190326"/>
                    <a:pt x="94315" y="190326"/>
                  </a:cubicBezTo>
                  <a:cubicBezTo>
                    <a:pt x="40321" y="190326"/>
                    <a:pt x="0" y="148512"/>
                    <a:pt x="0" y="95163"/>
                  </a:cubicBezTo>
                  <a:cubicBezTo>
                    <a:pt x="0" y="38570"/>
                    <a:pt x="40683" y="0"/>
                    <a:pt x="89634" y="0"/>
                  </a:cubicBezTo>
                  <a:cubicBezTo>
                    <a:pt x="138584" y="0"/>
                    <a:pt x="163065" y="39292"/>
                    <a:pt x="170980" y="60559"/>
                  </a:cubicBezTo>
                  <a:lnTo>
                    <a:pt x="175300" y="71372"/>
                  </a:lnTo>
                  <a:lnTo>
                    <a:pt x="48228" y="123999"/>
                  </a:lnTo>
                  <a:cubicBezTo>
                    <a:pt x="57951" y="143102"/>
                    <a:pt x="73069" y="152835"/>
                    <a:pt x="94305" y="152835"/>
                  </a:cubicBezTo>
                  <a:cubicBezTo>
                    <a:pt x="115541" y="152835"/>
                    <a:pt x="130307" y="142380"/>
                    <a:pt x="141106" y="126522"/>
                  </a:cubicBezTo>
                  <a:lnTo>
                    <a:pt x="141115" y="126529"/>
                  </a:lnTo>
                  <a:close/>
                  <a:moveTo>
                    <a:pt x="41406" y="92283"/>
                  </a:moveTo>
                  <a:lnTo>
                    <a:pt x="126349" y="56958"/>
                  </a:lnTo>
                  <a:cubicBezTo>
                    <a:pt x="121668" y="45066"/>
                    <a:pt x="107635" y="36776"/>
                    <a:pt x="91080" y="36776"/>
                  </a:cubicBezTo>
                  <a:cubicBezTo>
                    <a:pt x="69834" y="36776"/>
                    <a:pt x="40321" y="55521"/>
                    <a:pt x="41396" y="92291"/>
                  </a:cubicBezTo>
                  <a:lnTo>
                    <a:pt x="41406" y="92283"/>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5" name="Google Shape;25;p2"/>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a Title - Text only">
  <p:cSld name="BLANK_1">
    <p:spTree>
      <p:nvGrpSpPr>
        <p:cNvPr id="26" name="Shape 26"/>
        <p:cNvGrpSpPr/>
        <p:nvPr/>
      </p:nvGrpSpPr>
      <p:grpSpPr>
        <a:xfrm>
          <a:off x="0" y="0"/>
          <a:ext cx="0" cy="0"/>
          <a:chOff x="0" y="0"/>
          <a:chExt cx="0" cy="0"/>
        </a:xfrm>
      </p:grpSpPr>
      <p:sp>
        <p:nvSpPr>
          <p:cNvPr id="27" name="Google Shape;27;p3"/>
          <p:cNvSpPr txBox="1"/>
          <p:nvPr>
            <p:ph type="title"/>
          </p:nvPr>
        </p:nvSpPr>
        <p:spPr>
          <a:xfrm>
            <a:off x="3227700" y="1009125"/>
            <a:ext cx="5458800" cy="13086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4800"/>
              <a:buNone/>
              <a:defRPr sz="4800"/>
            </a:lvl1pPr>
            <a:lvl2pPr lvl="1">
              <a:lnSpc>
                <a:spcPct val="90000"/>
              </a:lnSpc>
              <a:spcBef>
                <a:spcPts val="0"/>
              </a:spcBef>
              <a:spcAft>
                <a:spcPts val="0"/>
              </a:spcAft>
              <a:buSzPts val="4800"/>
              <a:buNone/>
              <a:defRPr sz="4800"/>
            </a:lvl2pPr>
            <a:lvl3pPr lvl="2">
              <a:lnSpc>
                <a:spcPct val="90000"/>
              </a:lnSpc>
              <a:spcBef>
                <a:spcPts val="0"/>
              </a:spcBef>
              <a:spcAft>
                <a:spcPts val="0"/>
              </a:spcAft>
              <a:buSzPts val="4800"/>
              <a:buNone/>
              <a:defRPr sz="4800"/>
            </a:lvl3pPr>
            <a:lvl4pPr lvl="3">
              <a:lnSpc>
                <a:spcPct val="90000"/>
              </a:lnSpc>
              <a:spcBef>
                <a:spcPts val="0"/>
              </a:spcBef>
              <a:spcAft>
                <a:spcPts val="0"/>
              </a:spcAft>
              <a:buSzPts val="4800"/>
              <a:buNone/>
              <a:defRPr sz="4800"/>
            </a:lvl4pPr>
            <a:lvl5pPr lvl="4">
              <a:lnSpc>
                <a:spcPct val="90000"/>
              </a:lnSpc>
              <a:spcBef>
                <a:spcPts val="0"/>
              </a:spcBef>
              <a:spcAft>
                <a:spcPts val="0"/>
              </a:spcAft>
              <a:buSzPts val="4800"/>
              <a:buNone/>
              <a:defRPr sz="4800"/>
            </a:lvl5pPr>
            <a:lvl6pPr lvl="5">
              <a:lnSpc>
                <a:spcPct val="90000"/>
              </a:lnSpc>
              <a:spcBef>
                <a:spcPts val="0"/>
              </a:spcBef>
              <a:spcAft>
                <a:spcPts val="0"/>
              </a:spcAft>
              <a:buSzPts val="4800"/>
              <a:buNone/>
              <a:defRPr sz="4800"/>
            </a:lvl6pPr>
            <a:lvl7pPr lvl="6">
              <a:lnSpc>
                <a:spcPct val="90000"/>
              </a:lnSpc>
              <a:spcBef>
                <a:spcPts val="0"/>
              </a:spcBef>
              <a:spcAft>
                <a:spcPts val="0"/>
              </a:spcAft>
              <a:buSzPts val="4800"/>
              <a:buNone/>
              <a:defRPr sz="4800"/>
            </a:lvl7pPr>
            <a:lvl8pPr lvl="7">
              <a:lnSpc>
                <a:spcPct val="90000"/>
              </a:lnSpc>
              <a:spcBef>
                <a:spcPts val="0"/>
              </a:spcBef>
              <a:spcAft>
                <a:spcPts val="0"/>
              </a:spcAft>
              <a:buSzPts val="4800"/>
              <a:buNone/>
              <a:defRPr sz="4800"/>
            </a:lvl8pPr>
            <a:lvl9pPr lvl="8">
              <a:lnSpc>
                <a:spcPct val="90000"/>
              </a:lnSpc>
              <a:spcBef>
                <a:spcPts val="0"/>
              </a:spcBef>
              <a:spcAft>
                <a:spcPts val="0"/>
              </a:spcAft>
              <a:buSzPts val="4800"/>
              <a:buNone/>
              <a:defRPr sz="4800"/>
            </a:lvl9pPr>
          </a:lstStyle>
          <a:p/>
        </p:txBody>
      </p:sp>
      <p:sp>
        <p:nvSpPr>
          <p:cNvPr id="28" name="Google Shape;28;p3"/>
          <p:cNvSpPr txBox="1"/>
          <p:nvPr>
            <p:ph idx="1" type="subTitle"/>
          </p:nvPr>
        </p:nvSpPr>
        <p:spPr>
          <a:xfrm>
            <a:off x="5998500" y="3692050"/>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 name="Google Shape;29;p3"/>
          <p:cNvSpPr txBox="1"/>
          <p:nvPr>
            <p:ph idx="2" type="subTitle"/>
          </p:nvPr>
        </p:nvSpPr>
        <p:spPr>
          <a:xfrm>
            <a:off x="3227700" y="3692000"/>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30" name="Google Shape;30;p3"/>
          <p:cNvGrpSpPr/>
          <p:nvPr/>
        </p:nvGrpSpPr>
        <p:grpSpPr>
          <a:xfrm>
            <a:off x="457102" y="457195"/>
            <a:ext cx="1532637" cy="202797"/>
            <a:chOff x="4965272" y="4619519"/>
            <a:chExt cx="1726915" cy="228504"/>
          </a:xfrm>
        </p:grpSpPr>
        <p:grpSp>
          <p:nvGrpSpPr>
            <p:cNvPr id="31" name="Google Shape;31;p3"/>
            <p:cNvGrpSpPr/>
            <p:nvPr/>
          </p:nvGrpSpPr>
          <p:grpSpPr>
            <a:xfrm>
              <a:off x="5743461" y="4634759"/>
              <a:ext cx="948726" cy="205929"/>
              <a:chOff x="5743461" y="4634759"/>
              <a:chExt cx="948726" cy="205929"/>
            </a:xfrm>
          </p:grpSpPr>
          <p:sp>
            <p:nvSpPr>
              <p:cNvPr id="32" name="Google Shape;32;p3"/>
              <p:cNvSpPr/>
              <p:nvPr/>
            </p:nvSpPr>
            <p:spPr>
              <a:xfrm>
                <a:off x="5743461" y="4636568"/>
                <a:ext cx="127072" cy="156972"/>
              </a:xfrm>
              <a:custGeom>
                <a:rect b="b" l="l" r="r" t="t"/>
                <a:pathLst>
                  <a:path extrusionOk="0" h="156972" w="127072">
                    <a:moveTo>
                      <a:pt x="0" y="156877"/>
                    </a:moveTo>
                    <a:lnTo>
                      <a:pt x="0" y="0"/>
                    </a:lnTo>
                    <a:lnTo>
                      <a:pt x="47830" y="0"/>
                    </a:lnTo>
                    <a:cubicBezTo>
                      <a:pt x="71650" y="0"/>
                      <a:pt x="90915" y="7239"/>
                      <a:pt x="105340" y="21717"/>
                    </a:cubicBezTo>
                    <a:cubicBezTo>
                      <a:pt x="119860" y="36195"/>
                      <a:pt x="127073" y="55055"/>
                      <a:pt x="127073" y="78486"/>
                    </a:cubicBezTo>
                    <a:cubicBezTo>
                      <a:pt x="127073" y="102013"/>
                      <a:pt x="119860" y="120968"/>
                      <a:pt x="105340" y="135350"/>
                    </a:cubicBezTo>
                    <a:cubicBezTo>
                      <a:pt x="90820" y="149733"/>
                      <a:pt x="71650" y="156972"/>
                      <a:pt x="47830" y="156972"/>
                    </a:cubicBezTo>
                    <a:lnTo>
                      <a:pt x="0" y="156972"/>
                    </a:lnTo>
                    <a:close/>
                    <a:moveTo>
                      <a:pt x="20119" y="19241"/>
                    </a:moveTo>
                    <a:lnTo>
                      <a:pt x="20119" y="137541"/>
                    </a:lnTo>
                    <a:lnTo>
                      <a:pt x="47830" y="137541"/>
                    </a:lnTo>
                    <a:cubicBezTo>
                      <a:pt x="66051" y="137541"/>
                      <a:pt x="80381" y="132302"/>
                      <a:pt x="90820" y="121920"/>
                    </a:cubicBezTo>
                    <a:cubicBezTo>
                      <a:pt x="101259" y="111443"/>
                      <a:pt x="106574" y="96965"/>
                      <a:pt x="106574" y="78391"/>
                    </a:cubicBezTo>
                    <a:cubicBezTo>
                      <a:pt x="106574" y="60008"/>
                      <a:pt x="101354" y="45530"/>
                      <a:pt x="90820" y="35052"/>
                    </a:cubicBezTo>
                    <a:cubicBezTo>
                      <a:pt x="80381" y="24575"/>
                      <a:pt x="66051" y="19241"/>
                      <a:pt x="47830" y="19241"/>
                    </a:cubicBezTo>
                    <a:lnTo>
                      <a:pt x="20119" y="19241"/>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3"/>
              <p:cNvSpPr/>
              <p:nvPr/>
            </p:nvSpPr>
            <p:spPr>
              <a:xfrm>
                <a:off x="5884484"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3" y="0"/>
                      <a:pt x="81235" y="5143"/>
                      <a:pt x="90631" y="15430"/>
                    </a:cubicBezTo>
                    <a:cubicBezTo>
                      <a:pt x="100026" y="25717"/>
                      <a:pt x="104676" y="40196"/>
                      <a:pt x="104676" y="58674"/>
                    </a:cubicBezTo>
                    <a:lnTo>
                      <a:pt x="104486" y="60865"/>
                    </a:lnTo>
                    <a:lnTo>
                      <a:pt x="20499" y="60865"/>
                    </a:lnTo>
                    <a:cubicBezTo>
                      <a:pt x="20783" y="71342"/>
                      <a:pt x="24295" y="79820"/>
                      <a:pt x="30938" y="86297"/>
                    </a:cubicBezTo>
                    <a:cubicBezTo>
                      <a:pt x="37676" y="92678"/>
                      <a:pt x="45647" y="95917"/>
                      <a:pt x="54948" y="95917"/>
                    </a:cubicBezTo>
                    <a:cubicBezTo>
                      <a:pt x="67759" y="95917"/>
                      <a:pt x="77819" y="89535"/>
                      <a:pt x="85031" y="76676"/>
                    </a:cubicBezTo>
                    <a:lnTo>
                      <a:pt x="102968" y="85439"/>
                    </a:lnTo>
                    <a:cubicBezTo>
                      <a:pt x="98128" y="94488"/>
                      <a:pt x="91485" y="101537"/>
                      <a:pt x="83038" y="106680"/>
                    </a:cubicBezTo>
                    <a:cubicBezTo>
                      <a:pt x="74497" y="111728"/>
                      <a:pt x="64912" y="114300"/>
                      <a:pt x="54094" y="114300"/>
                    </a:cubicBezTo>
                    <a:close/>
                    <a:moveTo>
                      <a:pt x="22017" y="44196"/>
                    </a:moveTo>
                    <a:lnTo>
                      <a:pt x="83323" y="44196"/>
                    </a:lnTo>
                    <a:cubicBezTo>
                      <a:pt x="82754" y="36766"/>
                      <a:pt x="79717" y="30575"/>
                      <a:pt x="74213" y="25717"/>
                    </a:cubicBezTo>
                    <a:cubicBezTo>
                      <a:pt x="68708" y="20860"/>
                      <a:pt x="61401" y="18383"/>
                      <a:pt x="52291" y="18383"/>
                    </a:cubicBezTo>
                    <a:cubicBezTo>
                      <a:pt x="44698" y="18383"/>
                      <a:pt x="38245" y="20765"/>
                      <a:pt x="32741" y="25432"/>
                    </a:cubicBezTo>
                    <a:cubicBezTo>
                      <a:pt x="27331" y="30099"/>
                      <a:pt x="23725" y="36385"/>
                      <a:pt x="22017" y="44196"/>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3"/>
              <p:cNvSpPr/>
              <p:nvPr/>
            </p:nvSpPr>
            <p:spPr>
              <a:xfrm>
                <a:off x="6000927"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4" y="0"/>
                      <a:pt x="81235" y="5143"/>
                      <a:pt x="90631" y="15430"/>
                    </a:cubicBezTo>
                    <a:cubicBezTo>
                      <a:pt x="100026" y="25717"/>
                      <a:pt x="104676" y="40196"/>
                      <a:pt x="104676" y="58674"/>
                    </a:cubicBezTo>
                    <a:lnTo>
                      <a:pt x="104486" y="60865"/>
                    </a:lnTo>
                    <a:lnTo>
                      <a:pt x="20404" y="60865"/>
                    </a:lnTo>
                    <a:cubicBezTo>
                      <a:pt x="20688" y="71342"/>
                      <a:pt x="24200" y="79820"/>
                      <a:pt x="30843" y="86297"/>
                    </a:cubicBezTo>
                    <a:cubicBezTo>
                      <a:pt x="37581" y="92678"/>
                      <a:pt x="45553" y="95917"/>
                      <a:pt x="54853" y="95917"/>
                    </a:cubicBezTo>
                    <a:cubicBezTo>
                      <a:pt x="67665" y="95917"/>
                      <a:pt x="77724" y="89535"/>
                      <a:pt x="84937" y="76676"/>
                    </a:cubicBezTo>
                    <a:lnTo>
                      <a:pt x="102873" y="85439"/>
                    </a:lnTo>
                    <a:cubicBezTo>
                      <a:pt x="98033" y="94488"/>
                      <a:pt x="91390" y="101537"/>
                      <a:pt x="82944" y="106680"/>
                    </a:cubicBezTo>
                    <a:cubicBezTo>
                      <a:pt x="74497" y="111728"/>
                      <a:pt x="64817" y="114300"/>
                      <a:pt x="54094" y="114300"/>
                    </a:cubicBezTo>
                    <a:close/>
                    <a:moveTo>
                      <a:pt x="22017" y="44196"/>
                    </a:moveTo>
                    <a:lnTo>
                      <a:pt x="83323" y="44196"/>
                    </a:lnTo>
                    <a:cubicBezTo>
                      <a:pt x="82754" y="36766"/>
                      <a:pt x="79717" y="30575"/>
                      <a:pt x="74308" y="25717"/>
                    </a:cubicBezTo>
                    <a:cubicBezTo>
                      <a:pt x="68803" y="20860"/>
                      <a:pt x="61496" y="18383"/>
                      <a:pt x="52385" y="18383"/>
                    </a:cubicBezTo>
                    <a:cubicBezTo>
                      <a:pt x="44793" y="18383"/>
                      <a:pt x="38340" y="20765"/>
                      <a:pt x="32836" y="25432"/>
                    </a:cubicBezTo>
                    <a:cubicBezTo>
                      <a:pt x="27332" y="30099"/>
                      <a:pt x="23725" y="36385"/>
                      <a:pt x="22017" y="44196"/>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3"/>
              <p:cNvSpPr/>
              <p:nvPr/>
            </p:nvSpPr>
            <p:spPr>
              <a:xfrm>
                <a:off x="6122401" y="4682574"/>
                <a:ext cx="107333" cy="158114"/>
              </a:xfrm>
              <a:custGeom>
                <a:rect b="b" l="l" r="r" t="t"/>
                <a:pathLst>
                  <a:path extrusionOk="0" h="158114" w="107333">
                    <a:moveTo>
                      <a:pt x="56561" y="114300"/>
                    </a:moveTo>
                    <a:cubicBezTo>
                      <a:pt x="48684" y="114300"/>
                      <a:pt x="41567" y="112586"/>
                      <a:pt x="35113" y="109252"/>
                    </a:cubicBezTo>
                    <a:cubicBezTo>
                      <a:pt x="28660" y="105918"/>
                      <a:pt x="23630" y="101441"/>
                      <a:pt x="20119" y="95917"/>
                    </a:cubicBezTo>
                    <a:lnTo>
                      <a:pt x="19265" y="95917"/>
                    </a:lnTo>
                    <a:lnTo>
                      <a:pt x="20119" y="110776"/>
                    </a:lnTo>
                    <a:lnTo>
                      <a:pt x="20119" y="158115"/>
                    </a:lnTo>
                    <a:lnTo>
                      <a:pt x="0" y="158115"/>
                    </a:lnTo>
                    <a:lnTo>
                      <a:pt x="0" y="3524"/>
                    </a:lnTo>
                    <a:lnTo>
                      <a:pt x="19170" y="3524"/>
                    </a:lnTo>
                    <a:lnTo>
                      <a:pt x="19170" y="18383"/>
                    </a:lnTo>
                    <a:lnTo>
                      <a:pt x="20024" y="18383"/>
                    </a:lnTo>
                    <a:cubicBezTo>
                      <a:pt x="23536" y="12859"/>
                      <a:pt x="28470" y="8382"/>
                      <a:pt x="35019" y="5048"/>
                    </a:cubicBezTo>
                    <a:cubicBezTo>
                      <a:pt x="41472" y="1715"/>
                      <a:pt x="48684" y="0"/>
                      <a:pt x="56466" y="0"/>
                    </a:cubicBezTo>
                    <a:cubicBezTo>
                      <a:pt x="70606" y="0"/>
                      <a:pt x="82564" y="5524"/>
                      <a:pt x="92244" y="16669"/>
                    </a:cubicBezTo>
                    <a:cubicBezTo>
                      <a:pt x="102303" y="27908"/>
                      <a:pt x="107333" y="41434"/>
                      <a:pt x="107333" y="57150"/>
                    </a:cubicBezTo>
                    <a:cubicBezTo>
                      <a:pt x="107333" y="73057"/>
                      <a:pt x="102303" y="86582"/>
                      <a:pt x="92244" y="97631"/>
                    </a:cubicBezTo>
                    <a:cubicBezTo>
                      <a:pt x="82564" y="108776"/>
                      <a:pt x="70606" y="114300"/>
                      <a:pt x="56561" y="114300"/>
                    </a:cubicBezTo>
                    <a:close/>
                    <a:moveTo>
                      <a:pt x="53240" y="95917"/>
                    </a:moveTo>
                    <a:cubicBezTo>
                      <a:pt x="62825" y="95917"/>
                      <a:pt x="70891" y="92297"/>
                      <a:pt x="77439" y="84963"/>
                    </a:cubicBezTo>
                    <a:cubicBezTo>
                      <a:pt x="83987" y="77819"/>
                      <a:pt x="87309" y="68485"/>
                      <a:pt x="87309" y="57150"/>
                    </a:cubicBezTo>
                    <a:cubicBezTo>
                      <a:pt x="87309" y="45910"/>
                      <a:pt x="84082" y="36671"/>
                      <a:pt x="77439" y="29337"/>
                    </a:cubicBezTo>
                    <a:cubicBezTo>
                      <a:pt x="70891" y="22003"/>
                      <a:pt x="62825" y="18383"/>
                      <a:pt x="53240" y="18383"/>
                    </a:cubicBezTo>
                    <a:cubicBezTo>
                      <a:pt x="43465" y="18383"/>
                      <a:pt x="35303" y="22003"/>
                      <a:pt x="28755" y="29337"/>
                    </a:cubicBezTo>
                    <a:cubicBezTo>
                      <a:pt x="22397" y="36671"/>
                      <a:pt x="19170" y="45910"/>
                      <a:pt x="19170" y="57150"/>
                    </a:cubicBezTo>
                    <a:cubicBezTo>
                      <a:pt x="19170" y="68580"/>
                      <a:pt x="22397" y="77915"/>
                      <a:pt x="28755" y="85154"/>
                    </a:cubicBezTo>
                    <a:cubicBezTo>
                      <a:pt x="35398" y="92393"/>
                      <a:pt x="43465" y="95917"/>
                      <a:pt x="53240" y="95917"/>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3"/>
              <p:cNvSpPr/>
              <p:nvPr/>
            </p:nvSpPr>
            <p:spPr>
              <a:xfrm>
                <a:off x="6251371" y="4636568"/>
                <a:ext cx="149848" cy="156876"/>
              </a:xfrm>
              <a:custGeom>
                <a:rect b="b" l="l" r="r" t="t"/>
                <a:pathLst>
                  <a:path extrusionOk="0" h="156876" w="149848">
                    <a:moveTo>
                      <a:pt x="20119" y="156877"/>
                    </a:moveTo>
                    <a:lnTo>
                      <a:pt x="0" y="156877"/>
                    </a:lnTo>
                    <a:lnTo>
                      <a:pt x="0" y="0"/>
                    </a:lnTo>
                    <a:lnTo>
                      <a:pt x="20119" y="0"/>
                    </a:lnTo>
                    <a:lnTo>
                      <a:pt x="74497" y="95536"/>
                    </a:lnTo>
                    <a:lnTo>
                      <a:pt x="75351" y="95536"/>
                    </a:lnTo>
                    <a:lnTo>
                      <a:pt x="129730" y="0"/>
                    </a:lnTo>
                    <a:lnTo>
                      <a:pt x="149849" y="0"/>
                    </a:lnTo>
                    <a:lnTo>
                      <a:pt x="149849" y="156877"/>
                    </a:lnTo>
                    <a:lnTo>
                      <a:pt x="129730" y="156877"/>
                    </a:lnTo>
                    <a:lnTo>
                      <a:pt x="129730" y="63722"/>
                    </a:lnTo>
                    <a:lnTo>
                      <a:pt x="130584" y="37433"/>
                    </a:lnTo>
                    <a:lnTo>
                      <a:pt x="129730" y="37433"/>
                    </a:lnTo>
                    <a:lnTo>
                      <a:pt x="80856" y="123539"/>
                    </a:lnTo>
                    <a:lnTo>
                      <a:pt x="69088" y="123539"/>
                    </a:lnTo>
                    <a:lnTo>
                      <a:pt x="20214" y="37433"/>
                    </a:lnTo>
                    <a:lnTo>
                      <a:pt x="19360" y="37433"/>
                    </a:lnTo>
                    <a:lnTo>
                      <a:pt x="20214" y="63722"/>
                    </a:lnTo>
                    <a:lnTo>
                      <a:pt x="20214" y="156877"/>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3"/>
              <p:cNvSpPr/>
              <p:nvPr/>
            </p:nvSpPr>
            <p:spPr>
              <a:xfrm>
                <a:off x="6425515" y="4634759"/>
                <a:ext cx="28470" cy="158686"/>
              </a:xfrm>
              <a:custGeom>
                <a:rect b="b" l="l" r="r" t="t"/>
                <a:pathLst>
                  <a:path extrusionOk="0" h="158686" w="28470">
                    <a:moveTo>
                      <a:pt x="28470" y="14287"/>
                    </a:moveTo>
                    <a:cubicBezTo>
                      <a:pt x="28470" y="18193"/>
                      <a:pt x="27047" y="21622"/>
                      <a:pt x="24295" y="24384"/>
                    </a:cubicBezTo>
                    <a:cubicBezTo>
                      <a:pt x="21543" y="27146"/>
                      <a:pt x="18221" y="28575"/>
                      <a:pt x="14235" y="28575"/>
                    </a:cubicBezTo>
                    <a:cubicBezTo>
                      <a:pt x="10249" y="28575"/>
                      <a:pt x="6928" y="27146"/>
                      <a:pt x="4176" y="24384"/>
                    </a:cubicBezTo>
                    <a:cubicBezTo>
                      <a:pt x="1424" y="21622"/>
                      <a:pt x="0" y="18288"/>
                      <a:pt x="0" y="14287"/>
                    </a:cubicBezTo>
                    <a:cubicBezTo>
                      <a:pt x="0" y="10287"/>
                      <a:pt x="1424" y="6953"/>
                      <a:pt x="4176" y="4191"/>
                    </a:cubicBezTo>
                    <a:cubicBezTo>
                      <a:pt x="6928" y="1429"/>
                      <a:pt x="10249" y="0"/>
                      <a:pt x="14235" y="0"/>
                    </a:cubicBezTo>
                    <a:cubicBezTo>
                      <a:pt x="18221" y="0"/>
                      <a:pt x="21543" y="1429"/>
                      <a:pt x="24295" y="4191"/>
                    </a:cubicBezTo>
                    <a:cubicBezTo>
                      <a:pt x="27047" y="6953"/>
                      <a:pt x="28470" y="10287"/>
                      <a:pt x="28470" y="14287"/>
                    </a:cubicBezTo>
                    <a:close/>
                    <a:moveTo>
                      <a:pt x="24390" y="51340"/>
                    </a:moveTo>
                    <a:lnTo>
                      <a:pt x="24390" y="158687"/>
                    </a:lnTo>
                    <a:lnTo>
                      <a:pt x="4271" y="158687"/>
                    </a:lnTo>
                    <a:lnTo>
                      <a:pt x="4271" y="51340"/>
                    </a:lnTo>
                    <a:lnTo>
                      <a:pt x="24390" y="51340"/>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3"/>
              <p:cNvSpPr/>
              <p:nvPr/>
            </p:nvSpPr>
            <p:spPr>
              <a:xfrm>
                <a:off x="6473630" y="4682574"/>
                <a:ext cx="94806" cy="110775"/>
              </a:xfrm>
              <a:custGeom>
                <a:rect b="b" l="l" r="r" t="t"/>
                <a:pathLst>
                  <a:path extrusionOk="0" h="110775" w="94806">
                    <a:moveTo>
                      <a:pt x="95" y="3524"/>
                    </a:moveTo>
                    <a:lnTo>
                      <a:pt x="19265" y="3524"/>
                    </a:lnTo>
                    <a:lnTo>
                      <a:pt x="19265" y="18383"/>
                    </a:lnTo>
                    <a:lnTo>
                      <a:pt x="20119" y="18383"/>
                    </a:lnTo>
                    <a:cubicBezTo>
                      <a:pt x="23156" y="13145"/>
                      <a:pt x="27901" y="8763"/>
                      <a:pt x="34164" y="5239"/>
                    </a:cubicBezTo>
                    <a:cubicBezTo>
                      <a:pt x="40428" y="1715"/>
                      <a:pt x="47071" y="0"/>
                      <a:pt x="53904" y="0"/>
                    </a:cubicBezTo>
                    <a:cubicBezTo>
                      <a:pt x="67000" y="0"/>
                      <a:pt x="77060" y="3715"/>
                      <a:pt x="84177" y="11240"/>
                    </a:cubicBezTo>
                    <a:cubicBezTo>
                      <a:pt x="91200" y="18764"/>
                      <a:pt x="94806" y="29432"/>
                      <a:pt x="94806" y="43339"/>
                    </a:cubicBezTo>
                    <a:lnTo>
                      <a:pt x="94806" y="110776"/>
                    </a:lnTo>
                    <a:lnTo>
                      <a:pt x="74687" y="110776"/>
                    </a:lnTo>
                    <a:lnTo>
                      <a:pt x="74687" y="44577"/>
                    </a:lnTo>
                    <a:cubicBezTo>
                      <a:pt x="74213" y="27051"/>
                      <a:pt x="65482" y="18288"/>
                      <a:pt x="48305" y="18288"/>
                    </a:cubicBezTo>
                    <a:cubicBezTo>
                      <a:pt x="40333" y="18288"/>
                      <a:pt x="33595" y="21527"/>
                      <a:pt x="28186" y="28004"/>
                    </a:cubicBezTo>
                    <a:cubicBezTo>
                      <a:pt x="22776" y="34481"/>
                      <a:pt x="20119" y="42291"/>
                      <a:pt x="20119" y="51340"/>
                    </a:cubicBezTo>
                    <a:lnTo>
                      <a:pt x="20119" y="110681"/>
                    </a:lnTo>
                    <a:lnTo>
                      <a:pt x="0" y="110681"/>
                    </a:lnTo>
                    <a:lnTo>
                      <a:pt x="0" y="3524"/>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3"/>
              <p:cNvSpPr/>
              <p:nvPr/>
            </p:nvSpPr>
            <p:spPr>
              <a:xfrm>
                <a:off x="6584759" y="4636568"/>
                <a:ext cx="107428" cy="160305"/>
              </a:xfrm>
              <a:custGeom>
                <a:rect b="b" l="l" r="r" t="t"/>
                <a:pathLst>
                  <a:path extrusionOk="0" h="160305" w="107428">
                    <a:moveTo>
                      <a:pt x="50772" y="160306"/>
                    </a:moveTo>
                    <a:cubicBezTo>
                      <a:pt x="36822" y="160306"/>
                      <a:pt x="24769" y="154781"/>
                      <a:pt x="14805" y="143637"/>
                    </a:cubicBezTo>
                    <a:cubicBezTo>
                      <a:pt x="4935" y="132398"/>
                      <a:pt x="0" y="118872"/>
                      <a:pt x="0" y="103156"/>
                    </a:cubicBezTo>
                    <a:cubicBezTo>
                      <a:pt x="0" y="87440"/>
                      <a:pt x="4935" y="73914"/>
                      <a:pt x="14805" y="62675"/>
                    </a:cubicBezTo>
                    <a:cubicBezTo>
                      <a:pt x="24864" y="51530"/>
                      <a:pt x="36822" y="46006"/>
                      <a:pt x="50772" y="46006"/>
                    </a:cubicBezTo>
                    <a:cubicBezTo>
                      <a:pt x="58649" y="46006"/>
                      <a:pt x="65767" y="47720"/>
                      <a:pt x="72315" y="51054"/>
                    </a:cubicBezTo>
                    <a:cubicBezTo>
                      <a:pt x="78768" y="54388"/>
                      <a:pt x="83798" y="58865"/>
                      <a:pt x="87309" y="64389"/>
                    </a:cubicBezTo>
                    <a:lnTo>
                      <a:pt x="88163" y="64389"/>
                    </a:lnTo>
                    <a:lnTo>
                      <a:pt x="87309" y="49530"/>
                    </a:lnTo>
                    <a:lnTo>
                      <a:pt x="87309" y="0"/>
                    </a:lnTo>
                    <a:lnTo>
                      <a:pt x="107428" y="0"/>
                    </a:lnTo>
                    <a:lnTo>
                      <a:pt x="107428" y="156877"/>
                    </a:lnTo>
                    <a:lnTo>
                      <a:pt x="88258" y="156877"/>
                    </a:lnTo>
                    <a:lnTo>
                      <a:pt x="88258" y="142018"/>
                    </a:lnTo>
                    <a:lnTo>
                      <a:pt x="87404" y="142018"/>
                    </a:lnTo>
                    <a:cubicBezTo>
                      <a:pt x="83893" y="147542"/>
                      <a:pt x="78958" y="152019"/>
                      <a:pt x="72410" y="155353"/>
                    </a:cubicBezTo>
                    <a:cubicBezTo>
                      <a:pt x="65861" y="158687"/>
                      <a:pt x="58649" y="160306"/>
                      <a:pt x="50772" y="160306"/>
                    </a:cubicBezTo>
                    <a:close/>
                    <a:moveTo>
                      <a:pt x="54094" y="141923"/>
                    </a:moveTo>
                    <a:cubicBezTo>
                      <a:pt x="63963" y="141923"/>
                      <a:pt x="72030" y="138303"/>
                      <a:pt x="78293" y="131159"/>
                    </a:cubicBezTo>
                    <a:cubicBezTo>
                      <a:pt x="84842" y="124016"/>
                      <a:pt x="88163" y="114681"/>
                      <a:pt x="88163" y="103156"/>
                    </a:cubicBezTo>
                    <a:cubicBezTo>
                      <a:pt x="88163" y="91916"/>
                      <a:pt x="84842" y="82677"/>
                      <a:pt x="78293" y="75343"/>
                    </a:cubicBezTo>
                    <a:cubicBezTo>
                      <a:pt x="71935" y="68009"/>
                      <a:pt x="63774" y="64389"/>
                      <a:pt x="54094" y="64389"/>
                    </a:cubicBezTo>
                    <a:cubicBezTo>
                      <a:pt x="44509" y="64389"/>
                      <a:pt x="36442" y="68009"/>
                      <a:pt x="29894" y="75343"/>
                    </a:cubicBezTo>
                    <a:cubicBezTo>
                      <a:pt x="23346" y="82677"/>
                      <a:pt x="20024" y="91916"/>
                      <a:pt x="20024" y="103156"/>
                    </a:cubicBezTo>
                    <a:cubicBezTo>
                      <a:pt x="20024" y="114586"/>
                      <a:pt x="23346" y="123825"/>
                      <a:pt x="29894" y="130969"/>
                    </a:cubicBezTo>
                    <a:cubicBezTo>
                      <a:pt x="36347" y="138303"/>
                      <a:pt x="44414" y="141923"/>
                      <a:pt x="54094" y="141923"/>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 name="Google Shape;40;p3"/>
            <p:cNvGrpSpPr/>
            <p:nvPr/>
          </p:nvGrpSpPr>
          <p:grpSpPr>
            <a:xfrm>
              <a:off x="4965272" y="4619519"/>
              <a:ext cx="711757" cy="228504"/>
              <a:chOff x="4965272" y="4619519"/>
              <a:chExt cx="711757" cy="228504"/>
            </a:xfrm>
          </p:grpSpPr>
          <p:sp>
            <p:nvSpPr>
              <p:cNvPr id="41" name="Google Shape;41;p3"/>
              <p:cNvSpPr/>
              <p:nvPr/>
            </p:nvSpPr>
            <p:spPr>
              <a:xfrm>
                <a:off x="4965272" y="4619519"/>
                <a:ext cx="173004" cy="177355"/>
              </a:xfrm>
              <a:custGeom>
                <a:rect b="b" l="l" r="r" t="t"/>
                <a:pathLst>
                  <a:path extrusionOk="0" h="177355" w="173004">
                    <a:moveTo>
                      <a:pt x="90061" y="177356"/>
                    </a:moveTo>
                    <a:cubicBezTo>
                      <a:pt x="41092" y="177356"/>
                      <a:pt x="0" y="137541"/>
                      <a:pt x="0" y="88678"/>
                    </a:cubicBezTo>
                    <a:cubicBezTo>
                      <a:pt x="0" y="39815"/>
                      <a:pt x="41092" y="0"/>
                      <a:pt x="90061" y="0"/>
                    </a:cubicBezTo>
                    <a:cubicBezTo>
                      <a:pt x="117108" y="0"/>
                      <a:pt x="136373" y="10573"/>
                      <a:pt x="150893" y="24479"/>
                    </a:cubicBezTo>
                    <a:lnTo>
                      <a:pt x="133811" y="41529"/>
                    </a:lnTo>
                    <a:cubicBezTo>
                      <a:pt x="123371" y="31814"/>
                      <a:pt x="109326" y="24194"/>
                      <a:pt x="90061" y="24194"/>
                    </a:cubicBezTo>
                    <a:cubicBezTo>
                      <a:pt x="54378" y="24194"/>
                      <a:pt x="26383" y="52959"/>
                      <a:pt x="26383" y="88678"/>
                    </a:cubicBezTo>
                    <a:cubicBezTo>
                      <a:pt x="26383" y="124397"/>
                      <a:pt x="54283" y="153162"/>
                      <a:pt x="90061" y="153162"/>
                    </a:cubicBezTo>
                    <a:cubicBezTo>
                      <a:pt x="113217" y="153162"/>
                      <a:pt x="126408" y="143828"/>
                      <a:pt x="134854" y="135446"/>
                    </a:cubicBezTo>
                    <a:cubicBezTo>
                      <a:pt x="141782" y="128492"/>
                      <a:pt x="146338" y="118586"/>
                      <a:pt x="148046" y="104966"/>
                    </a:cubicBezTo>
                    <a:lnTo>
                      <a:pt x="90061" y="104966"/>
                    </a:lnTo>
                    <a:lnTo>
                      <a:pt x="90061" y="80677"/>
                    </a:lnTo>
                    <a:lnTo>
                      <a:pt x="171676" y="80677"/>
                    </a:lnTo>
                    <a:cubicBezTo>
                      <a:pt x="172530" y="84963"/>
                      <a:pt x="173005" y="90202"/>
                      <a:pt x="173005" y="95822"/>
                    </a:cubicBezTo>
                    <a:cubicBezTo>
                      <a:pt x="173005" y="114014"/>
                      <a:pt x="167975" y="136493"/>
                      <a:pt x="152032" y="152495"/>
                    </a:cubicBezTo>
                    <a:cubicBezTo>
                      <a:pt x="136373" y="168688"/>
                      <a:pt x="116444" y="177356"/>
                      <a:pt x="90061" y="177356"/>
                    </a:cubicBezTo>
                    <a:close/>
                  </a:path>
                </a:pathLst>
              </a:custGeom>
              <a:solidFill>
                <a:srgbClr val="4285F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3"/>
              <p:cNvSpPr/>
              <p:nvPr/>
            </p:nvSpPr>
            <p:spPr>
              <a:xfrm>
                <a:off x="5151847" y="4682669"/>
                <a:ext cx="112552" cy="114109"/>
              </a:xfrm>
              <a:custGeom>
                <a:rect b="b" l="l" r="r" t="t"/>
                <a:pathLst>
                  <a:path extrusionOk="0" h="114109" w="112552">
                    <a:moveTo>
                      <a:pt x="112553" y="57055"/>
                    </a:moveTo>
                    <a:cubicBezTo>
                      <a:pt x="112553" y="89916"/>
                      <a:pt x="87214" y="114110"/>
                      <a:pt x="56276" y="114110"/>
                    </a:cubicBezTo>
                    <a:cubicBezTo>
                      <a:pt x="25339" y="114110"/>
                      <a:pt x="0" y="89916"/>
                      <a:pt x="0" y="57055"/>
                    </a:cubicBezTo>
                    <a:cubicBezTo>
                      <a:pt x="0" y="24003"/>
                      <a:pt x="25339"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631"/>
                      <a:pt x="87878" y="77438"/>
                      <a:pt x="87878" y="57055"/>
                    </a:cubicBezTo>
                    <a:close/>
                  </a:path>
                </a:pathLst>
              </a:custGeom>
              <a:solidFill>
                <a:srgbClr val="EA433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3"/>
              <p:cNvSpPr/>
              <p:nvPr/>
            </p:nvSpPr>
            <p:spPr>
              <a:xfrm>
                <a:off x="5278160" y="4682669"/>
                <a:ext cx="112552" cy="114109"/>
              </a:xfrm>
              <a:custGeom>
                <a:rect b="b" l="l" r="r" t="t"/>
                <a:pathLst>
                  <a:path extrusionOk="0" h="114109" w="112552">
                    <a:moveTo>
                      <a:pt x="112553" y="57055"/>
                    </a:moveTo>
                    <a:cubicBezTo>
                      <a:pt x="112553" y="89916"/>
                      <a:pt x="87309" y="114110"/>
                      <a:pt x="56276" y="114110"/>
                    </a:cubicBezTo>
                    <a:cubicBezTo>
                      <a:pt x="25244" y="114110"/>
                      <a:pt x="0" y="89916"/>
                      <a:pt x="0" y="57055"/>
                    </a:cubicBezTo>
                    <a:cubicBezTo>
                      <a:pt x="0" y="24003"/>
                      <a:pt x="25244"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726"/>
                      <a:pt x="87878" y="77438"/>
                      <a:pt x="87878" y="57055"/>
                    </a:cubicBezTo>
                    <a:close/>
                  </a:path>
                </a:pathLst>
              </a:custGeom>
              <a:solidFill>
                <a:srgbClr val="FBBC0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3"/>
              <p:cNvSpPr/>
              <p:nvPr/>
            </p:nvSpPr>
            <p:spPr>
              <a:xfrm>
                <a:off x="5404284" y="4682574"/>
                <a:ext cx="109515" cy="165449"/>
              </a:xfrm>
              <a:custGeom>
                <a:rect b="b" l="l" r="r" t="t"/>
                <a:pathLst>
                  <a:path extrusionOk="0" h="165449" w="109515">
                    <a:moveTo>
                      <a:pt x="109516" y="3524"/>
                    </a:moveTo>
                    <a:lnTo>
                      <a:pt x="109516" y="106013"/>
                    </a:lnTo>
                    <a:cubicBezTo>
                      <a:pt x="109516" y="148209"/>
                      <a:pt x="84652" y="165449"/>
                      <a:pt x="55232" y="165449"/>
                    </a:cubicBezTo>
                    <a:cubicBezTo>
                      <a:pt x="27521" y="165449"/>
                      <a:pt x="10819" y="146876"/>
                      <a:pt x="4555" y="131731"/>
                    </a:cubicBezTo>
                    <a:lnTo>
                      <a:pt x="26383" y="122682"/>
                    </a:lnTo>
                    <a:cubicBezTo>
                      <a:pt x="30273" y="132017"/>
                      <a:pt x="39764" y="142970"/>
                      <a:pt x="55138" y="142970"/>
                    </a:cubicBezTo>
                    <a:cubicBezTo>
                      <a:pt x="73928" y="142970"/>
                      <a:pt x="85696" y="131255"/>
                      <a:pt x="85696" y="109442"/>
                    </a:cubicBezTo>
                    <a:lnTo>
                      <a:pt x="85696" y="101251"/>
                    </a:lnTo>
                    <a:lnTo>
                      <a:pt x="84842" y="101251"/>
                    </a:lnTo>
                    <a:cubicBezTo>
                      <a:pt x="79242" y="108204"/>
                      <a:pt x="68424" y="114205"/>
                      <a:pt x="54758" y="114205"/>
                    </a:cubicBezTo>
                    <a:cubicBezTo>
                      <a:pt x="26193" y="114205"/>
                      <a:pt x="0" y="89345"/>
                      <a:pt x="0" y="57341"/>
                    </a:cubicBezTo>
                    <a:cubicBezTo>
                      <a:pt x="0" y="25146"/>
                      <a:pt x="26193" y="0"/>
                      <a:pt x="54758" y="0"/>
                    </a:cubicBezTo>
                    <a:cubicBezTo>
                      <a:pt x="68424" y="0"/>
                      <a:pt x="79242" y="6096"/>
                      <a:pt x="84842" y="12764"/>
                    </a:cubicBezTo>
                    <a:lnTo>
                      <a:pt x="85696" y="12764"/>
                    </a:lnTo>
                    <a:lnTo>
                      <a:pt x="85696" y="3524"/>
                    </a:lnTo>
                    <a:lnTo>
                      <a:pt x="109516" y="3524"/>
                    </a:lnTo>
                    <a:close/>
                    <a:moveTo>
                      <a:pt x="87404" y="57436"/>
                    </a:moveTo>
                    <a:cubicBezTo>
                      <a:pt x="87404" y="37338"/>
                      <a:pt x="74023" y="22574"/>
                      <a:pt x="56846" y="22574"/>
                    </a:cubicBezTo>
                    <a:cubicBezTo>
                      <a:pt x="39574" y="22574"/>
                      <a:pt x="25054" y="37243"/>
                      <a:pt x="25054" y="57436"/>
                    </a:cubicBezTo>
                    <a:cubicBezTo>
                      <a:pt x="25054" y="77343"/>
                      <a:pt x="39574" y="91821"/>
                      <a:pt x="56846" y="91821"/>
                    </a:cubicBezTo>
                    <a:cubicBezTo>
                      <a:pt x="74023" y="91821"/>
                      <a:pt x="87404" y="77343"/>
                      <a:pt x="87404" y="57436"/>
                    </a:cubicBezTo>
                    <a:close/>
                  </a:path>
                </a:pathLst>
              </a:custGeom>
              <a:solidFill>
                <a:srgbClr val="4285F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3"/>
              <p:cNvSpPr/>
              <p:nvPr/>
            </p:nvSpPr>
            <p:spPr>
              <a:xfrm>
                <a:off x="5532590" y="4625614"/>
                <a:ext cx="25148" cy="167830"/>
              </a:xfrm>
              <a:custGeom>
                <a:rect b="b" l="l" r="r" t="t"/>
                <a:pathLst>
                  <a:path extrusionOk="0" h="167830" w="25148">
                    <a:moveTo>
                      <a:pt x="25149" y="0"/>
                    </a:moveTo>
                    <a:lnTo>
                      <a:pt x="25149" y="167831"/>
                    </a:lnTo>
                    <a:lnTo>
                      <a:pt x="0" y="167831"/>
                    </a:lnTo>
                    <a:lnTo>
                      <a:pt x="0" y="0"/>
                    </a:lnTo>
                    <a:lnTo>
                      <a:pt x="25149" y="0"/>
                    </a:lnTo>
                    <a:close/>
                  </a:path>
                </a:pathLst>
              </a:custGeom>
              <a:solidFill>
                <a:srgbClr val="34A85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3"/>
              <p:cNvSpPr/>
              <p:nvPr/>
            </p:nvSpPr>
            <p:spPr>
              <a:xfrm>
                <a:off x="5572354" y="4682764"/>
                <a:ext cx="104675" cy="114109"/>
              </a:xfrm>
              <a:custGeom>
                <a:rect b="b" l="l" r="r" t="t"/>
                <a:pathLst>
                  <a:path extrusionOk="0" h="114109" w="104675">
                    <a:moveTo>
                      <a:pt x="84082" y="75819"/>
                    </a:moveTo>
                    <a:lnTo>
                      <a:pt x="103537" y="88773"/>
                    </a:lnTo>
                    <a:cubicBezTo>
                      <a:pt x="97274" y="98108"/>
                      <a:pt x="82089" y="114110"/>
                      <a:pt x="55897" y="114110"/>
                    </a:cubicBezTo>
                    <a:cubicBezTo>
                      <a:pt x="23441" y="114110"/>
                      <a:pt x="0" y="89059"/>
                      <a:pt x="0" y="57055"/>
                    </a:cubicBezTo>
                    <a:cubicBezTo>
                      <a:pt x="0" y="23146"/>
                      <a:pt x="23630" y="0"/>
                      <a:pt x="53145" y="0"/>
                    </a:cubicBezTo>
                    <a:cubicBezTo>
                      <a:pt x="82754" y="0"/>
                      <a:pt x="97274" y="23527"/>
                      <a:pt x="102019" y="36290"/>
                    </a:cubicBezTo>
                    <a:lnTo>
                      <a:pt x="104676" y="42767"/>
                    </a:lnTo>
                    <a:lnTo>
                      <a:pt x="28280" y="74390"/>
                    </a:lnTo>
                    <a:cubicBezTo>
                      <a:pt x="34164" y="85820"/>
                      <a:pt x="43180" y="91726"/>
                      <a:pt x="55992" y="91726"/>
                    </a:cubicBezTo>
                    <a:cubicBezTo>
                      <a:pt x="68708" y="91631"/>
                      <a:pt x="77629" y="85344"/>
                      <a:pt x="84082" y="75819"/>
                    </a:cubicBezTo>
                    <a:close/>
                    <a:moveTo>
                      <a:pt x="24200" y="55245"/>
                    </a:moveTo>
                    <a:lnTo>
                      <a:pt x="75257" y="34100"/>
                    </a:lnTo>
                    <a:cubicBezTo>
                      <a:pt x="72410" y="26956"/>
                      <a:pt x="63963" y="22003"/>
                      <a:pt x="53999" y="22003"/>
                    </a:cubicBezTo>
                    <a:cubicBezTo>
                      <a:pt x="41282" y="22003"/>
                      <a:pt x="23535" y="33242"/>
                      <a:pt x="24200" y="55245"/>
                    </a:cubicBezTo>
                    <a:close/>
                  </a:path>
                </a:pathLst>
              </a:custGeom>
              <a:solidFill>
                <a:srgbClr val="EA433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b Title - Text and image horizontal">
  <p:cSld name="BLANK_1_2">
    <p:spTree>
      <p:nvGrpSpPr>
        <p:cNvPr id="47" name="Shape 47"/>
        <p:cNvGrpSpPr/>
        <p:nvPr/>
      </p:nvGrpSpPr>
      <p:grpSpPr>
        <a:xfrm>
          <a:off x="0" y="0"/>
          <a:ext cx="0" cy="0"/>
          <a:chOff x="0" y="0"/>
          <a:chExt cx="0" cy="0"/>
        </a:xfrm>
      </p:grpSpPr>
      <p:sp>
        <p:nvSpPr>
          <p:cNvPr id="48" name="Google Shape;48;p4"/>
          <p:cNvSpPr txBox="1"/>
          <p:nvPr>
            <p:ph type="title"/>
          </p:nvPr>
        </p:nvSpPr>
        <p:spPr>
          <a:xfrm>
            <a:off x="3227700" y="1009125"/>
            <a:ext cx="5458800" cy="13086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4000"/>
              <a:buNone/>
              <a:defRPr sz="4000"/>
            </a:lvl1pPr>
            <a:lvl2pPr lvl="1">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2pPr>
            <a:lvl3pPr lvl="2">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3pPr>
            <a:lvl4pPr lvl="3">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4pPr>
            <a:lvl5pPr lvl="4">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5pPr>
            <a:lvl6pPr lvl="5">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6pPr>
            <a:lvl7pPr lvl="6">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7pPr>
            <a:lvl8pPr lvl="7">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8pPr>
            <a:lvl9pPr lvl="8">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9pPr>
          </a:lstStyle>
          <a:p/>
        </p:txBody>
      </p:sp>
      <p:sp>
        <p:nvSpPr>
          <p:cNvPr id="49" name="Google Shape;49;p4"/>
          <p:cNvSpPr txBox="1"/>
          <p:nvPr>
            <p:ph idx="1" type="subTitle"/>
          </p:nvPr>
        </p:nvSpPr>
        <p:spPr>
          <a:xfrm>
            <a:off x="5998500" y="2613762"/>
            <a:ext cx="2688300" cy="7527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0" name="Google Shape;50;p4"/>
          <p:cNvSpPr txBox="1"/>
          <p:nvPr>
            <p:ph idx="2" type="subTitle"/>
          </p:nvPr>
        </p:nvSpPr>
        <p:spPr>
          <a:xfrm>
            <a:off x="3227700" y="2613724"/>
            <a:ext cx="2688300" cy="7527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1" name="Google Shape;51;p4"/>
          <p:cNvSpPr/>
          <p:nvPr>
            <p:ph idx="3" type="pic"/>
          </p:nvPr>
        </p:nvSpPr>
        <p:spPr>
          <a:xfrm>
            <a:off x="0" y="3609800"/>
            <a:ext cx="9144000" cy="1533600"/>
          </a:xfrm>
          <a:prstGeom prst="rect">
            <a:avLst/>
          </a:prstGeom>
          <a:noFill/>
          <a:ln>
            <a:noFill/>
          </a:ln>
        </p:spPr>
      </p:sp>
      <p:grpSp>
        <p:nvGrpSpPr>
          <p:cNvPr id="52" name="Google Shape;52;p4"/>
          <p:cNvGrpSpPr/>
          <p:nvPr/>
        </p:nvGrpSpPr>
        <p:grpSpPr>
          <a:xfrm>
            <a:off x="457102" y="457195"/>
            <a:ext cx="1532637" cy="202797"/>
            <a:chOff x="4965272" y="4619519"/>
            <a:chExt cx="1726915" cy="228504"/>
          </a:xfrm>
        </p:grpSpPr>
        <p:grpSp>
          <p:nvGrpSpPr>
            <p:cNvPr id="53" name="Google Shape;53;p4"/>
            <p:cNvGrpSpPr/>
            <p:nvPr/>
          </p:nvGrpSpPr>
          <p:grpSpPr>
            <a:xfrm>
              <a:off x="5743461" y="4634759"/>
              <a:ext cx="948726" cy="205929"/>
              <a:chOff x="5743461" y="4634759"/>
              <a:chExt cx="948726" cy="205929"/>
            </a:xfrm>
          </p:grpSpPr>
          <p:sp>
            <p:nvSpPr>
              <p:cNvPr id="54" name="Google Shape;54;p4"/>
              <p:cNvSpPr/>
              <p:nvPr/>
            </p:nvSpPr>
            <p:spPr>
              <a:xfrm>
                <a:off x="5743461" y="4636568"/>
                <a:ext cx="127072" cy="156972"/>
              </a:xfrm>
              <a:custGeom>
                <a:rect b="b" l="l" r="r" t="t"/>
                <a:pathLst>
                  <a:path extrusionOk="0" h="156972" w="127072">
                    <a:moveTo>
                      <a:pt x="0" y="156877"/>
                    </a:moveTo>
                    <a:lnTo>
                      <a:pt x="0" y="0"/>
                    </a:lnTo>
                    <a:lnTo>
                      <a:pt x="47830" y="0"/>
                    </a:lnTo>
                    <a:cubicBezTo>
                      <a:pt x="71650" y="0"/>
                      <a:pt x="90915" y="7239"/>
                      <a:pt x="105340" y="21717"/>
                    </a:cubicBezTo>
                    <a:cubicBezTo>
                      <a:pt x="119860" y="36195"/>
                      <a:pt x="127073" y="55055"/>
                      <a:pt x="127073" y="78486"/>
                    </a:cubicBezTo>
                    <a:cubicBezTo>
                      <a:pt x="127073" y="102013"/>
                      <a:pt x="119860" y="120968"/>
                      <a:pt x="105340" y="135350"/>
                    </a:cubicBezTo>
                    <a:cubicBezTo>
                      <a:pt x="90820" y="149733"/>
                      <a:pt x="71650" y="156972"/>
                      <a:pt x="47830" y="156972"/>
                    </a:cubicBezTo>
                    <a:lnTo>
                      <a:pt x="0" y="156972"/>
                    </a:lnTo>
                    <a:close/>
                    <a:moveTo>
                      <a:pt x="20119" y="19241"/>
                    </a:moveTo>
                    <a:lnTo>
                      <a:pt x="20119" y="137541"/>
                    </a:lnTo>
                    <a:lnTo>
                      <a:pt x="47830" y="137541"/>
                    </a:lnTo>
                    <a:cubicBezTo>
                      <a:pt x="66051" y="137541"/>
                      <a:pt x="80381" y="132302"/>
                      <a:pt x="90820" y="121920"/>
                    </a:cubicBezTo>
                    <a:cubicBezTo>
                      <a:pt x="101259" y="111443"/>
                      <a:pt x="106574" y="96965"/>
                      <a:pt x="106574" y="78391"/>
                    </a:cubicBezTo>
                    <a:cubicBezTo>
                      <a:pt x="106574" y="60008"/>
                      <a:pt x="101354" y="45530"/>
                      <a:pt x="90820" y="35052"/>
                    </a:cubicBezTo>
                    <a:cubicBezTo>
                      <a:pt x="80381" y="24575"/>
                      <a:pt x="66051" y="19241"/>
                      <a:pt x="47830" y="19241"/>
                    </a:cubicBezTo>
                    <a:lnTo>
                      <a:pt x="20119" y="19241"/>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4"/>
              <p:cNvSpPr/>
              <p:nvPr/>
            </p:nvSpPr>
            <p:spPr>
              <a:xfrm>
                <a:off x="5884484"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3" y="0"/>
                      <a:pt x="81235" y="5143"/>
                      <a:pt x="90631" y="15430"/>
                    </a:cubicBezTo>
                    <a:cubicBezTo>
                      <a:pt x="100026" y="25717"/>
                      <a:pt x="104676" y="40196"/>
                      <a:pt x="104676" y="58674"/>
                    </a:cubicBezTo>
                    <a:lnTo>
                      <a:pt x="104486" y="60865"/>
                    </a:lnTo>
                    <a:lnTo>
                      <a:pt x="20499" y="60865"/>
                    </a:lnTo>
                    <a:cubicBezTo>
                      <a:pt x="20783" y="71342"/>
                      <a:pt x="24295" y="79820"/>
                      <a:pt x="30938" y="86297"/>
                    </a:cubicBezTo>
                    <a:cubicBezTo>
                      <a:pt x="37676" y="92678"/>
                      <a:pt x="45647" y="95917"/>
                      <a:pt x="54948" y="95917"/>
                    </a:cubicBezTo>
                    <a:cubicBezTo>
                      <a:pt x="67759" y="95917"/>
                      <a:pt x="77819" y="89535"/>
                      <a:pt x="85031" y="76676"/>
                    </a:cubicBezTo>
                    <a:lnTo>
                      <a:pt x="102968" y="85439"/>
                    </a:lnTo>
                    <a:cubicBezTo>
                      <a:pt x="98128" y="94488"/>
                      <a:pt x="91485" y="101537"/>
                      <a:pt x="83038" y="106680"/>
                    </a:cubicBezTo>
                    <a:cubicBezTo>
                      <a:pt x="74497" y="111728"/>
                      <a:pt x="64912" y="114300"/>
                      <a:pt x="54094" y="114300"/>
                    </a:cubicBezTo>
                    <a:close/>
                    <a:moveTo>
                      <a:pt x="22017" y="44196"/>
                    </a:moveTo>
                    <a:lnTo>
                      <a:pt x="83323" y="44196"/>
                    </a:lnTo>
                    <a:cubicBezTo>
                      <a:pt x="82754" y="36766"/>
                      <a:pt x="79717" y="30575"/>
                      <a:pt x="74213" y="25717"/>
                    </a:cubicBezTo>
                    <a:cubicBezTo>
                      <a:pt x="68708" y="20860"/>
                      <a:pt x="61401" y="18383"/>
                      <a:pt x="52291" y="18383"/>
                    </a:cubicBezTo>
                    <a:cubicBezTo>
                      <a:pt x="44698" y="18383"/>
                      <a:pt x="38245" y="20765"/>
                      <a:pt x="32741" y="25432"/>
                    </a:cubicBezTo>
                    <a:cubicBezTo>
                      <a:pt x="27331" y="30099"/>
                      <a:pt x="23725" y="36385"/>
                      <a:pt x="22017" y="44196"/>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4"/>
              <p:cNvSpPr/>
              <p:nvPr/>
            </p:nvSpPr>
            <p:spPr>
              <a:xfrm>
                <a:off x="6000927"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4" y="0"/>
                      <a:pt x="81235" y="5143"/>
                      <a:pt x="90631" y="15430"/>
                    </a:cubicBezTo>
                    <a:cubicBezTo>
                      <a:pt x="100026" y="25717"/>
                      <a:pt x="104676" y="40196"/>
                      <a:pt x="104676" y="58674"/>
                    </a:cubicBezTo>
                    <a:lnTo>
                      <a:pt x="104486" y="60865"/>
                    </a:lnTo>
                    <a:lnTo>
                      <a:pt x="20404" y="60865"/>
                    </a:lnTo>
                    <a:cubicBezTo>
                      <a:pt x="20688" y="71342"/>
                      <a:pt x="24200" y="79820"/>
                      <a:pt x="30843" y="86297"/>
                    </a:cubicBezTo>
                    <a:cubicBezTo>
                      <a:pt x="37581" y="92678"/>
                      <a:pt x="45553" y="95917"/>
                      <a:pt x="54853" y="95917"/>
                    </a:cubicBezTo>
                    <a:cubicBezTo>
                      <a:pt x="67665" y="95917"/>
                      <a:pt x="77724" y="89535"/>
                      <a:pt x="84937" y="76676"/>
                    </a:cubicBezTo>
                    <a:lnTo>
                      <a:pt x="102873" y="85439"/>
                    </a:lnTo>
                    <a:cubicBezTo>
                      <a:pt x="98033" y="94488"/>
                      <a:pt x="91390" y="101537"/>
                      <a:pt x="82944" y="106680"/>
                    </a:cubicBezTo>
                    <a:cubicBezTo>
                      <a:pt x="74497" y="111728"/>
                      <a:pt x="64817" y="114300"/>
                      <a:pt x="54094" y="114300"/>
                    </a:cubicBezTo>
                    <a:close/>
                    <a:moveTo>
                      <a:pt x="22017" y="44196"/>
                    </a:moveTo>
                    <a:lnTo>
                      <a:pt x="83323" y="44196"/>
                    </a:lnTo>
                    <a:cubicBezTo>
                      <a:pt x="82754" y="36766"/>
                      <a:pt x="79717" y="30575"/>
                      <a:pt x="74308" y="25717"/>
                    </a:cubicBezTo>
                    <a:cubicBezTo>
                      <a:pt x="68803" y="20860"/>
                      <a:pt x="61496" y="18383"/>
                      <a:pt x="52385" y="18383"/>
                    </a:cubicBezTo>
                    <a:cubicBezTo>
                      <a:pt x="44793" y="18383"/>
                      <a:pt x="38340" y="20765"/>
                      <a:pt x="32836" y="25432"/>
                    </a:cubicBezTo>
                    <a:cubicBezTo>
                      <a:pt x="27332" y="30099"/>
                      <a:pt x="23725" y="36385"/>
                      <a:pt x="22017" y="44196"/>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4"/>
              <p:cNvSpPr/>
              <p:nvPr/>
            </p:nvSpPr>
            <p:spPr>
              <a:xfrm>
                <a:off x="6122401" y="4682574"/>
                <a:ext cx="107333" cy="158114"/>
              </a:xfrm>
              <a:custGeom>
                <a:rect b="b" l="l" r="r" t="t"/>
                <a:pathLst>
                  <a:path extrusionOk="0" h="158114" w="107333">
                    <a:moveTo>
                      <a:pt x="56561" y="114300"/>
                    </a:moveTo>
                    <a:cubicBezTo>
                      <a:pt x="48684" y="114300"/>
                      <a:pt x="41567" y="112586"/>
                      <a:pt x="35113" y="109252"/>
                    </a:cubicBezTo>
                    <a:cubicBezTo>
                      <a:pt x="28660" y="105918"/>
                      <a:pt x="23630" y="101441"/>
                      <a:pt x="20119" y="95917"/>
                    </a:cubicBezTo>
                    <a:lnTo>
                      <a:pt x="19265" y="95917"/>
                    </a:lnTo>
                    <a:lnTo>
                      <a:pt x="20119" y="110776"/>
                    </a:lnTo>
                    <a:lnTo>
                      <a:pt x="20119" y="158115"/>
                    </a:lnTo>
                    <a:lnTo>
                      <a:pt x="0" y="158115"/>
                    </a:lnTo>
                    <a:lnTo>
                      <a:pt x="0" y="3524"/>
                    </a:lnTo>
                    <a:lnTo>
                      <a:pt x="19170" y="3524"/>
                    </a:lnTo>
                    <a:lnTo>
                      <a:pt x="19170" y="18383"/>
                    </a:lnTo>
                    <a:lnTo>
                      <a:pt x="20024" y="18383"/>
                    </a:lnTo>
                    <a:cubicBezTo>
                      <a:pt x="23536" y="12859"/>
                      <a:pt x="28470" y="8382"/>
                      <a:pt x="35019" y="5048"/>
                    </a:cubicBezTo>
                    <a:cubicBezTo>
                      <a:pt x="41472" y="1715"/>
                      <a:pt x="48684" y="0"/>
                      <a:pt x="56466" y="0"/>
                    </a:cubicBezTo>
                    <a:cubicBezTo>
                      <a:pt x="70606" y="0"/>
                      <a:pt x="82564" y="5524"/>
                      <a:pt x="92244" y="16669"/>
                    </a:cubicBezTo>
                    <a:cubicBezTo>
                      <a:pt x="102303" y="27908"/>
                      <a:pt x="107333" y="41434"/>
                      <a:pt x="107333" y="57150"/>
                    </a:cubicBezTo>
                    <a:cubicBezTo>
                      <a:pt x="107333" y="73057"/>
                      <a:pt x="102303" y="86582"/>
                      <a:pt x="92244" y="97631"/>
                    </a:cubicBezTo>
                    <a:cubicBezTo>
                      <a:pt x="82564" y="108776"/>
                      <a:pt x="70606" y="114300"/>
                      <a:pt x="56561" y="114300"/>
                    </a:cubicBezTo>
                    <a:close/>
                    <a:moveTo>
                      <a:pt x="53240" y="95917"/>
                    </a:moveTo>
                    <a:cubicBezTo>
                      <a:pt x="62825" y="95917"/>
                      <a:pt x="70891" y="92297"/>
                      <a:pt x="77439" y="84963"/>
                    </a:cubicBezTo>
                    <a:cubicBezTo>
                      <a:pt x="83987" y="77819"/>
                      <a:pt x="87309" y="68485"/>
                      <a:pt x="87309" y="57150"/>
                    </a:cubicBezTo>
                    <a:cubicBezTo>
                      <a:pt x="87309" y="45910"/>
                      <a:pt x="84082" y="36671"/>
                      <a:pt x="77439" y="29337"/>
                    </a:cubicBezTo>
                    <a:cubicBezTo>
                      <a:pt x="70891" y="22003"/>
                      <a:pt x="62825" y="18383"/>
                      <a:pt x="53240" y="18383"/>
                    </a:cubicBezTo>
                    <a:cubicBezTo>
                      <a:pt x="43465" y="18383"/>
                      <a:pt x="35303" y="22003"/>
                      <a:pt x="28755" y="29337"/>
                    </a:cubicBezTo>
                    <a:cubicBezTo>
                      <a:pt x="22397" y="36671"/>
                      <a:pt x="19170" y="45910"/>
                      <a:pt x="19170" y="57150"/>
                    </a:cubicBezTo>
                    <a:cubicBezTo>
                      <a:pt x="19170" y="68580"/>
                      <a:pt x="22397" y="77915"/>
                      <a:pt x="28755" y="85154"/>
                    </a:cubicBezTo>
                    <a:cubicBezTo>
                      <a:pt x="35398" y="92393"/>
                      <a:pt x="43465" y="95917"/>
                      <a:pt x="53240" y="95917"/>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4"/>
              <p:cNvSpPr/>
              <p:nvPr/>
            </p:nvSpPr>
            <p:spPr>
              <a:xfrm>
                <a:off x="6251371" y="4636568"/>
                <a:ext cx="149848" cy="156876"/>
              </a:xfrm>
              <a:custGeom>
                <a:rect b="b" l="l" r="r" t="t"/>
                <a:pathLst>
                  <a:path extrusionOk="0" h="156876" w="149848">
                    <a:moveTo>
                      <a:pt x="20119" y="156877"/>
                    </a:moveTo>
                    <a:lnTo>
                      <a:pt x="0" y="156877"/>
                    </a:lnTo>
                    <a:lnTo>
                      <a:pt x="0" y="0"/>
                    </a:lnTo>
                    <a:lnTo>
                      <a:pt x="20119" y="0"/>
                    </a:lnTo>
                    <a:lnTo>
                      <a:pt x="74497" y="95536"/>
                    </a:lnTo>
                    <a:lnTo>
                      <a:pt x="75351" y="95536"/>
                    </a:lnTo>
                    <a:lnTo>
                      <a:pt x="129730" y="0"/>
                    </a:lnTo>
                    <a:lnTo>
                      <a:pt x="149849" y="0"/>
                    </a:lnTo>
                    <a:lnTo>
                      <a:pt x="149849" y="156877"/>
                    </a:lnTo>
                    <a:lnTo>
                      <a:pt x="129730" y="156877"/>
                    </a:lnTo>
                    <a:lnTo>
                      <a:pt x="129730" y="63722"/>
                    </a:lnTo>
                    <a:lnTo>
                      <a:pt x="130584" y="37433"/>
                    </a:lnTo>
                    <a:lnTo>
                      <a:pt x="129730" y="37433"/>
                    </a:lnTo>
                    <a:lnTo>
                      <a:pt x="80856" y="123539"/>
                    </a:lnTo>
                    <a:lnTo>
                      <a:pt x="69088" y="123539"/>
                    </a:lnTo>
                    <a:lnTo>
                      <a:pt x="20214" y="37433"/>
                    </a:lnTo>
                    <a:lnTo>
                      <a:pt x="19360" y="37433"/>
                    </a:lnTo>
                    <a:lnTo>
                      <a:pt x="20214" y="63722"/>
                    </a:lnTo>
                    <a:lnTo>
                      <a:pt x="20214" y="156877"/>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4"/>
              <p:cNvSpPr/>
              <p:nvPr/>
            </p:nvSpPr>
            <p:spPr>
              <a:xfrm>
                <a:off x="6425515" y="4634759"/>
                <a:ext cx="28470" cy="158686"/>
              </a:xfrm>
              <a:custGeom>
                <a:rect b="b" l="l" r="r" t="t"/>
                <a:pathLst>
                  <a:path extrusionOk="0" h="158686" w="28470">
                    <a:moveTo>
                      <a:pt x="28470" y="14287"/>
                    </a:moveTo>
                    <a:cubicBezTo>
                      <a:pt x="28470" y="18193"/>
                      <a:pt x="27047" y="21622"/>
                      <a:pt x="24295" y="24384"/>
                    </a:cubicBezTo>
                    <a:cubicBezTo>
                      <a:pt x="21543" y="27146"/>
                      <a:pt x="18221" y="28575"/>
                      <a:pt x="14235" y="28575"/>
                    </a:cubicBezTo>
                    <a:cubicBezTo>
                      <a:pt x="10249" y="28575"/>
                      <a:pt x="6928" y="27146"/>
                      <a:pt x="4176" y="24384"/>
                    </a:cubicBezTo>
                    <a:cubicBezTo>
                      <a:pt x="1424" y="21622"/>
                      <a:pt x="0" y="18288"/>
                      <a:pt x="0" y="14287"/>
                    </a:cubicBezTo>
                    <a:cubicBezTo>
                      <a:pt x="0" y="10287"/>
                      <a:pt x="1424" y="6953"/>
                      <a:pt x="4176" y="4191"/>
                    </a:cubicBezTo>
                    <a:cubicBezTo>
                      <a:pt x="6928" y="1429"/>
                      <a:pt x="10249" y="0"/>
                      <a:pt x="14235" y="0"/>
                    </a:cubicBezTo>
                    <a:cubicBezTo>
                      <a:pt x="18221" y="0"/>
                      <a:pt x="21543" y="1429"/>
                      <a:pt x="24295" y="4191"/>
                    </a:cubicBezTo>
                    <a:cubicBezTo>
                      <a:pt x="27047" y="6953"/>
                      <a:pt x="28470" y="10287"/>
                      <a:pt x="28470" y="14287"/>
                    </a:cubicBezTo>
                    <a:close/>
                    <a:moveTo>
                      <a:pt x="24390" y="51340"/>
                    </a:moveTo>
                    <a:lnTo>
                      <a:pt x="24390" y="158687"/>
                    </a:lnTo>
                    <a:lnTo>
                      <a:pt x="4271" y="158687"/>
                    </a:lnTo>
                    <a:lnTo>
                      <a:pt x="4271" y="51340"/>
                    </a:lnTo>
                    <a:lnTo>
                      <a:pt x="24390" y="51340"/>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4"/>
              <p:cNvSpPr/>
              <p:nvPr/>
            </p:nvSpPr>
            <p:spPr>
              <a:xfrm>
                <a:off x="6473630" y="4682574"/>
                <a:ext cx="94806" cy="110775"/>
              </a:xfrm>
              <a:custGeom>
                <a:rect b="b" l="l" r="r" t="t"/>
                <a:pathLst>
                  <a:path extrusionOk="0" h="110775" w="94806">
                    <a:moveTo>
                      <a:pt x="95" y="3524"/>
                    </a:moveTo>
                    <a:lnTo>
                      <a:pt x="19265" y="3524"/>
                    </a:lnTo>
                    <a:lnTo>
                      <a:pt x="19265" y="18383"/>
                    </a:lnTo>
                    <a:lnTo>
                      <a:pt x="20119" y="18383"/>
                    </a:lnTo>
                    <a:cubicBezTo>
                      <a:pt x="23156" y="13145"/>
                      <a:pt x="27901" y="8763"/>
                      <a:pt x="34164" y="5239"/>
                    </a:cubicBezTo>
                    <a:cubicBezTo>
                      <a:pt x="40428" y="1715"/>
                      <a:pt x="47071" y="0"/>
                      <a:pt x="53904" y="0"/>
                    </a:cubicBezTo>
                    <a:cubicBezTo>
                      <a:pt x="67000" y="0"/>
                      <a:pt x="77060" y="3715"/>
                      <a:pt x="84177" y="11240"/>
                    </a:cubicBezTo>
                    <a:cubicBezTo>
                      <a:pt x="91200" y="18764"/>
                      <a:pt x="94806" y="29432"/>
                      <a:pt x="94806" y="43339"/>
                    </a:cubicBezTo>
                    <a:lnTo>
                      <a:pt x="94806" y="110776"/>
                    </a:lnTo>
                    <a:lnTo>
                      <a:pt x="74687" y="110776"/>
                    </a:lnTo>
                    <a:lnTo>
                      <a:pt x="74687" y="44577"/>
                    </a:lnTo>
                    <a:cubicBezTo>
                      <a:pt x="74213" y="27051"/>
                      <a:pt x="65482" y="18288"/>
                      <a:pt x="48305" y="18288"/>
                    </a:cubicBezTo>
                    <a:cubicBezTo>
                      <a:pt x="40333" y="18288"/>
                      <a:pt x="33595" y="21527"/>
                      <a:pt x="28186" y="28004"/>
                    </a:cubicBezTo>
                    <a:cubicBezTo>
                      <a:pt x="22776" y="34481"/>
                      <a:pt x="20119" y="42291"/>
                      <a:pt x="20119" y="51340"/>
                    </a:cubicBezTo>
                    <a:lnTo>
                      <a:pt x="20119" y="110681"/>
                    </a:lnTo>
                    <a:lnTo>
                      <a:pt x="0" y="110681"/>
                    </a:lnTo>
                    <a:lnTo>
                      <a:pt x="0" y="3524"/>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4"/>
              <p:cNvSpPr/>
              <p:nvPr/>
            </p:nvSpPr>
            <p:spPr>
              <a:xfrm>
                <a:off x="6584759" y="4636568"/>
                <a:ext cx="107428" cy="160305"/>
              </a:xfrm>
              <a:custGeom>
                <a:rect b="b" l="l" r="r" t="t"/>
                <a:pathLst>
                  <a:path extrusionOk="0" h="160305" w="107428">
                    <a:moveTo>
                      <a:pt x="50772" y="160306"/>
                    </a:moveTo>
                    <a:cubicBezTo>
                      <a:pt x="36822" y="160306"/>
                      <a:pt x="24769" y="154781"/>
                      <a:pt x="14805" y="143637"/>
                    </a:cubicBezTo>
                    <a:cubicBezTo>
                      <a:pt x="4935" y="132398"/>
                      <a:pt x="0" y="118872"/>
                      <a:pt x="0" y="103156"/>
                    </a:cubicBezTo>
                    <a:cubicBezTo>
                      <a:pt x="0" y="87440"/>
                      <a:pt x="4935" y="73914"/>
                      <a:pt x="14805" y="62675"/>
                    </a:cubicBezTo>
                    <a:cubicBezTo>
                      <a:pt x="24864" y="51530"/>
                      <a:pt x="36822" y="46006"/>
                      <a:pt x="50772" y="46006"/>
                    </a:cubicBezTo>
                    <a:cubicBezTo>
                      <a:pt x="58649" y="46006"/>
                      <a:pt x="65767" y="47720"/>
                      <a:pt x="72315" y="51054"/>
                    </a:cubicBezTo>
                    <a:cubicBezTo>
                      <a:pt x="78768" y="54388"/>
                      <a:pt x="83798" y="58865"/>
                      <a:pt x="87309" y="64389"/>
                    </a:cubicBezTo>
                    <a:lnTo>
                      <a:pt x="88163" y="64389"/>
                    </a:lnTo>
                    <a:lnTo>
                      <a:pt x="87309" y="49530"/>
                    </a:lnTo>
                    <a:lnTo>
                      <a:pt x="87309" y="0"/>
                    </a:lnTo>
                    <a:lnTo>
                      <a:pt x="107428" y="0"/>
                    </a:lnTo>
                    <a:lnTo>
                      <a:pt x="107428" y="156877"/>
                    </a:lnTo>
                    <a:lnTo>
                      <a:pt x="88258" y="156877"/>
                    </a:lnTo>
                    <a:lnTo>
                      <a:pt x="88258" y="142018"/>
                    </a:lnTo>
                    <a:lnTo>
                      <a:pt x="87404" y="142018"/>
                    </a:lnTo>
                    <a:cubicBezTo>
                      <a:pt x="83893" y="147542"/>
                      <a:pt x="78958" y="152019"/>
                      <a:pt x="72410" y="155353"/>
                    </a:cubicBezTo>
                    <a:cubicBezTo>
                      <a:pt x="65861" y="158687"/>
                      <a:pt x="58649" y="160306"/>
                      <a:pt x="50772" y="160306"/>
                    </a:cubicBezTo>
                    <a:close/>
                    <a:moveTo>
                      <a:pt x="54094" y="141923"/>
                    </a:moveTo>
                    <a:cubicBezTo>
                      <a:pt x="63963" y="141923"/>
                      <a:pt x="72030" y="138303"/>
                      <a:pt x="78293" y="131159"/>
                    </a:cubicBezTo>
                    <a:cubicBezTo>
                      <a:pt x="84842" y="124016"/>
                      <a:pt x="88163" y="114681"/>
                      <a:pt x="88163" y="103156"/>
                    </a:cubicBezTo>
                    <a:cubicBezTo>
                      <a:pt x="88163" y="91916"/>
                      <a:pt x="84842" y="82677"/>
                      <a:pt x="78293" y="75343"/>
                    </a:cubicBezTo>
                    <a:cubicBezTo>
                      <a:pt x="71935" y="68009"/>
                      <a:pt x="63774" y="64389"/>
                      <a:pt x="54094" y="64389"/>
                    </a:cubicBezTo>
                    <a:cubicBezTo>
                      <a:pt x="44509" y="64389"/>
                      <a:pt x="36442" y="68009"/>
                      <a:pt x="29894" y="75343"/>
                    </a:cubicBezTo>
                    <a:cubicBezTo>
                      <a:pt x="23346" y="82677"/>
                      <a:pt x="20024" y="91916"/>
                      <a:pt x="20024" y="103156"/>
                    </a:cubicBezTo>
                    <a:cubicBezTo>
                      <a:pt x="20024" y="114586"/>
                      <a:pt x="23346" y="123825"/>
                      <a:pt x="29894" y="130969"/>
                    </a:cubicBezTo>
                    <a:cubicBezTo>
                      <a:pt x="36347" y="138303"/>
                      <a:pt x="44414" y="141923"/>
                      <a:pt x="54094" y="141923"/>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 name="Google Shape;62;p4"/>
            <p:cNvGrpSpPr/>
            <p:nvPr/>
          </p:nvGrpSpPr>
          <p:grpSpPr>
            <a:xfrm>
              <a:off x="4965272" y="4619519"/>
              <a:ext cx="711757" cy="228504"/>
              <a:chOff x="4965272" y="4619519"/>
              <a:chExt cx="711757" cy="228504"/>
            </a:xfrm>
          </p:grpSpPr>
          <p:sp>
            <p:nvSpPr>
              <p:cNvPr id="63" name="Google Shape;63;p4"/>
              <p:cNvSpPr/>
              <p:nvPr/>
            </p:nvSpPr>
            <p:spPr>
              <a:xfrm>
                <a:off x="4965272" y="4619519"/>
                <a:ext cx="173004" cy="177355"/>
              </a:xfrm>
              <a:custGeom>
                <a:rect b="b" l="l" r="r" t="t"/>
                <a:pathLst>
                  <a:path extrusionOk="0" h="177355" w="173004">
                    <a:moveTo>
                      <a:pt x="90061" y="177356"/>
                    </a:moveTo>
                    <a:cubicBezTo>
                      <a:pt x="41092" y="177356"/>
                      <a:pt x="0" y="137541"/>
                      <a:pt x="0" y="88678"/>
                    </a:cubicBezTo>
                    <a:cubicBezTo>
                      <a:pt x="0" y="39815"/>
                      <a:pt x="41092" y="0"/>
                      <a:pt x="90061" y="0"/>
                    </a:cubicBezTo>
                    <a:cubicBezTo>
                      <a:pt x="117108" y="0"/>
                      <a:pt x="136373" y="10573"/>
                      <a:pt x="150893" y="24479"/>
                    </a:cubicBezTo>
                    <a:lnTo>
                      <a:pt x="133811" y="41529"/>
                    </a:lnTo>
                    <a:cubicBezTo>
                      <a:pt x="123371" y="31814"/>
                      <a:pt x="109326" y="24194"/>
                      <a:pt x="90061" y="24194"/>
                    </a:cubicBezTo>
                    <a:cubicBezTo>
                      <a:pt x="54378" y="24194"/>
                      <a:pt x="26383" y="52959"/>
                      <a:pt x="26383" y="88678"/>
                    </a:cubicBezTo>
                    <a:cubicBezTo>
                      <a:pt x="26383" y="124397"/>
                      <a:pt x="54283" y="153162"/>
                      <a:pt x="90061" y="153162"/>
                    </a:cubicBezTo>
                    <a:cubicBezTo>
                      <a:pt x="113217" y="153162"/>
                      <a:pt x="126408" y="143828"/>
                      <a:pt x="134854" y="135446"/>
                    </a:cubicBezTo>
                    <a:cubicBezTo>
                      <a:pt x="141782" y="128492"/>
                      <a:pt x="146338" y="118586"/>
                      <a:pt x="148046" y="104966"/>
                    </a:cubicBezTo>
                    <a:lnTo>
                      <a:pt x="90061" y="104966"/>
                    </a:lnTo>
                    <a:lnTo>
                      <a:pt x="90061" y="80677"/>
                    </a:lnTo>
                    <a:lnTo>
                      <a:pt x="171676" y="80677"/>
                    </a:lnTo>
                    <a:cubicBezTo>
                      <a:pt x="172530" y="84963"/>
                      <a:pt x="173005" y="90202"/>
                      <a:pt x="173005" y="95822"/>
                    </a:cubicBezTo>
                    <a:cubicBezTo>
                      <a:pt x="173005" y="114014"/>
                      <a:pt x="167975" y="136493"/>
                      <a:pt x="152032" y="152495"/>
                    </a:cubicBezTo>
                    <a:cubicBezTo>
                      <a:pt x="136373" y="168688"/>
                      <a:pt x="116444" y="177356"/>
                      <a:pt x="90061" y="177356"/>
                    </a:cubicBezTo>
                    <a:close/>
                  </a:path>
                </a:pathLst>
              </a:custGeom>
              <a:solidFill>
                <a:srgbClr val="4285F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4"/>
              <p:cNvSpPr/>
              <p:nvPr/>
            </p:nvSpPr>
            <p:spPr>
              <a:xfrm>
                <a:off x="5151847" y="4682669"/>
                <a:ext cx="112552" cy="114109"/>
              </a:xfrm>
              <a:custGeom>
                <a:rect b="b" l="l" r="r" t="t"/>
                <a:pathLst>
                  <a:path extrusionOk="0" h="114109" w="112552">
                    <a:moveTo>
                      <a:pt x="112553" y="57055"/>
                    </a:moveTo>
                    <a:cubicBezTo>
                      <a:pt x="112553" y="89916"/>
                      <a:pt x="87214" y="114110"/>
                      <a:pt x="56276" y="114110"/>
                    </a:cubicBezTo>
                    <a:cubicBezTo>
                      <a:pt x="25339" y="114110"/>
                      <a:pt x="0" y="89916"/>
                      <a:pt x="0" y="57055"/>
                    </a:cubicBezTo>
                    <a:cubicBezTo>
                      <a:pt x="0" y="24003"/>
                      <a:pt x="25339"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631"/>
                      <a:pt x="87878" y="77438"/>
                      <a:pt x="87878" y="57055"/>
                    </a:cubicBezTo>
                    <a:close/>
                  </a:path>
                </a:pathLst>
              </a:custGeom>
              <a:solidFill>
                <a:srgbClr val="EA433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4"/>
              <p:cNvSpPr/>
              <p:nvPr/>
            </p:nvSpPr>
            <p:spPr>
              <a:xfrm>
                <a:off x="5278160" y="4682669"/>
                <a:ext cx="112552" cy="114109"/>
              </a:xfrm>
              <a:custGeom>
                <a:rect b="b" l="l" r="r" t="t"/>
                <a:pathLst>
                  <a:path extrusionOk="0" h="114109" w="112552">
                    <a:moveTo>
                      <a:pt x="112553" y="57055"/>
                    </a:moveTo>
                    <a:cubicBezTo>
                      <a:pt x="112553" y="89916"/>
                      <a:pt x="87309" y="114110"/>
                      <a:pt x="56276" y="114110"/>
                    </a:cubicBezTo>
                    <a:cubicBezTo>
                      <a:pt x="25244" y="114110"/>
                      <a:pt x="0" y="89916"/>
                      <a:pt x="0" y="57055"/>
                    </a:cubicBezTo>
                    <a:cubicBezTo>
                      <a:pt x="0" y="24003"/>
                      <a:pt x="25244"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726"/>
                      <a:pt x="87878" y="77438"/>
                      <a:pt x="87878" y="57055"/>
                    </a:cubicBezTo>
                    <a:close/>
                  </a:path>
                </a:pathLst>
              </a:custGeom>
              <a:solidFill>
                <a:srgbClr val="FBBC0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4"/>
              <p:cNvSpPr/>
              <p:nvPr/>
            </p:nvSpPr>
            <p:spPr>
              <a:xfrm>
                <a:off x="5404284" y="4682574"/>
                <a:ext cx="109515" cy="165449"/>
              </a:xfrm>
              <a:custGeom>
                <a:rect b="b" l="l" r="r" t="t"/>
                <a:pathLst>
                  <a:path extrusionOk="0" h="165449" w="109515">
                    <a:moveTo>
                      <a:pt x="109516" y="3524"/>
                    </a:moveTo>
                    <a:lnTo>
                      <a:pt x="109516" y="106013"/>
                    </a:lnTo>
                    <a:cubicBezTo>
                      <a:pt x="109516" y="148209"/>
                      <a:pt x="84652" y="165449"/>
                      <a:pt x="55232" y="165449"/>
                    </a:cubicBezTo>
                    <a:cubicBezTo>
                      <a:pt x="27521" y="165449"/>
                      <a:pt x="10819" y="146876"/>
                      <a:pt x="4555" y="131731"/>
                    </a:cubicBezTo>
                    <a:lnTo>
                      <a:pt x="26383" y="122682"/>
                    </a:lnTo>
                    <a:cubicBezTo>
                      <a:pt x="30273" y="132017"/>
                      <a:pt x="39764" y="142970"/>
                      <a:pt x="55138" y="142970"/>
                    </a:cubicBezTo>
                    <a:cubicBezTo>
                      <a:pt x="73928" y="142970"/>
                      <a:pt x="85696" y="131255"/>
                      <a:pt x="85696" y="109442"/>
                    </a:cubicBezTo>
                    <a:lnTo>
                      <a:pt x="85696" y="101251"/>
                    </a:lnTo>
                    <a:lnTo>
                      <a:pt x="84842" y="101251"/>
                    </a:lnTo>
                    <a:cubicBezTo>
                      <a:pt x="79242" y="108204"/>
                      <a:pt x="68424" y="114205"/>
                      <a:pt x="54758" y="114205"/>
                    </a:cubicBezTo>
                    <a:cubicBezTo>
                      <a:pt x="26193" y="114205"/>
                      <a:pt x="0" y="89345"/>
                      <a:pt x="0" y="57341"/>
                    </a:cubicBezTo>
                    <a:cubicBezTo>
                      <a:pt x="0" y="25146"/>
                      <a:pt x="26193" y="0"/>
                      <a:pt x="54758" y="0"/>
                    </a:cubicBezTo>
                    <a:cubicBezTo>
                      <a:pt x="68424" y="0"/>
                      <a:pt x="79242" y="6096"/>
                      <a:pt x="84842" y="12764"/>
                    </a:cubicBezTo>
                    <a:lnTo>
                      <a:pt x="85696" y="12764"/>
                    </a:lnTo>
                    <a:lnTo>
                      <a:pt x="85696" y="3524"/>
                    </a:lnTo>
                    <a:lnTo>
                      <a:pt x="109516" y="3524"/>
                    </a:lnTo>
                    <a:close/>
                    <a:moveTo>
                      <a:pt x="87404" y="57436"/>
                    </a:moveTo>
                    <a:cubicBezTo>
                      <a:pt x="87404" y="37338"/>
                      <a:pt x="74023" y="22574"/>
                      <a:pt x="56846" y="22574"/>
                    </a:cubicBezTo>
                    <a:cubicBezTo>
                      <a:pt x="39574" y="22574"/>
                      <a:pt x="25054" y="37243"/>
                      <a:pt x="25054" y="57436"/>
                    </a:cubicBezTo>
                    <a:cubicBezTo>
                      <a:pt x="25054" y="77343"/>
                      <a:pt x="39574" y="91821"/>
                      <a:pt x="56846" y="91821"/>
                    </a:cubicBezTo>
                    <a:cubicBezTo>
                      <a:pt x="74023" y="91821"/>
                      <a:pt x="87404" y="77343"/>
                      <a:pt x="87404" y="57436"/>
                    </a:cubicBezTo>
                    <a:close/>
                  </a:path>
                </a:pathLst>
              </a:custGeom>
              <a:solidFill>
                <a:srgbClr val="4285F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4"/>
              <p:cNvSpPr/>
              <p:nvPr/>
            </p:nvSpPr>
            <p:spPr>
              <a:xfrm>
                <a:off x="5532590" y="4625614"/>
                <a:ext cx="25148" cy="167830"/>
              </a:xfrm>
              <a:custGeom>
                <a:rect b="b" l="l" r="r" t="t"/>
                <a:pathLst>
                  <a:path extrusionOk="0" h="167830" w="25148">
                    <a:moveTo>
                      <a:pt x="25149" y="0"/>
                    </a:moveTo>
                    <a:lnTo>
                      <a:pt x="25149" y="167831"/>
                    </a:lnTo>
                    <a:lnTo>
                      <a:pt x="0" y="167831"/>
                    </a:lnTo>
                    <a:lnTo>
                      <a:pt x="0" y="0"/>
                    </a:lnTo>
                    <a:lnTo>
                      <a:pt x="25149" y="0"/>
                    </a:lnTo>
                    <a:close/>
                  </a:path>
                </a:pathLst>
              </a:custGeom>
              <a:solidFill>
                <a:srgbClr val="34A85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4"/>
              <p:cNvSpPr/>
              <p:nvPr/>
            </p:nvSpPr>
            <p:spPr>
              <a:xfrm>
                <a:off x="5572354" y="4682764"/>
                <a:ext cx="104675" cy="114109"/>
              </a:xfrm>
              <a:custGeom>
                <a:rect b="b" l="l" r="r" t="t"/>
                <a:pathLst>
                  <a:path extrusionOk="0" h="114109" w="104675">
                    <a:moveTo>
                      <a:pt x="84082" y="75819"/>
                    </a:moveTo>
                    <a:lnTo>
                      <a:pt x="103537" y="88773"/>
                    </a:lnTo>
                    <a:cubicBezTo>
                      <a:pt x="97274" y="98108"/>
                      <a:pt x="82089" y="114110"/>
                      <a:pt x="55897" y="114110"/>
                    </a:cubicBezTo>
                    <a:cubicBezTo>
                      <a:pt x="23441" y="114110"/>
                      <a:pt x="0" y="89059"/>
                      <a:pt x="0" y="57055"/>
                    </a:cubicBezTo>
                    <a:cubicBezTo>
                      <a:pt x="0" y="23146"/>
                      <a:pt x="23630" y="0"/>
                      <a:pt x="53145" y="0"/>
                    </a:cubicBezTo>
                    <a:cubicBezTo>
                      <a:pt x="82754" y="0"/>
                      <a:pt x="97274" y="23527"/>
                      <a:pt x="102019" y="36290"/>
                    </a:cubicBezTo>
                    <a:lnTo>
                      <a:pt x="104676" y="42767"/>
                    </a:lnTo>
                    <a:lnTo>
                      <a:pt x="28280" y="74390"/>
                    </a:lnTo>
                    <a:cubicBezTo>
                      <a:pt x="34164" y="85820"/>
                      <a:pt x="43180" y="91726"/>
                      <a:pt x="55992" y="91726"/>
                    </a:cubicBezTo>
                    <a:cubicBezTo>
                      <a:pt x="68708" y="91631"/>
                      <a:pt x="77629" y="85344"/>
                      <a:pt x="84082" y="75819"/>
                    </a:cubicBezTo>
                    <a:close/>
                    <a:moveTo>
                      <a:pt x="24200" y="55245"/>
                    </a:moveTo>
                    <a:lnTo>
                      <a:pt x="75257" y="34100"/>
                    </a:lnTo>
                    <a:cubicBezTo>
                      <a:pt x="72410" y="26956"/>
                      <a:pt x="63963" y="22003"/>
                      <a:pt x="53999" y="22003"/>
                    </a:cubicBezTo>
                    <a:cubicBezTo>
                      <a:pt x="41282" y="22003"/>
                      <a:pt x="23535" y="33242"/>
                      <a:pt x="24200" y="55245"/>
                    </a:cubicBezTo>
                    <a:close/>
                  </a:path>
                </a:pathLst>
              </a:custGeom>
              <a:solidFill>
                <a:srgbClr val="EA433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c Title - Text and image vertical">
  <p:cSld name="BLANK_1_2_1">
    <p:spTree>
      <p:nvGrpSpPr>
        <p:cNvPr id="69" name="Shape 69"/>
        <p:cNvGrpSpPr/>
        <p:nvPr/>
      </p:nvGrpSpPr>
      <p:grpSpPr>
        <a:xfrm>
          <a:off x="0" y="0"/>
          <a:ext cx="0" cy="0"/>
          <a:chOff x="0" y="0"/>
          <a:chExt cx="0" cy="0"/>
        </a:xfrm>
      </p:grpSpPr>
      <p:sp>
        <p:nvSpPr>
          <p:cNvPr id="70" name="Google Shape;70;p5"/>
          <p:cNvSpPr txBox="1"/>
          <p:nvPr>
            <p:ph type="title"/>
          </p:nvPr>
        </p:nvSpPr>
        <p:spPr>
          <a:xfrm>
            <a:off x="3227700" y="1009125"/>
            <a:ext cx="5458800" cy="13086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4800"/>
              <a:buNone/>
              <a:defRPr sz="4800"/>
            </a:lvl1pPr>
            <a:lvl2pPr lvl="1">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2pPr>
            <a:lvl3pPr lvl="2">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3pPr>
            <a:lvl4pPr lvl="3">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4pPr>
            <a:lvl5pPr lvl="4">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5pPr>
            <a:lvl6pPr lvl="5">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6pPr>
            <a:lvl7pPr lvl="6">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7pPr>
            <a:lvl8pPr lvl="7">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8pPr>
            <a:lvl9pPr lvl="8">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9pPr>
          </a:lstStyle>
          <a:p/>
        </p:txBody>
      </p:sp>
      <p:sp>
        <p:nvSpPr>
          <p:cNvPr id="71" name="Google Shape;71;p5"/>
          <p:cNvSpPr txBox="1"/>
          <p:nvPr>
            <p:ph idx="1" type="subTitle"/>
          </p:nvPr>
        </p:nvSpPr>
        <p:spPr>
          <a:xfrm>
            <a:off x="5998500" y="3692046"/>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2" name="Google Shape;72;p5"/>
          <p:cNvSpPr txBox="1"/>
          <p:nvPr>
            <p:ph idx="2" type="subTitle"/>
          </p:nvPr>
        </p:nvSpPr>
        <p:spPr>
          <a:xfrm>
            <a:off x="3227700" y="3691996"/>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3" name="Google Shape;73;p5"/>
          <p:cNvSpPr/>
          <p:nvPr>
            <p:ph idx="3" type="pic"/>
          </p:nvPr>
        </p:nvSpPr>
        <p:spPr>
          <a:xfrm>
            <a:off x="0" y="1009125"/>
            <a:ext cx="2925900" cy="4134300"/>
          </a:xfrm>
          <a:prstGeom prst="rect">
            <a:avLst/>
          </a:prstGeom>
          <a:noFill/>
          <a:ln>
            <a:noFill/>
          </a:ln>
        </p:spPr>
      </p:sp>
      <p:grpSp>
        <p:nvGrpSpPr>
          <p:cNvPr id="74" name="Google Shape;74;p5"/>
          <p:cNvGrpSpPr/>
          <p:nvPr/>
        </p:nvGrpSpPr>
        <p:grpSpPr>
          <a:xfrm>
            <a:off x="457102" y="457195"/>
            <a:ext cx="1532637" cy="202797"/>
            <a:chOff x="4965272" y="4619519"/>
            <a:chExt cx="1726915" cy="228504"/>
          </a:xfrm>
        </p:grpSpPr>
        <p:grpSp>
          <p:nvGrpSpPr>
            <p:cNvPr id="75" name="Google Shape;75;p5"/>
            <p:cNvGrpSpPr/>
            <p:nvPr/>
          </p:nvGrpSpPr>
          <p:grpSpPr>
            <a:xfrm>
              <a:off x="5743461" y="4634759"/>
              <a:ext cx="948726" cy="205929"/>
              <a:chOff x="5743461" y="4634759"/>
              <a:chExt cx="948726" cy="205929"/>
            </a:xfrm>
          </p:grpSpPr>
          <p:sp>
            <p:nvSpPr>
              <p:cNvPr id="76" name="Google Shape;76;p5"/>
              <p:cNvSpPr/>
              <p:nvPr/>
            </p:nvSpPr>
            <p:spPr>
              <a:xfrm>
                <a:off x="5743461" y="4636568"/>
                <a:ext cx="127072" cy="156972"/>
              </a:xfrm>
              <a:custGeom>
                <a:rect b="b" l="l" r="r" t="t"/>
                <a:pathLst>
                  <a:path extrusionOk="0" h="156972" w="127072">
                    <a:moveTo>
                      <a:pt x="0" y="156877"/>
                    </a:moveTo>
                    <a:lnTo>
                      <a:pt x="0" y="0"/>
                    </a:lnTo>
                    <a:lnTo>
                      <a:pt x="47830" y="0"/>
                    </a:lnTo>
                    <a:cubicBezTo>
                      <a:pt x="71650" y="0"/>
                      <a:pt x="90915" y="7239"/>
                      <a:pt x="105340" y="21717"/>
                    </a:cubicBezTo>
                    <a:cubicBezTo>
                      <a:pt x="119860" y="36195"/>
                      <a:pt x="127073" y="55055"/>
                      <a:pt x="127073" y="78486"/>
                    </a:cubicBezTo>
                    <a:cubicBezTo>
                      <a:pt x="127073" y="102013"/>
                      <a:pt x="119860" y="120968"/>
                      <a:pt x="105340" y="135350"/>
                    </a:cubicBezTo>
                    <a:cubicBezTo>
                      <a:pt x="90820" y="149733"/>
                      <a:pt x="71650" y="156972"/>
                      <a:pt x="47830" y="156972"/>
                    </a:cubicBezTo>
                    <a:lnTo>
                      <a:pt x="0" y="156972"/>
                    </a:lnTo>
                    <a:close/>
                    <a:moveTo>
                      <a:pt x="20119" y="19241"/>
                    </a:moveTo>
                    <a:lnTo>
                      <a:pt x="20119" y="137541"/>
                    </a:lnTo>
                    <a:lnTo>
                      <a:pt x="47830" y="137541"/>
                    </a:lnTo>
                    <a:cubicBezTo>
                      <a:pt x="66051" y="137541"/>
                      <a:pt x="80381" y="132302"/>
                      <a:pt x="90820" y="121920"/>
                    </a:cubicBezTo>
                    <a:cubicBezTo>
                      <a:pt x="101259" y="111443"/>
                      <a:pt x="106574" y="96965"/>
                      <a:pt x="106574" y="78391"/>
                    </a:cubicBezTo>
                    <a:cubicBezTo>
                      <a:pt x="106574" y="60008"/>
                      <a:pt x="101354" y="45530"/>
                      <a:pt x="90820" y="35052"/>
                    </a:cubicBezTo>
                    <a:cubicBezTo>
                      <a:pt x="80381" y="24575"/>
                      <a:pt x="66051" y="19241"/>
                      <a:pt x="47830" y="19241"/>
                    </a:cubicBezTo>
                    <a:lnTo>
                      <a:pt x="20119" y="19241"/>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5"/>
              <p:cNvSpPr/>
              <p:nvPr/>
            </p:nvSpPr>
            <p:spPr>
              <a:xfrm>
                <a:off x="5884484"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3" y="0"/>
                      <a:pt x="81235" y="5143"/>
                      <a:pt x="90631" y="15430"/>
                    </a:cubicBezTo>
                    <a:cubicBezTo>
                      <a:pt x="100026" y="25717"/>
                      <a:pt x="104676" y="40196"/>
                      <a:pt x="104676" y="58674"/>
                    </a:cubicBezTo>
                    <a:lnTo>
                      <a:pt x="104486" y="60865"/>
                    </a:lnTo>
                    <a:lnTo>
                      <a:pt x="20499" y="60865"/>
                    </a:lnTo>
                    <a:cubicBezTo>
                      <a:pt x="20783" y="71342"/>
                      <a:pt x="24295" y="79820"/>
                      <a:pt x="30938" y="86297"/>
                    </a:cubicBezTo>
                    <a:cubicBezTo>
                      <a:pt x="37676" y="92678"/>
                      <a:pt x="45647" y="95917"/>
                      <a:pt x="54948" y="95917"/>
                    </a:cubicBezTo>
                    <a:cubicBezTo>
                      <a:pt x="67759" y="95917"/>
                      <a:pt x="77819" y="89535"/>
                      <a:pt x="85031" y="76676"/>
                    </a:cubicBezTo>
                    <a:lnTo>
                      <a:pt x="102968" y="85439"/>
                    </a:lnTo>
                    <a:cubicBezTo>
                      <a:pt x="98128" y="94488"/>
                      <a:pt x="91485" y="101537"/>
                      <a:pt x="83038" y="106680"/>
                    </a:cubicBezTo>
                    <a:cubicBezTo>
                      <a:pt x="74497" y="111728"/>
                      <a:pt x="64912" y="114300"/>
                      <a:pt x="54094" y="114300"/>
                    </a:cubicBezTo>
                    <a:close/>
                    <a:moveTo>
                      <a:pt x="22017" y="44196"/>
                    </a:moveTo>
                    <a:lnTo>
                      <a:pt x="83323" y="44196"/>
                    </a:lnTo>
                    <a:cubicBezTo>
                      <a:pt x="82754" y="36766"/>
                      <a:pt x="79717" y="30575"/>
                      <a:pt x="74213" y="25717"/>
                    </a:cubicBezTo>
                    <a:cubicBezTo>
                      <a:pt x="68708" y="20860"/>
                      <a:pt x="61401" y="18383"/>
                      <a:pt x="52291" y="18383"/>
                    </a:cubicBezTo>
                    <a:cubicBezTo>
                      <a:pt x="44698" y="18383"/>
                      <a:pt x="38245" y="20765"/>
                      <a:pt x="32741" y="25432"/>
                    </a:cubicBezTo>
                    <a:cubicBezTo>
                      <a:pt x="27331" y="30099"/>
                      <a:pt x="23725" y="36385"/>
                      <a:pt x="22017" y="44196"/>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5"/>
              <p:cNvSpPr/>
              <p:nvPr/>
            </p:nvSpPr>
            <p:spPr>
              <a:xfrm>
                <a:off x="6000927"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4" y="0"/>
                      <a:pt x="81235" y="5143"/>
                      <a:pt x="90631" y="15430"/>
                    </a:cubicBezTo>
                    <a:cubicBezTo>
                      <a:pt x="100026" y="25717"/>
                      <a:pt x="104676" y="40196"/>
                      <a:pt x="104676" y="58674"/>
                    </a:cubicBezTo>
                    <a:lnTo>
                      <a:pt x="104486" y="60865"/>
                    </a:lnTo>
                    <a:lnTo>
                      <a:pt x="20404" y="60865"/>
                    </a:lnTo>
                    <a:cubicBezTo>
                      <a:pt x="20688" y="71342"/>
                      <a:pt x="24200" y="79820"/>
                      <a:pt x="30843" y="86297"/>
                    </a:cubicBezTo>
                    <a:cubicBezTo>
                      <a:pt x="37581" y="92678"/>
                      <a:pt x="45553" y="95917"/>
                      <a:pt x="54853" y="95917"/>
                    </a:cubicBezTo>
                    <a:cubicBezTo>
                      <a:pt x="67665" y="95917"/>
                      <a:pt x="77724" y="89535"/>
                      <a:pt x="84937" y="76676"/>
                    </a:cubicBezTo>
                    <a:lnTo>
                      <a:pt x="102873" y="85439"/>
                    </a:lnTo>
                    <a:cubicBezTo>
                      <a:pt x="98033" y="94488"/>
                      <a:pt x="91390" y="101537"/>
                      <a:pt x="82944" y="106680"/>
                    </a:cubicBezTo>
                    <a:cubicBezTo>
                      <a:pt x="74497" y="111728"/>
                      <a:pt x="64817" y="114300"/>
                      <a:pt x="54094" y="114300"/>
                    </a:cubicBezTo>
                    <a:close/>
                    <a:moveTo>
                      <a:pt x="22017" y="44196"/>
                    </a:moveTo>
                    <a:lnTo>
                      <a:pt x="83323" y="44196"/>
                    </a:lnTo>
                    <a:cubicBezTo>
                      <a:pt x="82754" y="36766"/>
                      <a:pt x="79717" y="30575"/>
                      <a:pt x="74308" y="25717"/>
                    </a:cubicBezTo>
                    <a:cubicBezTo>
                      <a:pt x="68803" y="20860"/>
                      <a:pt x="61496" y="18383"/>
                      <a:pt x="52385" y="18383"/>
                    </a:cubicBezTo>
                    <a:cubicBezTo>
                      <a:pt x="44793" y="18383"/>
                      <a:pt x="38340" y="20765"/>
                      <a:pt x="32836" y="25432"/>
                    </a:cubicBezTo>
                    <a:cubicBezTo>
                      <a:pt x="27332" y="30099"/>
                      <a:pt x="23725" y="36385"/>
                      <a:pt x="22017" y="44196"/>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5"/>
              <p:cNvSpPr/>
              <p:nvPr/>
            </p:nvSpPr>
            <p:spPr>
              <a:xfrm>
                <a:off x="6122401" y="4682574"/>
                <a:ext cx="107333" cy="158114"/>
              </a:xfrm>
              <a:custGeom>
                <a:rect b="b" l="l" r="r" t="t"/>
                <a:pathLst>
                  <a:path extrusionOk="0" h="158114" w="107333">
                    <a:moveTo>
                      <a:pt x="56561" y="114300"/>
                    </a:moveTo>
                    <a:cubicBezTo>
                      <a:pt x="48684" y="114300"/>
                      <a:pt x="41567" y="112586"/>
                      <a:pt x="35113" y="109252"/>
                    </a:cubicBezTo>
                    <a:cubicBezTo>
                      <a:pt x="28660" y="105918"/>
                      <a:pt x="23630" y="101441"/>
                      <a:pt x="20119" y="95917"/>
                    </a:cubicBezTo>
                    <a:lnTo>
                      <a:pt x="19265" y="95917"/>
                    </a:lnTo>
                    <a:lnTo>
                      <a:pt x="20119" y="110776"/>
                    </a:lnTo>
                    <a:lnTo>
                      <a:pt x="20119" y="158115"/>
                    </a:lnTo>
                    <a:lnTo>
                      <a:pt x="0" y="158115"/>
                    </a:lnTo>
                    <a:lnTo>
                      <a:pt x="0" y="3524"/>
                    </a:lnTo>
                    <a:lnTo>
                      <a:pt x="19170" y="3524"/>
                    </a:lnTo>
                    <a:lnTo>
                      <a:pt x="19170" y="18383"/>
                    </a:lnTo>
                    <a:lnTo>
                      <a:pt x="20024" y="18383"/>
                    </a:lnTo>
                    <a:cubicBezTo>
                      <a:pt x="23536" y="12859"/>
                      <a:pt x="28470" y="8382"/>
                      <a:pt x="35019" y="5048"/>
                    </a:cubicBezTo>
                    <a:cubicBezTo>
                      <a:pt x="41472" y="1715"/>
                      <a:pt x="48684" y="0"/>
                      <a:pt x="56466" y="0"/>
                    </a:cubicBezTo>
                    <a:cubicBezTo>
                      <a:pt x="70606" y="0"/>
                      <a:pt x="82564" y="5524"/>
                      <a:pt x="92244" y="16669"/>
                    </a:cubicBezTo>
                    <a:cubicBezTo>
                      <a:pt x="102303" y="27908"/>
                      <a:pt x="107333" y="41434"/>
                      <a:pt x="107333" y="57150"/>
                    </a:cubicBezTo>
                    <a:cubicBezTo>
                      <a:pt x="107333" y="73057"/>
                      <a:pt x="102303" y="86582"/>
                      <a:pt x="92244" y="97631"/>
                    </a:cubicBezTo>
                    <a:cubicBezTo>
                      <a:pt x="82564" y="108776"/>
                      <a:pt x="70606" y="114300"/>
                      <a:pt x="56561" y="114300"/>
                    </a:cubicBezTo>
                    <a:close/>
                    <a:moveTo>
                      <a:pt x="53240" y="95917"/>
                    </a:moveTo>
                    <a:cubicBezTo>
                      <a:pt x="62825" y="95917"/>
                      <a:pt x="70891" y="92297"/>
                      <a:pt x="77439" y="84963"/>
                    </a:cubicBezTo>
                    <a:cubicBezTo>
                      <a:pt x="83987" y="77819"/>
                      <a:pt x="87309" y="68485"/>
                      <a:pt x="87309" y="57150"/>
                    </a:cubicBezTo>
                    <a:cubicBezTo>
                      <a:pt x="87309" y="45910"/>
                      <a:pt x="84082" y="36671"/>
                      <a:pt x="77439" y="29337"/>
                    </a:cubicBezTo>
                    <a:cubicBezTo>
                      <a:pt x="70891" y="22003"/>
                      <a:pt x="62825" y="18383"/>
                      <a:pt x="53240" y="18383"/>
                    </a:cubicBezTo>
                    <a:cubicBezTo>
                      <a:pt x="43465" y="18383"/>
                      <a:pt x="35303" y="22003"/>
                      <a:pt x="28755" y="29337"/>
                    </a:cubicBezTo>
                    <a:cubicBezTo>
                      <a:pt x="22397" y="36671"/>
                      <a:pt x="19170" y="45910"/>
                      <a:pt x="19170" y="57150"/>
                    </a:cubicBezTo>
                    <a:cubicBezTo>
                      <a:pt x="19170" y="68580"/>
                      <a:pt x="22397" y="77915"/>
                      <a:pt x="28755" y="85154"/>
                    </a:cubicBezTo>
                    <a:cubicBezTo>
                      <a:pt x="35398" y="92393"/>
                      <a:pt x="43465" y="95917"/>
                      <a:pt x="53240" y="95917"/>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5"/>
              <p:cNvSpPr/>
              <p:nvPr/>
            </p:nvSpPr>
            <p:spPr>
              <a:xfrm>
                <a:off x="6251371" y="4636568"/>
                <a:ext cx="149848" cy="156876"/>
              </a:xfrm>
              <a:custGeom>
                <a:rect b="b" l="l" r="r" t="t"/>
                <a:pathLst>
                  <a:path extrusionOk="0" h="156876" w="149848">
                    <a:moveTo>
                      <a:pt x="20119" y="156877"/>
                    </a:moveTo>
                    <a:lnTo>
                      <a:pt x="0" y="156877"/>
                    </a:lnTo>
                    <a:lnTo>
                      <a:pt x="0" y="0"/>
                    </a:lnTo>
                    <a:lnTo>
                      <a:pt x="20119" y="0"/>
                    </a:lnTo>
                    <a:lnTo>
                      <a:pt x="74497" y="95536"/>
                    </a:lnTo>
                    <a:lnTo>
                      <a:pt x="75351" y="95536"/>
                    </a:lnTo>
                    <a:lnTo>
                      <a:pt x="129730" y="0"/>
                    </a:lnTo>
                    <a:lnTo>
                      <a:pt x="149849" y="0"/>
                    </a:lnTo>
                    <a:lnTo>
                      <a:pt x="149849" y="156877"/>
                    </a:lnTo>
                    <a:lnTo>
                      <a:pt x="129730" y="156877"/>
                    </a:lnTo>
                    <a:lnTo>
                      <a:pt x="129730" y="63722"/>
                    </a:lnTo>
                    <a:lnTo>
                      <a:pt x="130584" y="37433"/>
                    </a:lnTo>
                    <a:lnTo>
                      <a:pt x="129730" y="37433"/>
                    </a:lnTo>
                    <a:lnTo>
                      <a:pt x="80856" y="123539"/>
                    </a:lnTo>
                    <a:lnTo>
                      <a:pt x="69088" y="123539"/>
                    </a:lnTo>
                    <a:lnTo>
                      <a:pt x="20214" y="37433"/>
                    </a:lnTo>
                    <a:lnTo>
                      <a:pt x="19360" y="37433"/>
                    </a:lnTo>
                    <a:lnTo>
                      <a:pt x="20214" y="63722"/>
                    </a:lnTo>
                    <a:lnTo>
                      <a:pt x="20214" y="156877"/>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5"/>
              <p:cNvSpPr/>
              <p:nvPr/>
            </p:nvSpPr>
            <p:spPr>
              <a:xfrm>
                <a:off x="6425515" y="4634759"/>
                <a:ext cx="28470" cy="158686"/>
              </a:xfrm>
              <a:custGeom>
                <a:rect b="b" l="l" r="r" t="t"/>
                <a:pathLst>
                  <a:path extrusionOk="0" h="158686" w="28470">
                    <a:moveTo>
                      <a:pt x="28470" y="14287"/>
                    </a:moveTo>
                    <a:cubicBezTo>
                      <a:pt x="28470" y="18193"/>
                      <a:pt x="27047" y="21622"/>
                      <a:pt x="24295" y="24384"/>
                    </a:cubicBezTo>
                    <a:cubicBezTo>
                      <a:pt x="21543" y="27146"/>
                      <a:pt x="18221" y="28575"/>
                      <a:pt x="14235" y="28575"/>
                    </a:cubicBezTo>
                    <a:cubicBezTo>
                      <a:pt x="10249" y="28575"/>
                      <a:pt x="6928" y="27146"/>
                      <a:pt x="4176" y="24384"/>
                    </a:cubicBezTo>
                    <a:cubicBezTo>
                      <a:pt x="1424" y="21622"/>
                      <a:pt x="0" y="18288"/>
                      <a:pt x="0" y="14287"/>
                    </a:cubicBezTo>
                    <a:cubicBezTo>
                      <a:pt x="0" y="10287"/>
                      <a:pt x="1424" y="6953"/>
                      <a:pt x="4176" y="4191"/>
                    </a:cubicBezTo>
                    <a:cubicBezTo>
                      <a:pt x="6928" y="1429"/>
                      <a:pt x="10249" y="0"/>
                      <a:pt x="14235" y="0"/>
                    </a:cubicBezTo>
                    <a:cubicBezTo>
                      <a:pt x="18221" y="0"/>
                      <a:pt x="21543" y="1429"/>
                      <a:pt x="24295" y="4191"/>
                    </a:cubicBezTo>
                    <a:cubicBezTo>
                      <a:pt x="27047" y="6953"/>
                      <a:pt x="28470" y="10287"/>
                      <a:pt x="28470" y="14287"/>
                    </a:cubicBezTo>
                    <a:close/>
                    <a:moveTo>
                      <a:pt x="24390" y="51340"/>
                    </a:moveTo>
                    <a:lnTo>
                      <a:pt x="24390" y="158687"/>
                    </a:lnTo>
                    <a:lnTo>
                      <a:pt x="4271" y="158687"/>
                    </a:lnTo>
                    <a:lnTo>
                      <a:pt x="4271" y="51340"/>
                    </a:lnTo>
                    <a:lnTo>
                      <a:pt x="24390" y="51340"/>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5"/>
              <p:cNvSpPr/>
              <p:nvPr/>
            </p:nvSpPr>
            <p:spPr>
              <a:xfrm>
                <a:off x="6473630" y="4682574"/>
                <a:ext cx="94806" cy="110775"/>
              </a:xfrm>
              <a:custGeom>
                <a:rect b="b" l="l" r="r" t="t"/>
                <a:pathLst>
                  <a:path extrusionOk="0" h="110775" w="94806">
                    <a:moveTo>
                      <a:pt x="95" y="3524"/>
                    </a:moveTo>
                    <a:lnTo>
                      <a:pt x="19265" y="3524"/>
                    </a:lnTo>
                    <a:lnTo>
                      <a:pt x="19265" y="18383"/>
                    </a:lnTo>
                    <a:lnTo>
                      <a:pt x="20119" y="18383"/>
                    </a:lnTo>
                    <a:cubicBezTo>
                      <a:pt x="23156" y="13145"/>
                      <a:pt x="27901" y="8763"/>
                      <a:pt x="34164" y="5239"/>
                    </a:cubicBezTo>
                    <a:cubicBezTo>
                      <a:pt x="40428" y="1715"/>
                      <a:pt x="47071" y="0"/>
                      <a:pt x="53904" y="0"/>
                    </a:cubicBezTo>
                    <a:cubicBezTo>
                      <a:pt x="67000" y="0"/>
                      <a:pt x="77060" y="3715"/>
                      <a:pt x="84177" y="11240"/>
                    </a:cubicBezTo>
                    <a:cubicBezTo>
                      <a:pt x="91200" y="18764"/>
                      <a:pt x="94806" y="29432"/>
                      <a:pt x="94806" y="43339"/>
                    </a:cubicBezTo>
                    <a:lnTo>
                      <a:pt x="94806" y="110776"/>
                    </a:lnTo>
                    <a:lnTo>
                      <a:pt x="74687" y="110776"/>
                    </a:lnTo>
                    <a:lnTo>
                      <a:pt x="74687" y="44577"/>
                    </a:lnTo>
                    <a:cubicBezTo>
                      <a:pt x="74213" y="27051"/>
                      <a:pt x="65482" y="18288"/>
                      <a:pt x="48305" y="18288"/>
                    </a:cubicBezTo>
                    <a:cubicBezTo>
                      <a:pt x="40333" y="18288"/>
                      <a:pt x="33595" y="21527"/>
                      <a:pt x="28186" y="28004"/>
                    </a:cubicBezTo>
                    <a:cubicBezTo>
                      <a:pt x="22776" y="34481"/>
                      <a:pt x="20119" y="42291"/>
                      <a:pt x="20119" y="51340"/>
                    </a:cubicBezTo>
                    <a:lnTo>
                      <a:pt x="20119" y="110681"/>
                    </a:lnTo>
                    <a:lnTo>
                      <a:pt x="0" y="110681"/>
                    </a:lnTo>
                    <a:lnTo>
                      <a:pt x="0" y="3524"/>
                    </a:ln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5"/>
              <p:cNvSpPr/>
              <p:nvPr/>
            </p:nvSpPr>
            <p:spPr>
              <a:xfrm>
                <a:off x="6584759" y="4636568"/>
                <a:ext cx="107428" cy="160305"/>
              </a:xfrm>
              <a:custGeom>
                <a:rect b="b" l="l" r="r" t="t"/>
                <a:pathLst>
                  <a:path extrusionOk="0" h="160305" w="107428">
                    <a:moveTo>
                      <a:pt x="50772" y="160306"/>
                    </a:moveTo>
                    <a:cubicBezTo>
                      <a:pt x="36822" y="160306"/>
                      <a:pt x="24769" y="154781"/>
                      <a:pt x="14805" y="143637"/>
                    </a:cubicBezTo>
                    <a:cubicBezTo>
                      <a:pt x="4935" y="132398"/>
                      <a:pt x="0" y="118872"/>
                      <a:pt x="0" y="103156"/>
                    </a:cubicBezTo>
                    <a:cubicBezTo>
                      <a:pt x="0" y="87440"/>
                      <a:pt x="4935" y="73914"/>
                      <a:pt x="14805" y="62675"/>
                    </a:cubicBezTo>
                    <a:cubicBezTo>
                      <a:pt x="24864" y="51530"/>
                      <a:pt x="36822" y="46006"/>
                      <a:pt x="50772" y="46006"/>
                    </a:cubicBezTo>
                    <a:cubicBezTo>
                      <a:pt x="58649" y="46006"/>
                      <a:pt x="65767" y="47720"/>
                      <a:pt x="72315" y="51054"/>
                    </a:cubicBezTo>
                    <a:cubicBezTo>
                      <a:pt x="78768" y="54388"/>
                      <a:pt x="83798" y="58865"/>
                      <a:pt x="87309" y="64389"/>
                    </a:cubicBezTo>
                    <a:lnTo>
                      <a:pt x="88163" y="64389"/>
                    </a:lnTo>
                    <a:lnTo>
                      <a:pt x="87309" y="49530"/>
                    </a:lnTo>
                    <a:lnTo>
                      <a:pt x="87309" y="0"/>
                    </a:lnTo>
                    <a:lnTo>
                      <a:pt x="107428" y="0"/>
                    </a:lnTo>
                    <a:lnTo>
                      <a:pt x="107428" y="156877"/>
                    </a:lnTo>
                    <a:lnTo>
                      <a:pt x="88258" y="156877"/>
                    </a:lnTo>
                    <a:lnTo>
                      <a:pt x="88258" y="142018"/>
                    </a:lnTo>
                    <a:lnTo>
                      <a:pt x="87404" y="142018"/>
                    </a:lnTo>
                    <a:cubicBezTo>
                      <a:pt x="83893" y="147542"/>
                      <a:pt x="78958" y="152019"/>
                      <a:pt x="72410" y="155353"/>
                    </a:cubicBezTo>
                    <a:cubicBezTo>
                      <a:pt x="65861" y="158687"/>
                      <a:pt x="58649" y="160306"/>
                      <a:pt x="50772" y="160306"/>
                    </a:cubicBezTo>
                    <a:close/>
                    <a:moveTo>
                      <a:pt x="54094" y="141923"/>
                    </a:moveTo>
                    <a:cubicBezTo>
                      <a:pt x="63963" y="141923"/>
                      <a:pt x="72030" y="138303"/>
                      <a:pt x="78293" y="131159"/>
                    </a:cubicBezTo>
                    <a:cubicBezTo>
                      <a:pt x="84842" y="124016"/>
                      <a:pt x="88163" y="114681"/>
                      <a:pt x="88163" y="103156"/>
                    </a:cubicBezTo>
                    <a:cubicBezTo>
                      <a:pt x="88163" y="91916"/>
                      <a:pt x="84842" y="82677"/>
                      <a:pt x="78293" y="75343"/>
                    </a:cubicBezTo>
                    <a:cubicBezTo>
                      <a:pt x="71935" y="68009"/>
                      <a:pt x="63774" y="64389"/>
                      <a:pt x="54094" y="64389"/>
                    </a:cubicBezTo>
                    <a:cubicBezTo>
                      <a:pt x="44509" y="64389"/>
                      <a:pt x="36442" y="68009"/>
                      <a:pt x="29894" y="75343"/>
                    </a:cubicBezTo>
                    <a:cubicBezTo>
                      <a:pt x="23346" y="82677"/>
                      <a:pt x="20024" y="91916"/>
                      <a:pt x="20024" y="103156"/>
                    </a:cubicBezTo>
                    <a:cubicBezTo>
                      <a:pt x="20024" y="114586"/>
                      <a:pt x="23346" y="123825"/>
                      <a:pt x="29894" y="130969"/>
                    </a:cubicBezTo>
                    <a:cubicBezTo>
                      <a:pt x="36347" y="138303"/>
                      <a:pt x="44414" y="141923"/>
                      <a:pt x="54094" y="141923"/>
                    </a:cubicBezTo>
                    <a:close/>
                  </a:path>
                </a:pathLst>
              </a:custGeom>
              <a:solidFill>
                <a:srgbClr val="5F636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 name="Google Shape;84;p5"/>
            <p:cNvGrpSpPr/>
            <p:nvPr/>
          </p:nvGrpSpPr>
          <p:grpSpPr>
            <a:xfrm>
              <a:off x="4965272" y="4619519"/>
              <a:ext cx="711757" cy="228504"/>
              <a:chOff x="4965272" y="4619519"/>
              <a:chExt cx="711757" cy="228504"/>
            </a:xfrm>
          </p:grpSpPr>
          <p:sp>
            <p:nvSpPr>
              <p:cNvPr id="85" name="Google Shape;85;p5"/>
              <p:cNvSpPr/>
              <p:nvPr/>
            </p:nvSpPr>
            <p:spPr>
              <a:xfrm>
                <a:off x="4965272" y="4619519"/>
                <a:ext cx="173004" cy="177355"/>
              </a:xfrm>
              <a:custGeom>
                <a:rect b="b" l="l" r="r" t="t"/>
                <a:pathLst>
                  <a:path extrusionOk="0" h="177355" w="173004">
                    <a:moveTo>
                      <a:pt x="90061" y="177356"/>
                    </a:moveTo>
                    <a:cubicBezTo>
                      <a:pt x="41092" y="177356"/>
                      <a:pt x="0" y="137541"/>
                      <a:pt x="0" y="88678"/>
                    </a:cubicBezTo>
                    <a:cubicBezTo>
                      <a:pt x="0" y="39815"/>
                      <a:pt x="41092" y="0"/>
                      <a:pt x="90061" y="0"/>
                    </a:cubicBezTo>
                    <a:cubicBezTo>
                      <a:pt x="117108" y="0"/>
                      <a:pt x="136373" y="10573"/>
                      <a:pt x="150893" y="24479"/>
                    </a:cubicBezTo>
                    <a:lnTo>
                      <a:pt x="133811" y="41529"/>
                    </a:lnTo>
                    <a:cubicBezTo>
                      <a:pt x="123371" y="31814"/>
                      <a:pt x="109326" y="24194"/>
                      <a:pt x="90061" y="24194"/>
                    </a:cubicBezTo>
                    <a:cubicBezTo>
                      <a:pt x="54378" y="24194"/>
                      <a:pt x="26383" y="52959"/>
                      <a:pt x="26383" y="88678"/>
                    </a:cubicBezTo>
                    <a:cubicBezTo>
                      <a:pt x="26383" y="124397"/>
                      <a:pt x="54283" y="153162"/>
                      <a:pt x="90061" y="153162"/>
                    </a:cubicBezTo>
                    <a:cubicBezTo>
                      <a:pt x="113217" y="153162"/>
                      <a:pt x="126408" y="143828"/>
                      <a:pt x="134854" y="135446"/>
                    </a:cubicBezTo>
                    <a:cubicBezTo>
                      <a:pt x="141782" y="128492"/>
                      <a:pt x="146338" y="118586"/>
                      <a:pt x="148046" y="104966"/>
                    </a:cubicBezTo>
                    <a:lnTo>
                      <a:pt x="90061" y="104966"/>
                    </a:lnTo>
                    <a:lnTo>
                      <a:pt x="90061" y="80677"/>
                    </a:lnTo>
                    <a:lnTo>
                      <a:pt x="171676" y="80677"/>
                    </a:lnTo>
                    <a:cubicBezTo>
                      <a:pt x="172530" y="84963"/>
                      <a:pt x="173005" y="90202"/>
                      <a:pt x="173005" y="95822"/>
                    </a:cubicBezTo>
                    <a:cubicBezTo>
                      <a:pt x="173005" y="114014"/>
                      <a:pt x="167975" y="136493"/>
                      <a:pt x="152032" y="152495"/>
                    </a:cubicBezTo>
                    <a:cubicBezTo>
                      <a:pt x="136373" y="168688"/>
                      <a:pt x="116444" y="177356"/>
                      <a:pt x="90061" y="177356"/>
                    </a:cubicBezTo>
                    <a:close/>
                  </a:path>
                </a:pathLst>
              </a:custGeom>
              <a:solidFill>
                <a:srgbClr val="4285F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5"/>
              <p:cNvSpPr/>
              <p:nvPr/>
            </p:nvSpPr>
            <p:spPr>
              <a:xfrm>
                <a:off x="5151847" y="4682669"/>
                <a:ext cx="112552" cy="114109"/>
              </a:xfrm>
              <a:custGeom>
                <a:rect b="b" l="l" r="r" t="t"/>
                <a:pathLst>
                  <a:path extrusionOk="0" h="114109" w="112552">
                    <a:moveTo>
                      <a:pt x="112553" y="57055"/>
                    </a:moveTo>
                    <a:cubicBezTo>
                      <a:pt x="112553" y="89916"/>
                      <a:pt x="87214" y="114110"/>
                      <a:pt x="56276" y="114110"/>
                    </a:cubicBezTo>
                    <a:cubicBezTo>
                      <a:pt x="25339" y="114110"/>
                      <a:pt x="0" y="89916"/>
                      <a:pt x="0" y="57055"/>
                    </a:cubicBezTo>
                    <a:cubicBezTo>
                      <a:pt x="0" y="24003"/>
                      <a:pt x="25339"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631"/>
                      <a:pt x="87878" y="77438"/>
                      <a:pt x="87878" y="57055"/>
                    </a:cubicBezTo>
                    <a:close/>
                  </a:path>
                </a:pathLst>
              </a:custGeom>
              <a:solidFill>
                <a:srgbClr val="EA433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 name="Google Shape;87;p5"/>
              <p:cNvSpPr/>
              <p:nvPr/>
            </p:nvSpPr>
            <p:spPr>
              <a:xfrm>
                <a:off x="5278160" y="4682669"/>
                <a:ext cx="112552" cy="114109"/>
              </a:xfrm>
              <a:custGeom>
                <a:rect b="b" l="l" r="r" t="t"/>
                <a:pathLst>
                  <a:path extrusionOk="0" h="114109" w="112552">
                    <a:moveTo>
                      <a:pt x="112553" y="57055"/>
                    </a:moveTo>
                    <a:cubicBezTo>
                      <a:pt x="112553" y="89916"/>
                      <a:pt x="87309" y="114110"/>
                      <a:pt x="56276" y="114110"/>
                    </a:cubicBezTo>
                    <a:cubicBezTo>
                      <a:pt x="25244" y="114110"/>
                      <a:pt x="0" y="89916"/>
                      <a:pt x="0" y="57055"/>
                    </a:cubicBezTo>
                    <a:cubicBezTo>
                      <a:pt x="0" y="24003"/>
                      <a:pt x="25244"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726"/>
                      <a:pt x="87878" y="77438"/>
                      <a:pt x="87878" y="57055"/>
                    </a:cubicBezTo>
                    <a:close/>
                  </a:path>
                </a:pathLst>
              </a:custGeom>
              <a:solidFill>
                <a:srgbClr val="FBBC0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5"/>
              <p:cNvSpPr/>
              <p:nvPr/>
            </p:nvSpPr>
            <p:spPr>
              <a:xfrm>
                <a:off x="5404284" y="4682574"/>
                <a:ext cx="109515" cy="165449"/>
              </a:xfrm>
              <a:custGeom>
                <a:rect b="b" l="l" r="r" t="t"/>
                <a:pathLst>
                  <a:path extrusionOk="0" h="165449" w="109515">
                    <a:moveTo>
                      <a:pt x="109516" y="3524"/>
                    </a:moveTo>
                    <a:lnTo>
                      <a:pt x="109516" y="106013"/>
                    </a:lnTo>
                    <a:cubicBezTo>
                      <a:pt x="109516" y="148209"/>
                      <a:pt x="84652" y="165449"/>
                      <a:pt x="55232" y="165449"/>
                    </a:cubicBezTo>
                    <a:cubicBezTo>
                      <a:pt x="27521" y="165449"/>
                      <a:pt x="10819" y="146876"/>
                      <a:pt x="4555" y="131731"/>
                    </a:cubicBezTo>
                    <a:lnTo>
                      <a:pt x="26383" y="122682"/>
                    </a:lnTo>
                    <a:cubicBezTo>
                      <a:pt x="30273" y="132017"/>
                      <a:pt x="39764" y="142970"/>
                      <a:pt x="55138" y="142970"/>
                    </a:cubicBezTo>
                    <a:cubicBezTo>
                      <a:pt x="73928" y="142970"/>
                      <a:pt x="85696" y="131255"/>
                      <a:pt x="85696" y="109442"/>
                    </a:cubicBezTo>
                    <a:lnTo>
                      <a:pt x="85696" y="101251"/>
                    </a:lnTo>
                    <a:lnTo>
                      <a:pt x="84842" y="101251"/>
                    </a:lnTo>
                    <a:cubicBezTo>
                      <a:pt x="79242" y="108204"/>
                      <a:pt x="68424" y="114205"/>
                      <a:pt x="54758" y="114205"/>
                    </a:cubicBezTo>
                    <a:cubicBezTo>
                      <a:pt x="26193" y="114205"/>
                      <a:pt x="0" y="89345"/>
                      <a:pt x="0" y="57341"/>
                    </a:cubicBezTo>
                    <a:cubicBezTo>
                      <a:pt x="0" y="25146"/>
                      <a:pt x="26193" y="0"/>
                      <a:pt x="54758" y="0"/>
                    </a:cubicBezTo>
                    <a:cubicBezTo>
                      <a:pt x="68424" y="0"/>
                      <a:pt x="79242" y="6096"/>
                      <a:pt x="84842" y="12764"/>
                    </a:cubicBezTo>
                    <a:lnTo>
                      <a:pt x="85696" y="12764"/>
                    </a:lnTo>
                    <a:lnTo>
                      <a:pt x="85696" y="3524"/>
                    </a:lnTo>
                    <a:lnTo>
                      <a:pt x="109516" y="3524"/>
                    </a:lnTo>
                    <a:close/>
                    <a:moveTo>
                      <a:pt x="87404" y="57436"/>
                    </a:moveTo>
                    <a:cubicBezTo>
                      <a:pt x="87404" y="37338"/>
                      <a:pt x="74023" y="22574"/>
                      <a:pt x="56846" y="22574"/>
                    </a:cubicBezTo>
                    <a:cubicBezTo>
                      <a:pt x="39574" y="22574"/>
                      <a:pt x="25054" y="37243"/>
                      <a:pt x="25054" y="57436"/>
                    </a:cubicBezTo>
                    <a:cubicBezTo>
                      <a:pt x="25054" y="77343"/>
                      <a:pt x="39574" y="91821"/>
                      <a:pt x="56846" y="91821"/>
                    </a:cubicBezTo>
                    <a:cubicBezTo>
                      <a:pt x="74023" y="91821"/>
                      <a:pt x="87404" y="77343"/>
                      <a:pt x="87404" y="57436"/>
                    </a:cubicBezTo>
                    <a:close/>
                  </a:path>
                </a:pathLst>
              </a:custGeom>
              <a:solidFill>
                <a:srgbClr val="4285F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5"/>
              <p:cNvSpPr/>
              <p:nvPr/>
            </p:nvSpPr>
            <p:spPr>
              <a:xfrm>
                <a:off x="5532590" y="4625614"/>
                <a:ext cx="25148" cy="167830"/>
              </a:xfrm>
              <a:custGeom>
                <a:rect b="b" l="l" r="r" t="t"/>
                <a:pathLst>
                  <a:path extrusionOk="0" h="167830" w="25148">
                    <a:moveTo>
                      <a:pt x="25149" y="0"/>
                    </a:moveTo>
                    <a:lnTo>
                      <a:pt x="25149" y="167831"/>
                    </a:lnTo>
                    <a:lnTo>
                      <a:pt x="0" y="167831"/>
                    </a:lnTo>
                    <a:lnTo>
                      <a:pt x="0" y="0"/>
                    </a:lnTo>
                    <a:lnTo>
                      <a:pt x="25149" y="0"/>
                    </a:lnTo>
                    <a:close/>
                  </a:path>
                </a:pathLst>
              </a:custGeom>
              <a:solidFill>
                <a:srgbClr val="34A85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5"/>
              <p:cNvSpPr/>
              <p:nvPr/>
            </p:nvSpPr>
            <p:spPr>
              <a:xfrm>
                <a:off x="5572354" y="4682764"/>
                <a:ext cx="104675" cy="114109"/>
              </a:xfrm>
              <a:custGeom>
                <a:rect b="b" l="l" r="r" t="t"/>
                <a:pathLst>
                  <a:path extrusionOk="0" h="114109" w="104675">
                    <a:moveTo>
                      <a:pt x="84082" y="75819"/>
                    </a:moveTo>
                    <a:lnTo>
                      <a:pt x="103537" y="88773"/>
                    </a:lnTo>
                    <a:cubicBezTo>
                      <a:pt x="97274" y="98108"/>
                      <a:pt x="82089" y="114110"/>
                      <a:pt x="55897" y="114110"/>
                    </a:cubicBezTo>
                    <a:cubicBezTo>
                      <a:pt x="23441" y="114110"/>
                      <a:pt x="0" y="89059"/>
                      <a:pt x="0" y="57055"/>
                    </a:cubicBezTo>
                    <a:cubicBezTo>
                      <a:pt x="0" y="23146"/>
                      <a:pt x="23630" y="0"/>
                      <a:pt x="53145" y="0"/>
                    </a:cubicBezTo>
                    <a:cubicBezTo>
                      <a:pt x="82754" y="0"/>
                      <a:pt x="97274" y="23527"/>
                      <a:pt x="102019" y="36290"/>
                    </a:cubicBezTo>
                    <a:lnTo>
                      <a:pt x="104676" y="42767"/>
                    </a:lnTo>
                    <a:lnTo>
                      <a:pt x="28280" y="74390"/>
                    </a:lnTo>
                    <a:cubicBezTo>
                      <a:pt x="34164" y="85820"/>
                      <a:pt x="43180" y="91726"/>
                      <a:pt x="55992" y="91726"/>
                    </a:cubicBezTo>
                    <a:cubicBezTo>
                      <a:pt x="68708" y="91631"/>
                      <a:pt x="77629" y="85344"/>
                      <a:pt x="84082" y="75819"/>
                    </a:cubicBezTo>
                    <a:close/>
                    <a:moveTo>
                      <a:pt x="24200" y="55245"/>
                    </a:moveTo>
                    <a:lnTo>
                      <a:pt x="75257" y="34100"/>
                    </a:lnTo>
                    <a:cubicBezTo>
                      <a:pt x="72410" y="26956"/>
                      <a:pt x="63963" y="22003"/>
                      <a:pt x="53999" y="22003"/>
                    </a:cubicBezTo>
                    <a:cubicBezTo>
                      <a:pt x="41282" y="22003"/>
                      <a:pt x="23535" y="33242"/>
                      <a:pt x="24200" y="55245"/>
                    </a:cubicBezTo>
                    <a:close/>
                  </a:path>
                </a:pathLst>
              </a:custGeom>
              <a:solidFill>
                <a:srgbClr val="EA433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Section - Small number">
  <p:cSld name="BLANK_1_2_1_1">
    <p:spTree>
      <p:nvGrpSpPr>
        <p:cNvPr id="91" name="Shape 91"/>
        <p:cNvGrpSpPr/>
        <p:nvPr/>
      </p:nvGrpSpPr>
      <p:grpSpPr>
        <a:xfrm>
          <a:off x="0" y="0"/>
          <a:ext cx="0" cy="0"/>
          <a:chOff x="0" y="0"/>
          <a:chExt cx="0" cy="0"/>
        </a:xfrm>
      </p:grpSpPr>
      <p:sp>
        <p:nvSpPr>
          <p:cNvPr id="92" name="Google Shape;92;p6"/>
          <p:cNvSpPr txBox="1"/>
          <p:nvPr>
            <p:ph type="title"/>
          </p:nvPr>
        </p:nvSpPr>
        <p:spPr>
          <a:xfrm>
            <a:off x="3227700" y="457200"/>
            <a:ext cx="5458800" cy="13086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4800"/>
              <a:buNone/>
              <a:defRPr sz="4800"/>
            </a:lvl1pPr>
            <a:lvl2pPr lvl="1">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2pPr>
            <a:lvl3pPr lvl="2">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3pPr>
            <a:lvl4pPr lvl="3">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4pPr>
            <a:lvl5pPr lvl="4">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5pPr>
            <a:lvl6pPr lvl="5">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6pPr>
            <a:lvl7pPr lvl="6">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7pPr>
            <a:lvl8pPr lvl="7">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8pPr>
            <a:lvl9pPr lvl="8">
              <a:lnSpc>
                <a:spcPct val="90000"/>
              </a:lnSpc>
              <a:spcBef>
                <a:spcPts val="0"/>
              </a:spcBef>
              <a:spcAft>
                <a:spcPts val="0"/>
              </a:spcAft>
              <a:buSzPts val="4800"/>
              <a:buFont typeface="Google Sans Medium"/>
              <a:buNone/>
              <a:defRPr sz="4800">
                <a:latin typeface="Google Sans Medium"/>
                <a:ea typeface="Google Sans Medium"/>
                <a:cs typeface="Google Sans Medium"/>
                <a:sym typeface="Google Sans Medium"/>
              </a:defRPr>
            </a:lvl9pPr>
          </a:lstStyle>
          <a:p/>
        </p:txBody>
      </p:sp>
      <p:sp>
        <p:nvSpPr>
          <p:cNvPr id="93" name="Google Shape;93;p6"/>
          <p:cNvSpPr txBox="1"/>
          <p:nvPr>
            <p:ph idx="1" type="subTitle"/>
          </p:nvPr>
        </p:nvSpPr>
        <p:spPr>
          <a:xfrm>
            <a:off x="3227700" y="3691996"/>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4" name="Google Shape;94;p6"/>
          <p:cNvSpPr txBox="1"/>
          <p:nvPr>
            <p:ph idx="2" type="body"/>
          </p:nvPr>
        </p:nvSpPr>
        <p:spPr>
          <a:xfrm>
            <a:off x="457200" y="457200"/>
            <a:ext cx="2688300" cy="1308600"/>
          </a:xfrm>
          <a:prstGeom prst="rect">
            <a:avLst/>
          </a:prstGeom>
        </p:spPr>
        <p:txBody>
          <a:bodyPr anchorCtr="0" anchor="t" bIns="0" lIns="0" spcFirstLastPara="1" rIns="0" wrap="square" tIns="0">
            <a:noAutofit/>
          </a:bodyPr>
          <a:lstStyle>
            <a:lvl1pPr indent="-533400" lvl="0" marL="457200">
              <a:lnSpc>
                <a:spcPct val="90000"/>
              </a:lnSpc>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1pPr>
            <a:lvl2pPr indent="-533400" lvl="1" marL="9144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2pPr>
            <a:lvl3pPr indent="-533400" lvl="2" marL="13716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3pPr>
            <a:lvl4pPr indent="-533400" lvl="3" marL="18288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4pPr>
            <a:lvl5pPr indent="-533400" lvl="4" marL="22860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5pPr>
            <a:lvl6pPr indent="-533400" lvl="5" marL="27432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6pPr>
            <a:lvl7pPr indent="-533400" lvl="6" marL="32004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7pPr>
            <a:lvl8pPr indent="-533400" lvl="7" marL="36576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8pPr>
            <a:lvl9pPr indent="-533400" lvl="8" marL="4114800">
              <a:spcBef>
                <a:spcPts val="0"/>
              </a:spcBef>
              <a:spcAft>
                <a:spcPts val="0"/>
              </a:spcAft>
              <a:buClr>
                <a:srgbClr val="1A73E8"/>
              </a:buClr>
              <a:buSzPts val="4800"/>
              <a:buFont typeface="Google Sans"/>
              <a:buChar char="■"/>
              <a:defRPr sz="4800">
                <a:solidFill>
                  <a:srgbClr val="1A73E8"/>
                </a:solidFill>
                <a:latin typeface="Google Sans"/>
                <a:ea typeface="Google Sans"/>
                <a:cs typeface="Google Sans"/>
                <a:sym typeface="Google Sans"/>
              </a:defRPr>
            </a:lvl9pPr>
          </a:lstStyle>
          <a:p/>
        </p:txBody>
      </p:sp>
      <p:sp>
        <p:nvSpPr>
          <p:cNvPr id="95" name="Google Shape;95;p6"/>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Section - Large number">
  <p:cSld name="BLANK_1_2_1_1_1">
    <p:spTree>
      <p:nvGrpSpPr>
        <p:cNvPr id="96" name="Shape 96"/>
        <p:cNvGrpSpPr/>
        <p:nvPr/>
      </p:nvGrpSpPr>
      <p:grpSpPr>
        <a:xfrm>
          <a:off x="0" y="0"/>
          <a:ext cx="0" cy="0"/>
          <a:chOff x="0" y="0"/>
          <a:chExt cx="0" cy="0"/>
        </a:xfrm>
      </p:grpSpPr>
      <p:sp>
        <p:nvSpPr>
          <p:cNvPr id="97" name="Google Shape;97;p7"/>
          <p:cNvSpPr txBox="1"/>
          <p:nvPr>
            <p:ph type="title"/>
          </p:nvPr>
        </p:nvSpPr>
        <p:spPr>
          <a:xfrm>
            <a:off x="457200" y="457200"/>
            <a:ext cx="5458800" cy="13086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4800"/>
              <a:buNone/>
              <a:defRPr sz="4800"/>
            </a:lvl1pPr>
            <a:lvl2pPr lvl="1">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2pPr>
            <a:lvl3pPr lvl="2">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3pPr>
            <a:lvl4pPr lvl="3">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4pPr>
            <a:lvl5pPr lvl="4">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5pPr>
            <a:lvl6pPr lvl="5">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6pPr>
            <a:lvl7pPr lvl="6">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7pPr>
            <a:lvl8pPr lvl="7">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8pPr>
            <a:lvl9pPr lvl="8">
              <a:lnSpc>
                <a:spcPct val="90000"/>
              </a:lnSpc>
              <a:spcBef>
                <a:spcPts val="0"/>
              </a:spcBef>
              <a:spcAft>
                <a:spcPts val="0"/>
              </a:spcAft>
              <a:buSzPts val="4000"/>
              <a:buFont typeface="Google Sans Medium"/>
              <a:buNone/>
              <a:defRPr sz="4000">
                <a:latin typeface="Google Sans Medium"/>
                <a:ea typeface="Google Sans Medium"/>
                <a:cs typeface="Google Sans Medium"/>
                <a:sym typeface="Google Sans Medium"/>
              </a:defRPr>
            </a:lvl9pPr>
          </a:lstStyle>
          <a:p/>
        </p:txBody>
      </p:sp>
      <p:sp>
        <p:nvSpPr>
          <p:cNvPr id="98" name="Google Shape;98;p7"/>
          <p:cNvSpPr txBox="1"/>
          <p:nvPr>
            <p:ph idx="1" type="subTitle"/>
          </p:nvPr>
        </p:nvSpPr>
        <p:spPr>
          <a:xfrm>
            <a:off x="457200" y="3691996"/>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9" name="Google Shape;99;p7"/>
          <p:cNvSpPr txBox="1"/>
          <p:nvPr>
            <p:ph idx="2" type="body"/>
          </p:nvPr>
        </p:nvSpPr>
        <p:spPr>
          <a:xfrm>
            <a:off x="5998500" y="1535475"/>
            <a:ext cx="2688300" cy="3975900"/>
          </a:xfrm>
          <a:prstGeom prst="rect">
            <a:avLst/>
          </a:prstGeom>
        </p:spPr>
        <p:txBody>
          <a:bodyPr anchorCtr="0" anchor="b" bIns="0" lIns="0" spcFirstLastPara="1" rIns="0" wrap="square" tIns="0">
            <a:noAutofit/>
          </a:bodyPr>
          <a:lstStyle>
            <a:lvl1pPr indent="-2133600" lvl="0" marL="4572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1pPr>
            <a:lvl2pPr indent="-2133600" lvl="1" marL="9144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2pPr>
            <a:lvl3pPr indent="-2133600" lvl="2" marL="13716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3pPr>
            <a:lvl4pPr indent="-2133600" lvl="3" marL="18288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4pPr>
            <a:lvl5pPr indent="-2133600" lvl="4" marL="22860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5pPr>
            <a:lvl6pPr indent="-2133600" lvl="5" marL="27432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6pPr>
            <a:lvl7pPr indent="-2133600" lvl="6" marL="32004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7pPr>
            <a:lvl8pPr indent="-2133600" lvl="7" marL="36576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8pPr>
            <a:lvl9pPr indent="-2133600" lvl="8" marL="4114800" algn="r">
              <a:lnSpc>
                <a:spcPct val="90000"/>
              </a:lnSpc>
              <a:spcBef>
                <a:spcPts val="0"/>
              </a:spcBef>
              <a:spcAft>
                <a:spcPts val="0"/>
              </a:spcAft>
              <a:buClr>
                <a:srgbClr val="1A73E8"/>
              </a:buClr>
              <a:buSzPts val="30000"/>
              <a:buFont typeface="Google Sans"/>
              <a:buChar char="■"/>
              <a:defRPr sz="30000">
                <a:solidFill>
                  <a:srgbClr val="1A73E8"/>
                </a:solidFill>
                <a:latin typeface="Google Sans"/>
                <a:ea typeface="Google Sans"/>
                <a:cs typeface="Google Sans"/>
                <a:sym typeface="Google Sans"/>
              </a:defRPr>
            </a:lvl9pPr>
          </a:lstStyle>
          <a:p/>
        </p:txBody>
      </p:sp>
      <p:sp>
        <p:nvSpPr>
          <p:cNvPr id="100" name="Google Shape;100;p7"/>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Content - Title">
  <p:cSld name="BLANK_1_2_1_1_1_1">
    <p:spTree>
      <p:nvGrpSpPr>
        <p:cNvPr id="101" name="Shape 101"/>
        <p:cNvGrpSpPr/>
        <p:nvPr/>
      </p:nvGrpSpPr>
      <p:grpSpPr>
        <a:xfrm>
          <a:off x="0" y="0"/>
          <a:ext cx="0" cy="0"/>
          <a:chOff x="0" y="0"/>
          <a:chExt cx="0" cy="0"/>
        </a:xfrm>
      </p:grpSpPr>
      <p:sp>
        <p:nvSpPr>
          <p:cNvPr id="102" name="Google Shape;102;p8"/>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03" name="Google Shape;103;p8"/>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Content - Title and body (1 col)">
  <p:cSld name="BLANK_1_2_1_1_1_1_2">
    <p:spTree>
      <p:nvGrpSpPr>
        <p:cNvPr id="104" name="Shape 104"/>
        <p:cNvGrpSpPr/>
        <p:nvPr/>
      </p:nvGrpSpPr>
      <p:grpSpPr>
        <a:xfrm>
          <a:off x="0" y="0"/>
          <a:ext cx="0" cy="0"/>
          <a:chOff x="0" y="0"/>
          <a:chExt cx="0" cy="0"/>
        </a:xfrm>
      </p:grpSpPr>
      <p:sp>
        <p:nvSpPr>
          <p:cNvPr id="105" name="Google Shape;105;p9"/>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06" name="Google Shape;106;p9"/>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07" name="Google Shape;107;p9"/>
          <p:cNvSpPr txBox="1"/>
          <p:nvPr>
            <p:ph idx="1" type="body"/>
          </p:nvPr>
        </p:nvSpPr>
        <p:spPr>
          <a:xfrm>
            <a:off x="457200" y="1535475"/>
            <a:ext cx="40737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c Content - Title and body w/image (1 col)">
  <p:cSld name="BLANK_1_2_1_1_1_1_2_1">
    <p:spTree>
      <p:nvGrpSpPr>
        <p:cNvPr id="108" name="Shape 108"/>
        <p:cNvGrpSpPr/>
        <p:nvPr/>
      </p:nvGrpSpPr>
      <p:grpSpPr>
        <a:xfrm>
          <a:off x="0" y="0"/>
          <a:ext cx="0" cy="0"/>
          <a:chOff x="0" y="0"/>
          <a:chExt cx="0" cy="0"/>
        </a:xfrm>
      </p:grpSpPr>
      <p:sp>
        <p:nvSpPr>
          <p:cNvPr id="109" name="Google Shape;109;p10"/>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10" name="Google Shape;110;p10"/>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11" name="Google Shape;111;p10"/>
          <p:cNvSpPr txBox="1"/>
          <p:nvPr>
            <p:ph idx="1" type="body"/>
          </p:nvPr>
        </p:nvSpPr>
        <p:spPr>
          <a:xfrm>
            <a:off x="457200" y="1535475"/>
            <a:ext cx="40737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2" name="Google Shape;112;p10"/>
          <p:cNvSpPr/>
          <p:nvPr>
            <p:ph idx="2" type="pic"/>
          </p:nvPr>
        </p:nvSpPr>
        <p:spPr>
          <a:xfrm>
            <a:off x="4612000" y="1535475"/>
            <a:ext cx="4073700" cy="3152700"/>
          </a:xfrm>
          <a:prstGeom prst="roundRect">
            <a:avLst>
              <a:gd fmla="val 1963" name="adj"/>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d Content - Title and body (2 col)">
  <p:cSld name="BLANK_1_2_1_1_1_1_1">
    <p:spTree>
      <p:nvGrpSpPr>
        <p:cNvPr id="113" name="Shape 113"/>
        <p:cNvGrpSpPr/>
        <p:nvPr/>
      </p:nvGrpSpPr>
      <p:grpSpPr>
        <a:xfrm>
          <a:off x="0" y="0"/>
          <a:ext cx="0" cy="0"/>
          <a:chOff x="0" y="0"/>
          <a:chExt cx="0" cy="0"/>
        </a:xfrm>
      </p:grpSpPr>
      <p:sp>
        <p:nvSpPr>
          <p:cNvPr id="114" name="Google Shape;114;p11"/>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None/>
              <a:defRPr sz="2000"/>
            </a:lvl2pPr>
            <a:lvl3pPr lvl="2">
              <a:lnSpc>
                <a:spcPct val="90000"/>
              </a:lnSpc>
              <a:spcBef>
                <a:spcPts val="0"/>
              </a:spcBef>
              <a:spcAft>
                <a:spcPts val="0"/>
              </a:spcAft>
              <a:buSzPts val="2000"/>
              <a:buNone/>
              <a:defRPr sz="2000"/>
            </a:lvl3pPr>
            <a:lvl4pPr lvl="3">
              <a:lnSpc>
                <a:spcPct val="90000"/>
              </a:lnSpc>
              <a:spcBef>
                <a:spcPts val="0"/>
              </a:spcBef>
              <a:spcAft>
                <a:spcPts val="0"/>
              </a:spcAft>
              <a:buSzPts val="2000"/>
              <a:buNone/>
              <a:defRPr sz="2000"/>
            </a:lvl4pPr>
            <a:lvl5pPr lvl="4">
              <a:lnSpc>
                <a:spcPct val="90000"/>
              </a:lnSpc>
              <a:spcBef>
                <a:spcPts val="0"/>
              </a:spcBef>
              <a:spcAft>
                <a:spcPts val="0"/>
              </a:spcAft>
              <a:buSzPts val="2000"/>
              <a:buNone/>
              <a:defRPr sz="2000"/>
            </a:lvl5pPr>
            <a:lvl6pPr lvl="5">
              <a:lnSpc>
                <a:spcPct val="90000"/>
              </a:lnSpc>
              <a:spcBef>
                <a:spcPts val="0"/>
              </a:spcBef>
              <a:spcAft>
                <a:spcPts val="0"/>
              </a:spcAft>
              <a:buSzPts val="2000"/>
              <a:buNone/>
              <a:defRPr sz="2000"/>
            </a:lvl6pPr>
            <a:lvl7pPr lvl="6">
              <a:lnSpc>
                <a:spcPct val="90000"/>
              </a:lnSpc>
              <a:spcBef>
                <a:spcPts val="0"/>
              </a:spcBef>
              <a:spcAft>
                <a:spcPts val="0"/>
              </a:spcAft>
              <a:buSzPts val="2000"/>
              <a:buNone/>
              <a:defRPr sz="2000"/>
            </a:lvl7pPr>
            <a:lvl8pPr lvl="7">
              <a:lnSpc>
                <a:spcPct val="90000"/>
              </a:lnSpc>
              <a:spcBef>
                <a:spcPts val="0"/>
              </a:spcBef>
              <a:spcAft>
                <a:spcPts val="0"/>
              </a:spcAft>
              <a:buSzPts val="2000"/>
              <a:buNone/>
              <a:defRPr sz="2000"/>
            </a:lvl8pPr>
            <a:lvl9pPr lvl="8">
              <a:lnSpc>
                <a:spcPct val="90000"/>
              </a:lnSpc>
              <a:spcBef>
                <a:spcPts val="0"/>
              </a:spcBef>
              <a:spcAft>
                <a:spcPts val="0"/>
              </a:spcAft>
              <a:buSzPts val="2000"/>
              <a:buNone/>
              <a:defRPr sz="2000"/>
            </a:lvl9pPr>
          </a:lstStyle>
          <a:p/>
        </p:txBody>
      </p:sp>
      <p:sp>
        <p:nvSpPr>
          <p:cNvPr id="115" name="Google Shape;115;p11"/>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16" name="Google Shape;116;p11"/>
          <p:cNvSpPr txBox="1"/>
          <p:nvPr>
            <p:ph idx="1" type="body"/>
          </p:nvPr>
        </p:nvSpPr>
        <p:spPr>
          <a:xfrm>
            <a:off x="457200" y="1535475"/>
            <a:ext cx="40737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7" name="Google Shape;117;p11"/>
          <p:cNvSpPr txBox="1"/>
          <p:nvPr>
            <p:ph idx="2" type="body"/>
          </p:nvPr>
        </p:nvSpPr>
        <p:spPr>
          <a:xfrm>
            <a:off x="4612000" y="1535475"/>
            <a:ext cx="40737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e Content - Title and body w/image (2 col)">
  <p:cSld name="BLANK_1_2_1_1_1_1_1_2">
    <p:spTree>
      <p:nvGrpSpPr>
        <p:cNvPr id="118" name="Shape 118"/>
        <p:cNvGrpSpPr/>
        <p:nvPr/>
      </p:nvGrpSpPr>
      <p:grpSpPr>
        <a:xfrm>
          <a:off x="0" y="0"/>
          <a:ext cx="0" cy="0"/>
          <a:chOff x="0" y="0"/>
          <a:chExt cx="0" cy="0"/>
        </a:xfrm>
      </p:grpSpPr>
      <p:sp>
        <p:nvSpPr>
          <p:cNvPr id="119" name="Google Shape;119;p12"/>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None/>
              <a:defRPr sz="2000"/>
            </a:lvl2pPr>
            <a:lvl3pPr lvl="2">
              <a:lnSpc>
                <a:spcPct val="90000"/>
              </a:lnSpc>
              <a:spcBef>
                <a:spcPts val="0"/>
              </a:spcBef>
              <a:spcAft>
                <a:spcPts val="0"/>
              </a:spcAft>
              <a:buSzPts val="2000"/>
              <a:buNone/>
              <a:defRPr sz="2000"/>
            </a:lvl3pPr>
            <a:lvl4pPr lvl="3">
              <a:lnSpc>
                <a:spcPct val="90000"/>
              </a:lnSpc>
              <a:spcBef>
                <a:spcPts val="0"/>
              </a:spcBef>
              <a:spcAft>
                <a:spcPts val="0"/>
              </a:spcAft>
              <a:buSzPts val="2000"/>
              <a:buNone/>
              <a:defRPr sz="2000"/>
            </a:lvl4pPr>
            <a:lvl5pPr lvl="4">
              <a:lnSpc>
                <a:spcPct val="90000"/>
              </a:lnSpc>
              <a:spcBef>
                <a:spcPts val="0"/>
              </a:spcBef>
              <a:spcAft>
                <a:spcPts val="0"/>
              </a:spcAft>
              <a:buSzPts val="2000"/>
              <a:buNone/>
              <a:defRPr sz="2000"/>
            </a:lvl5pPr>
            <a:lvl6pPr lvl="5">
              <a:lnSpc>
                <a:spcPct val="90000"/>
              </a:lnSpc>
              <a:spcBef>
                <a:spcPts val="0"/>
              </a:spcBef>
              <a:spcAft>
                <a:spcPts val="0"/>
              </a:spcAft>
              <a:buSzPts val="2000"/>
              <a:buNone/>
              <a:defRPr sz="2000"/>
            </a:lvl6pPr>
            <a:lvl7pPr lvl="6">
              <a:lnSpc>
                <a:spcPct val="90000"/>
              </a:lnSpc>
              <a:spcBef>
                <a:spcPts val="0"/>
              </a:spcBef>
              <a:spcAft>
                <a:spcPts val="0"/>
              </a:spcAft>
              <a:buSzPts val="2000"/>
              <a:buNone/>
              <a:defRPr sz="2000"/>
            </a:lvl7pPr>
            <a:lvl8pPr lvl="7">
              <a:lnSpc>
                <a:spcPct val="90000"/>
              </a:lnSpc>
              <a:spcBef>
                <a:spcPts val="0"/>
              </a:spcBef>
              <a:spcAft>
                <a:spcPts val="0"/>
              </a:spcAft>
              <a:buSzPts val="2000"/>
              <a:buNone/>
              <a:defRPr sz="2000"/>
            </a:lvl8pPr>
            <a:lvl9pPr lvl="8">
              <a:lnSpc>
                <a:spcPct val="90000"/>
              </a:lnSpc>
              <a:spcBef>
                <a:spcPts val="0"/>
              </a:spcBef>
              <a:spcAft>
                <a:spcPts val="0"/>
              </a:spcAft>
              <a:buSzPts val="2000"/>
              <a:buNone/>
              <a:defRPr sz="2000"/>
            </a:lvl9pPr>
          </a:lstStyle>
          <a:p/>
        </p:txBody>
      </p:sp>
      <p:sp>
        <p:nvSpPr>
          <p:cNvPr id="120" name="Google Shape;120;p12"/>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21" name="Google Shape;121;p12"/>
          <p:cNvSpPr txBox="1"/>
          <p:nvPr>
            <p:ph idx="1" type="body"/>
          </p:nvPr>
        </p:nvSpPr>
        <p:spPr>
          <a:xfrm>
            <a:off x="457200" y="3692000"/>
            <a:ext cx="40737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2" name="Google Shape;122;p12"/>
          <p:cNvSpPr txBox="1"/>
          <p:nvPr>
            <p:ph idx="2" type="body"/>
          </p:nvPr>
        </p:nvSpPr>
        <p:spPr>
          <a:xfrm>
            <a:off x="4612000" y="3692000"/>
            <a:ext cx="40737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3" name="Google Shape;123;p12"/>
          <p:cNvSpPr/>
          <p:nvPr>
            <p:ph idx="3" type="pic"/>
          </p:nvPr>
        </p:nvSpPr>
        <p:spPr>
          <a:xfrm>
            <a:off x="457200" y="1535475"/>
            <a:ext cx="4073700" cy="2074200"/>
          </a:xfrm>
          <a:prstGeom prst="roundRect">
            <a:avLst>
              <a:gd fmla="val 3013" name="adj"/>
            </a:avLst>
          </a:prstGeom>
          <a:noFill/>
          <a:ln>
            <a:noFill/>
          </a:ln>
        </p:spPr>
      </p:sp>
      <p:sp>
        <p:nvSpPr>
          <p:cNvPr id="124" name="Google Shape;124;p12"/>
          <p:cNvSpPr/>
          <p:nvPr>
            <p:ph idx="4" type="pic"/>
          </p:nvPr>
        </p:nvSpPr>
        <p:spPr>
          <a:xfrm>
            <a:off x="4612000" y="1535475"/>
            <a:ext cx="4073700" cy="2074200"/>
          </a:xfrm>
          <a:prstGeom prst="roundRect">
            <a:avLst>
              <a:gd fmla="val 3013" name="adj"/>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f Content - Title and body (3 col)">
  <p:cSld name="BLANK_1_2_1_1_1_1_1_1">
    <p:spTree>
      <p:nvGrpSpPr>
        <p:cNvPr id="125" name="Shape 125"/>
        <p:cNvGrpSpPr/>
        <p:nvPr/>
      </p:nvGrpSpPr>
      <p:grpSpPr>
        <a:xfrm>
          <a:off x="0" y="0"/>
          <a:ext cx="0" cy="0"/>
          <a:chOff x="0" y="0"/>
          <a:chExt cx="0" cy="0"/>
        </a:xfrm>
      </p:grpSpPr>
      <p:sp>
        <p:nvSpPr>
          <p:cNvPr id="126" name="Google Shape;126;p13"/>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27" name="Google Shape;127;p13"/>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28" name="Google Shape;128;p13"/>
          <p:cNvSpPr txBox="1"/>
          <p:nvPr>
            <p:ph idx="1" type="body"/>
          </p:nvPr>
        </p:nvSpPr>
        <p:spPr>
          <a:xfrm>
            <a:off x="45720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13"/>
          <p:cNvSpPr txBox="1"/>
          <p:nvPr>
            <p:ph idx="2" type="body"/>
          </p:nvPr>
        </p:nvSpPr>
        <p:spPr>
          <a:xfrm>
            <a:off x="322770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13"/>
          <p:cNvSpPr txBox="1"/>
          <p:nvPr>
            <p:ph idx="3" type="body"/>
          </p:nvPr>
        </p:nvSpPr>
        <p:spPr>
          <a:xfrm>
            <a:off x="599820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g Content - Title and body w/image (3 col)">
  <p:cSld name="BLANK_1_2_1_1_1_1_1_1_2">
    <p:spTree>
      <p:nvGrpSpPr>
        <p:cNvPr id="131" name="Shape 131"/>
        <p:cNvGrpSpPr/>
        <p:nvPr/>
      </p:nvGrpSpPr>
      <p:grpSpPr>
        <a:xfrm>
          <a:off x="0" y="0"/>
          <a:ext cx="0" cy="0"/>
          <a:chOff x="0" y="0"/>
          <a:chExt cx="0" cy="0"/>
        </a:xfrm>
      </p:grpSpPr>
      <p:sp>
        <p:nvSpPr>
          <p:cNvPr id="132" name="Google Shape;132;p14"/>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33" name="Google Shape;133;p14"/>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34" name="Google Shape;134;p14"/>
          <p:cNvSpPr txBox="1"/>
          <p:nvPr>
            <p:ph idx="1" type="body"/>
          </p:nvPr>
        </p:nvSpPr>
        <p:spPr>
          <a:xfrm>
            <a:off x="457200" y="3692000"/>
            <a:ext cx="26883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5" name="Google Shape;135;p14"/>
          <p:cNvSpPr txBox="1"/>
          <p:nvPr>
            <p:ph idx="2" type="body"/>
          </p:nvPr>
        </p:nvSpPr>
        <p:spPr>
          <a:xfrm>
            <a:off x="3227700" y="3692000"/>
            <a:ext cx="26883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6" name="Google Shape;136;p14"/>
          <p:cNvSpPr txBox="1"/>
          <p:nvPr>
            <p:ph idx="3" type="body"/>
          </p:nvPr>
        </p:nvSpPr>
        <p:spPr>
          <a:xfrm>
            <a:off x="5998200" y="3692000"/>
            <a:ext cx="26883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7" name="Google Shape;137;p14"/>
          <p:cNvSpPr/>
          <p:nvPr>
            <p:ph idx="4" type="pic"/>
          </p:nvPr>
        </p:nvSpPr>
        <p:spPr>
          <a:xfrm>
            <a:off x="457200" y="1535475"/>
            <a:ext cx="2688300" cy="2074200"/>
          </a:xfrm>
          <a:prstGeom prst="roundRect">
            <a:avLst>
              <a:gd fmla="val 2994" name="adj"/>
            </a:avLst>
          </a:prstGeom>
          <a:noFill/>
          <a:ln>
            <a:noFill/>
          </a:ln>
        </p:spPr>
      </p:sp>
      <p:sp>
        <p:nvSpPr>
          <p:cNvPr id="138" name="Google Shape;138;p14"/>
          <p:cNvSpPr/>
          <p:nvPr>
            <p:ph idx="5" type="pic"/>
          </p:nvPr>
        </p:nvSpPr>
        <p:spPr>
          <a:xfrm>
            <a:off x="3227850" y="1535475"/>
            <a:ext cx="2688300" cy="2074200"/>
          </a:xfrm>
          <a:prstGeom prst="roundRect">
            <a:avLst>
              <a:gd fmla="val 2994" name="adj"/>
            </a:avLst>
          </a:prstGeom>
          <a:noFill/>
          <a:ln>
            <a:noFill/>
          </a:ln>
        </p:spPr>
      </p:sp>
      <p:sp>
        <p:nvSpPr>
          <p:cNvPr id="139" name="Google Shape;139;p14"/>
          <p:cNvSpPr/>
          <p:nvPr>
            <p:ph idx="6" type="pic"/>
          </p:nvPr>
        </p:nvSpPr>
        <p:spPr>
          <a:xfrm>
            <a:off x="5998500" y="1535475"/>
            <a:ext cx="2688300" cy="2074200"/>
          </a:xfrm>
          <a:prstGeom prst="roundRect">
            <a:avLst>
              <a:gd fmla="val 2994" name="adj"/>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h Content - Title and body (4 col)">
  <p:cSld name="BLANK_1_2_1_1_1_1_1_1_1">
    <p:spTree>
      <p:nvGrpSpPr>
        <p:cNvPr id="140" name="Shape 140"/>
        <p:cNvGrpSpPr/>
        <p:nvPr/>
      </p:nvGrpSpPr>
      <p:grpSpPr>
        <a:xfrm>
          <a:off x="0" y="0"/>
          <a:ext cx="0" cy="0"/>
          <a:chOff x="0" y="0"/>
          <a:chExt cx="0" cy="0"/>
        </a:xfrm>
      </p:grpSpPr>
      <p:sp>
        <p:nvSpPr>
          <p:cNvPr id="141" name="Google Shape;141;p15"/>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42" name="Google Shape;142;p15"/>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43" name="Google Shape;143;p15"/>
          <p:cNvSpPr txBox="1"/>
          <p:nvPr>
            <p:ph idx="1" type="body"/>
          </p:nvPr>
        </p:nvSpPr>
        <p:spPr>
          <a:xfrm>
            <a:off x="457200" y="1535475"/>
            <a:ext cx="19974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4" name="Google Shape;144;p15"/>
          <p:cNvSpPr txBox="1"/>
          <p:nvPr>
            <p:ph idx="2" type="body"/>
          </p:nvPr>
        </p:nvSpPr>
        <p:spPr>
          <a:xfrm>
            <a:off x="2536800" y="1535475"/>
            <a:ext cx="19974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5" name="Google Shape;145;p15"/>
          <p:cNvSpPr txBox="1"/>
          <p:nvPr>
            <p:ph idx="3" type="body"/>
          </p:nvPr>
        </p:nvSpPr>
        <p:spPr>
          <a:xfrm>
            <a:off x="4616400" y="1535475"/>
            <a:ext cx="19974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6" name="Google Shape;146;p15"/>
          <p:cNvSpPr txBox="1"/>
          <p:nvPr>
            <p:ph idx="4" type="body"/>
          </p:nvPr>
        </p:nvSpPr>
        <p:spPr>
          <a:xfrm>
            <a:off x="6696000" y="1535475"/>
            <a:ext cx="19974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i Content - Title and body w/image (4 col)">
  <p:cSld name="BLANK_1_2_1_1_1_1_1_1_1_2">
    <p:spTree>
      <p:nvGrpSpPr>
        <p:cNvPr id="147" name="Shape 147"/>
        <p:cNvGrpSpPr/>
        <p:nvPr/>
      </p:nvGrpSpPr>
      <p:grpSpPr>
        <a:xfrm>
          <a:off x="0" y="0"/>
          <a:ext cx="0" cy="0"/>
          <a:chOff x="0" y="0"/>
          <a:chExt cx="0" cy="0"/>
        </a:xfrm>
      </p:grpSpPr>
      <p:sp>
        <p:nvSpPr>
          <p:cNvPr id="148" name="Google Shape;148;p16"/>
          <p:cNvSpPr txBox="1"/>
          <p:nvPr>
            <p:ph type="title"/>
          </p:nvPr>
        </p:nvSpPr>
        <p:spPr>
          <a:xfrm>
            <a:off x="457200" y="457200"/>
            <a:ext cx="54588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49" name="Google Shape;149;p16"/>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50" name="Google Shape;150;p16"/>
          <p:cNvSpPr txBox="1"/>
          <p:nvPr>
            <p:ph idx="1" type="body"/>
          </p:nvPr>
        </p:nvSpPr>
        <p:spPr>
          <a:xfrm>
            <a:off x="457200" y="3692000"/>
            <a:ext cx="19974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1" name="Google Shape;151;p16"/>
          <p:cNvSpPr txBox="1"/>
          <p:nvPr>
            <p:ph idx="2" type="body"/>
          </p:nvPr>
        </p:nvSpPr>
        <p:spPr>
          <a:xfrm>
            <a:off x="2536800" y="3692000"/>
            <a:ext cx="19974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2" name="Google Shape;152;p16"/>
          <p:cNvSpPr txBox="1"/>
          <p:nvPr>
            <p:ph idx="3" type="body"/>
          </p:nvPr>
        </p:nvSpPr>
        <p:spPr>
          <a:xfrm>
            <a:off x="4616400" y="3692000"/>
            <a:ext cx="19974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3" name="Google Shape;153;p16"/>
          <p:cNvSpPr txBox="1"/>
          <p:nvPr>
            <p:ph idx="4" type="body"/>
          </p:nvPr>
        </p:nvSpPr>
        <p:spPr>
          <a:xfrm>
            <a:off x="6696000" y="3692000"/>
            <a:ext cx="1997400" cy="9963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4" name="Google Shape;154;p16"/>
          <p:cNvSpPr/>
          <p:nvPr>
            <p:ph idx="5" type="pic"/>
          </p:nvPr>
        </p:nvSpPr>
        <p:spPr>
          <a:xfrm>
            <a:off x="457200" y="1535475"/>
            <a:ext cx="1997400" cy="2074200"/>
          </a:xfrm>
          <a:prstGeom prst="roundRect">
            <a:avLst>
              <a:gd fmla="val 3207" name="adj"/>
            </a:avLst>
          </a:prstGeom>
          <a:noFill/>
          <a:ln>
            <a:noFill/>
          </a:ln>
        </p:spPr>
      </p:sp>
      <p:sp>
        <p:nvSpPr>
          <p:cNvPr id="155" name="Google Shape;155;p16"/>
          <p:cNvSpPr/>
          <p:nvPr>
            <p:ph idx="6" type="pic"/>
          </p:nvPr>
        </p:nvSpPr>
        <p:spPr>
          <a:xfrm>
            <a:off x="2536800" y="1535475"/>
            <a:ext cx="1997400" cy="2074200"/>
          </a:xfrm>
          <a:prstGeom prst="roundRect">
            <a:avLst>
              <a:gd fmla="val 3207" name="adj"/>
            </a:avLst>
          </a:prstGeom>
          <a:noFill/>
          <a:ln>
            <a:noFill/>
          </a:ln>
        </p:spPr>
      </p:sp>
      <p:sp>
        <p:nvSpPr>
          <p:cNvPr id="156" name="Google Shape;156;p16"/>
          <p:cNvSpPr/>
          <p:nvPr>
            <p:ph idx="7" type="pic"/>
          </p:nvPr>
        </p:nvSpPr>
        <p:spPr>
          <a:xfrm>
            <a:off x="4616400" y="1535475"/>
            <a:ext cx="1997400" cy="2074200"/>
          </a:xfrm>
          <a:prstGeom prst="roundRect">
            <a:avLst>
              <a:gd fmla="val 3207" name="adj"/>
            </a:avLst>
          </a:prstGeom>
          <a:noFill/>
          <a:ln>
            <a:noFill/>
          </a:ln>
        </p:spPr>
      </p:sp>
      <p:sp>
        <p:nvSpPr>
          <p:cNvPr id="157" name="Google Shape;157;p16"/>
          <p:cNvSpPr/>
          <p:nvPr>
            <p:ph idx="8" type="pic"/>
          </p:nvPr>
        </p:nvSpPr>
        <p:spPr>
          <a:xfrm>
            <a:off x="6691600" y="1535475"/>
            <a:ext cx="1997400" cy="2074200"/>
          </a:xfrm>
          <a:prstGeom prst="roundRect">
            <a:avLst>
              <a:gd fmla="val 320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a Content - Panel and image (right)">
  <p:cSld name="BLANK_1_2_1_1_1_1_1_1_1_1">
    <p:spTree>
      <p:nvGrpSpPr>
        <p:cNvPr id="158" name="Shape 158"/>
        <p:cNvGrpSpPr/>
        <p:nvPr/>
      </p:nvGrpSpPr>
      <p:grpSpPr>
        <a:xfrm>
          <a:off x="0" y="0"/>
          <a:ext cx="0" cy="0"/>
          <a:chOff x="0" y="0"/>
          <a:chExt cx="0" cy="0"/>
        </a:xfrm>
      </p:grpSpPr>
      <p:sp>
        <p:nvSpPr>
          <p:cNvPr id="159" name="Google Shape;159;p17"/>
          <p:cNvSpPr txBox="1"/>
          <p:nvPr>
            <p:ph type="title"/>
          </p:nvPr>
        </p:nvSpPr>
        <p:spPr>
          <a:xfrm>
            <a:off x="457200" y="457200"/>
            <a:ext cx="32004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60" name="Google Shape;160;p17"/>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61" name="Google Shape;161;p17"/>
          <p:cNvSpPr txBox="1"/>
          <p:nvPr>
            <p:ph idx="1" type="body"/>
          </p:nvPr>
        </p:nvSpPr>
        <p:spPr>
          <a:xfrm>
            <a:off x="45720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62" name="Google Shape;162;p17"/>
          <p:cNvSpPr/>
          <p:nvPr>
            <p:ph idx="2" type="pic"/>
          </p:nvPr>
        </p:nvSpPr>
        <p:spPr>
          <a:xfrm>
            <a:off x="4114800" y="0"/>
            <a:ext cx="5029200" cy="51435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b Content - Panel and image (left)">
  <p:cSld name="BLANK_1_2_1_1_1_1_1_1_1_1_1">
    <p:spTree>
      <p:nvGrpSpPr>
        <p:cNvPr id="163" name="Shape 163"/>
        <p:cNvGrpSpPr/>
        <p:nvPr/>
      </p:nvGrpSpPr>
      <p:grpSpPr>
        <a:xfrm>
          <a:off x="0" y="0"/>
          <a:ext cx="0" cy="0"/>
          <a:chOff x="0" y="0"/>
          <a:chExt cx="0" cy="0"/>
        </a:xfrm>
      </p:grpSpPr>
      <p:sp>
        <p:nvSpPr>
          <p:cNvPr id="164" name="Google Shape;164;p18"/>
          <p:cNvSpPr txBox="1"/>
          <p:nvPr>
            <p:ph type="title"/>
          </p:nvPr>
        </p:nvSpPr>
        <p:spPr>
          <a:xfrm>
            <a:off x="5486250" y="457200"/>
            <a:ext cx="32004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65" name="Google Shape;165;p18"/>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66" name="Google Shape;166;p18"/>
          <p:cNvSpPr txBox="1"/>
          <p:nvPr>
            <p:ph idx="1" type="body"/>
          </p:nvPr>
        </p:nvSpPr>
        <p:spPr>
          <a:xfrm>
            <a:off x="548625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67" name="Google Shape;167;p18"/>
          <p:cNvSpPr/>
          <p:nvPr>
            <p:ph idx="2" type="pic"/>
          </p:nvPr>
        </p:nvSpPr>
        <p:spPr>
          <a:xfrm>
            <a:off x="0" y="0"/>
            <a:ext cx="5029200" cy="5143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c Content - Panel and code (right)">
  <p:cSld name="BLANK_1_2_1_1_1_1_1_1_1_1_1_1">
    <p:bg>
      <p:bgPr>
        <a:solidFill>
          <a:srgbClr val="F1F3F4"/>
        </a:solidFill>
      </p:bgPr>
    </p:bg>
    <p:spTree>
      <p:nvGrpSpPr>
        <p:cNvPr id="168" name="Shape 168"/>
        <p:cNvGrpSpPr/>
        <p:nvPr/>
      </p:nvGrpSpPr>
      <p:grpSpPr>
        <a:xfrm>
          <a:off x="0" y="0"/>
          <a:ext cx="0" cy="0"/>
          <a:chOff x="0" y="0"/>
          <a:chExt cx="0" cy="0"/>
        </a:xfrm>
      </p:grpSpPr>
      <p:sp>
        <p:nvSpPr>
          <p:cNvPr id="169" name="Google Shape;169;p19"/>
          <p:cNvSpPr/>
          <p:nvPr/>
        </p:nvSpPr>
        <p:spPr>
          <a:xfrm>
            <a:off x="0" y="0"/>
            <a:ext cx="4114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71" name="Google Shape;171;p19"/>
          <p:cNvSpPr txBox="1"/>
          <p:nvPr>
            <p:ph idx="1" type="body"/>
          </p:nvPr>
        </p:nvSpPr>
        <p:spPr>
          <a:xfrm>
            <a:off x="4612000" y="457200"/>
            <a:ext cx="4074900" cy="42309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1pPr>
            <a:lvl2pPr indent="-292100" lvl="1" marL="9144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2pPr>
            <a:lvl3pPr indent="-292100" lvl="2" marL="13716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3pPr>
            <a:lvl4pPr indent="-292100" lvl="3" marL="18288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4pPr>
            <a:lvl5pPr indent="-292100" lvl="4" marL="22860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5pPr>
            <a:lvl6pPr indent="-292100" lvl="5" marL="27432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6pPr>
            <a:lvl7pPr indent="-292100" lvl="6" marL="32004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7pPr>
            <a:lvl8pPr indent="-292100" lvl="7" marL="36576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8pPr>
            <a:lvl9pPr indent="-292100" lvl="8" marL="41148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9pPr>
          </a:lstStyle>
          <a:p/>
        </p:txBody>
      </p:sp>
      <p:sp>
        <p:nvSpPr>
          <p:cNvPr id="172" name="Google Shape;172;p19"/>
          <p:cNvSpPr txBox="1"/>
          <p:nvPr>
            <p:ph type="title"/>
          </p:nvPr>
        </p:nvSpPr>
        <p:spPr>
          <a:xfrm>
            <a:off x="457200" y="457200"/>
            <a:ext cx="32004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73" name="Google Shape;173;p19"/>
          <p:cNvSpPr txBox="1"/>
          <p:nvPr>
            <p:ph idx="2" type="body"/>
          </p:nvPr>
        </p:nvSpPr>
        <p:spPr>
          <a:xfrm>
            <a:off x="45720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d Content - Panel and code (left)">
  <p:cSld name="BLANK_1_2_1_1_1_1_1_1_1_1_1_1_1">
    <p:bg>
      <p:bgPr>
        <a:solidFill>
          <a:srgbClr val="F1F3F4"/>
        </a:solidFill>
      </p:bgPr>
    </p:bg>
    <p:spTree>
      <p:nvGrpSpPr>
        <p:cNvPr id="174" name="Shape 174"/>
        <p:cNvGrpSpPr/>
        <p:nvPr/>
      </p:nvGrpSpPr>
      <p:grpSpPr>
        <a:xfrm>
          <a:off x="0" y="0"/>
          <a:ext cx="0" cy="0"/>
          <a:chOff x="0" y="0"/>
          <a:chExt cx="0" cy="0"/>
        </a:xfrm>
      </p:grpSpPr>
      <p:sp>
        <p:nvSpPr>
          <p:cNvPr id="175" name="Google Shape;175;p20"/>
          <p:cNvSpPr/>
          <p:nvPr/>
        </p:nvSpPr>
        <p:spPr>
          <a:xfrm>
            <a:off x="5029050" y="0"/>
            <a:ext cx="4114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txBox="1"/>
          <p:nvPr>
            <p:ph idx="1" type="body"/>
          </p:nvPr>
        </p:nvSpPr>
        <p:spPr>
          <a:xfrm>
            <a:off x="497200" y="457200"/>
            <a:ext cx="4074900" cy="42309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1pPr>
            <a:lvl2pPr indent="-292100" lvl="1" marL="9144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2pPr>
            <a:lvl3pPr indent="-292100" lvl="2" marL="13716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3pPr>
            <a:lvl4pPr indent="-292100" lvl="3" marL="18288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4pPr>
            <a:lvl5pPr indent="-292100" lvl="4" marL="22860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5pPr>
            <a:lvl6pPr indent="-292100" lvl="5" marL="27432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6pPr>
            <a:lvl7pPr indent="-292100" lvl="6" marL="32004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7pPr>
            <a:lvl8pPr indent="-292100" lvl="7" marL="36576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8pPr>
            <a:lvl9pPr indent="-292100" lvl="8" marL="4114800">
              <a:lnSpc>
                <a:spcPct val="100000"/>
              </a:lnSpc>
              <a:spcBef>
                <a:spcPts val="0"/>
              </a:spcBef>
              <a:spcAft>
                <a:spcPts val="0"/>
              </a:spcAft>
              <a:buSzPts val="1000"/>
              <a:buFont typeface="Google Sans Mono"/>
              <a:buChar char="■"/>
              <a:defRPr>
                <a:latin typeface="Google Sans Mono"/>
                <a:ea typeface="Google Sans Mono"/>
                <a:cs typeface="Google Sans Mono"/>
                <a:sym typeface="Google Sans Mono"/>
              </a:defRPr>
            </a:lvl9pPr>
          </a:lstStyle>
          <a:p/>
        </p:txBody>
      </p:sp>
      <p:sp>
        <p:nvSpPr>
          <p:cNvPr id="177" name="Google Shape;177;p20"/>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78" name="Google Shape;178;p20"/>
          <p:cNvSpPr txBox="1"/>
          <p:nvPr>
            <p:ph type="title"/>
          </p:nvPr>
        </p:nvSpPr>
        <p:spPr>
          <a:xfrm>
            <a:off x="5486250" y="457200"/>
            <a:ext cx="32004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79" name="Google Shape;179;p20"/>
          <p:cNvSpPr txBox="1"/>
          <p:nvPr>
            <p:ph idx="2" type="body"/>
          </p:nvPr>
        </p:nvSpPr>
        <p:spPr>
          <a:xfrm>
            <a:off x="5486250" y="1535475"/>
            <a:ext cx="2688300" cy="3152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80" name="Google Shape;180;p20"/>
          <p:cNvSpPr txBox="1"/>
          <p:nvPr/>
        </p:nvSpPr>
        <p:spPr>
          <a:xfrm>
            <a:off x="6695775" y="187250"/>
            <a:ext cx="1990800" cy="92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600">
                <a:solidFill>
                  <a:schemeClr val="accent5"/>
                </a:solidFill>
                <a:latin typeface="Google Sans Text"/>
                <a:ea typeface="Google Sans Text"/>
                <a:cs typeface="Google Sans Text"/>
                <a:sym typeface="Google Sans Text"/>
              </a:rPr>
              <a:t>Confidential - Google DeepMind</a:t>
            </a:r>
            <a:endParaRPr sz="600">
              <a:solidFill>
                <a:schemeClr val="accent5"/>
              </a:solidFill>
              <a:latin typeface="Google Sans Text"/>
              <a:ea typeface="Google Sans Text"/>
              <a:cs typeface="Google Sans Text"/>
              <a:sym typeface="Google Sans Tex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a Content - Statement (large)">
  <p:cSld name="BLANK_1_2_1_1_1_1_1_1_1_1_1_1_1_1">
    <p:spTree>
      <p:nvGrpSpPr>
        <p:cNvPr id="181" name="Shape 181"/>
        <p:cNvGrpSpPr/>
        <p:nvPr/>
      </p:nvGrpSpPr>
      <p:grpSpPr>
        <a:xfrm>
          <a:off x="0" y="0"/>
          <a:ext cx="0" cy="0"/>
          <a:chOff x="0" y="0"/>
          <a:chExt cx="0" cy="0"/>
        </a:xfrm>
      </p:grpSpPr>
      <p:sp>
        <p:nvSpPr>
          <p:cNvPr id="182" name="Google Shape;182;p21"/>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83" name="Google Shape;183;p21"/>
          <p:cNvSpPr txBox="1"/>
          <p:nvPr>
            <p:ph type="title"/>
          </p:nvPr>
        </p:nvSpPr>
        <p:spPr>
          <a:xfrm>
            <a:off x="457200" y="457200"/>
            <a:ext cx="5458800" cy="42309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2pPr>
            <a:lvl3pPr lvl="2">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3pPr>
            <a:lvl4pPr lvl="3">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4pPr>
            <a:lvl5pPr lvl="4">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5pPr>
            <a:lvl6pPr lvl="5">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6pPr>
            <a:lvl7pPr lvl="6">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7pPr>
            <a:lvl8pPr lvl="7">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8pPr>
            <a:lvl9pPr lvl="8">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b Content - Statement (small)">
  <p:cSld name="BLANK_1_2_1_1_1_1_1_1_1_1_1_1_1_1_1">
    <p:spTree>
      <p:nvGrpSpPr>
        <p:cNvPr id="184" name="Shape 184"/>
        <p:cNvGrpSpPr/>
        <p:nvPr/>
      </p:nvGrpSpPr>
      <p:grpSpPr>
        <a:xfrm>
          <a:off x="0" y="0"/>
          <a:ext cx="0" cy="0"/>
          <a:chOff x="0" y="0"/>
          <a:chExt cx="0" cy="0"/>
        </a:xfrm>
      </p:grpSpPr>
      <p:sp>
        <p:nvSpPr>
          <p:cNvPr id="185" name="Google Shape;185;p22"/>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86" name="Google Shape;186;p22"/>
          <p:cNvSpPr txBox="1"/>
          <p:nvPr>
            <p:ph type="title"/>
          </p:nvPr>
        </p:nvSpPr>
        <p:spPr>
          <a:xfrm>
            <a:off x="457200" y="457200"/>
            <a:ext cx="5458800" cy="42309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2pPr>
            <a:lvl3pPr lvl="2">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3pPr>
            <a:lvl4pPr lvl="3">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4pPr>
            <a:lvl5pPr lvl="4">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5pPr>
            <a:lvl6pPr lvl="5">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6pPr>
            <a:lvl7pPr lvl="6">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7pPr>
            <a:lvl8pPr lvl="7">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8pPr>
            <a:lvl9pPr lvl="8">
              <a:lnSpc>
                <a:spcPct val="90000"/>
              </a:lnSpc>
              <a:spcBef>
                <a:spcPts val="0"/>
              </a:spcBef>
              <a:spcAft>
                <a:spcPts val="0"/>
              </a:spcAft>
              <a:buSzPts val="2400"/>
              <a:buFont typeface="Google Sans Medium"/>
              <a:buNone/>
              <a:defRPr sz="2400">
                <a:latin typeface="Google Sans Medium"/>
                <a:ea typeface="Google Sans Medium"/>
                <a:cs typeface="Google Sans Medium"/>
                <a:sym typeface="Google Sans Medium"/>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a Content - Quote">
  <p:cSld name="BLANK_1_2_1_1_1_1_1_1_1_1_1_1_1_1_1_2">
    <p:spTree>
      <p:nvGrpSpPr>
        <p:cNvPr id="187" name="Shape 187"/>
        <p:cNvGrpSpPr/>
        <p:nvPr/>
      </p:nvGrpSpPr>
      <p:grpSpPr>
        <a:xfrm>
          <a:off x="0" y="0"/>
          <a:ext cx="0" cy="0"/>
          <a:chOff x="0" y="0"/>
          <a:chExt cx="0" cy="0"/>
        </a:xfrm>
      </p:grpSpPr>
      <p:sp>
        <p:nvSpPr>
          <p:cNvPr id="188" name="Google Shape;188;p23"/>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89" name="Google Shape;189;p23"/>
          <p:cNvSpPr txBox="1"/>
          <p:nvPr>
            <p:ph type="title"/>
          </p:nvPr>
        </p:nvSpPr>
        <p:spPr>
          <a:xfrm>
            <a:off x="457200" y="1535475"/>
            <a:ext cx="8229600" cy="2074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2pPr>
            <a:lvl3pPr lvl="2">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3pPr>
            <a:lvl4pPr lvl="3">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4pPr>
            <a:lvl5pPr lvl="4">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5pPr>
            <a:lvl6pPr lvl="5">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6pPr>
            <a:lvl7pPr lvl="6">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7pPr>
            <a:lvl8pPr lvl="7">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8pPr>
            <a:lvl9pPr lvl="8">
              <a:lnSpc>
                <a:spcPct val="90000"/>
              </a:lnSpc>
              <a:spcBef>
                <a:spcPts val="0"/>
              </a:spcBef>
              <a:spcAft>
                <a:spcPts val="0"/>
              </a:spcAft>
              <a:buSzPts val="4200"/>
              <a:buFont typeface="Google Sans Medium"/>
              <a:buNone/>
              <a:defRPr sz="4200">
                <a:latin typeface="Google Sans Medium"/>
                <a:ea typeface="Google Sans Medium"/>
                <a:cs typeface="Google Sans Medium"/>
                <a:sym typeface="Google Sans Medium"/>
              </a:defRPr>
            </a:lvl9pPr>
          </a:lstStyle>
          <a:p/>
        </p:txBody>
      </p:sp>
      <p:sp>
        <p:nvSpPr>
          <p:cNvPr id="190" name="Google Shape;190;p23"/>
          <p:cNvSpPr txBox="1"/>
          <p:nvPr/>
        </p:nvSpPr>
        <p:spPr>
          <a:xfrm>
            <a:off x="457200" y="457200"/>
            <a:ext cx="1997400" cy="996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8400">
                <a:solidFill>
                  <a:srgbClr val="1A73E8"/>
                </a:solidFill>
                <a:latin typeface="Google Sans"/>
                <a:ea typeface="Google Sans"/>
                <a:cs typeface="Google Sans"/>
                <a:sym typeface="Google Sans"/>
              </a:rPr>
              <a:t>“</a:t>
            </a:r>
            <a:endParaRPr sz="8400">
              <a:solidFill>
                <a:srgbClr val="1A73E8"/>
              </a:solidFill>
              <a:latin typeface="Google Sans"/>
              <a:ea typeface="Google Sans"/>
              <a:cs typeface="Google Sans"/>
              <a:sym typeface="Google Sans"/>
            </a:endParaRPr>
          </a:p>
        </p:txBody>
      </p:sp>
      <p:sp>
        <p:nvSpPr>
          <p:cNvPr id="191" name="Google Shape;191;p23"/>
          <p:cNvSpPr txBox="1"/>
          <p:nvPr>
            <p:ph idx="1" type="subTitle"/>
          </p:nvPr>
        </p:nvSpPr>
        <p:spPr>
          <a:xfrm>
            <a:off x="457200" y="3692000"/>
            <a:ext cx="2688300" cy="996000"/>
          </a:xfrm>
          <a:prstGeom prst="rect">
            <a:avLst/>
          </a:prstGeom>
        </p:spPr>
        <p:txBody>
          <a:bodyPr anchorCtr="0" anchor="b"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a Content - Callout">
  <p:cSld name="BLANK_1_2_1_1_1_1_1_1_1_1_1_1_1_1_1_1">
    <p:spTree>
      <p:nvGrpSpPr>
        <p:cNvPr id="192" name="Shape 192"/>
        <p:cNvGrpSpPr/>
        <p:nvPr/>
      </p:nvGrpSpPr>
      <p:grpSpPr>
        <a:xfrm>
          <a:off x="0" y="0"/>
          <a:ext cx="0" cy="0"/>
          <a:chOff x="0" y="0"/>
          <a:chExt cx="0" cy="0"/>
        </a:xfrm>
      </p:grpSpPr>
      <p:sp>
        <p:nvSpPr>
          <p:cNvPr id="193" name="Google Shape;193;p24"/>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94" name="Google Shape;194;p24"/>
          <p:cNvSpPr txBox="1"/>
          <p:nvPr>
            <p:ph type="title"/>
          </p:nvPr>
        </p:nvSpPr>
        <p:spPr>
          <a:xfrm>
            <a:off x="457200" y="457200"/>
            <a:ext cx="2688300" cy="99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
        <p:nvSpPr>
          <p:cNvPr id="195" name="Google Shape;195;p24"/>
          <p:cNvSpPr txBox="1"/>
          <p:nvPr>
            <p:ph idx="1" type="body"/>
          </p:nvPr>
        </p:nvSpPr>
        <p:spPr>
          <a:xfrm>
            <a:off x="457200" y="2054475"/>
            <a:ext cx="2688300" cy="2633700"/>
          </a:xfrm>
          <a:prstGeom prst="rect">
            <a:avLst/>
          </a:prstGeom>
        </p:spPr>
        <p:txBody>
          <a:bodyPr anchorCtr="0" anchor="t" bIns="0" lIns="0" spcFirstLastPara="1" rIns="182875" wrap="square" tIns="0">
            <a:sp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a Content - Image">
  <p:cSld name="BLANK_1_2_1_1_1_1_1_1_1_1_1_1_1_1_1_1_4">
    <p:spTree>
      <p:nvGrpSpPr>
        <p:cNvPr id="196" name="Shape 196"/>
        <p:cNvGrpSpPr/>
        <p:nvPr/>
      </p:nvGrpSpPr>
      <p:grpSpPr>
        <a:xfrm>
          <a:off x="0" y="0"/>
          <a:ext cx="0" cy="0"/>
          <a:chOff x="0" y="0"/>
          <a:chExt cx="0" cy="0"/>
        </a:xfrm>
      </p:grpSpPr>
      <p:sp>
        <p:nvSpPr>
          <p:cNvPr id="197" name="Google Shape;197;p25"/>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198" name="Google Shape;198;p25"/>
          <p:cNvSpPr/>
          <p:nvPr>
            <p:ph idx="2" type="pic"/>
          </p:nvPr>
        </p:nvSpPr>
        <p:spPr>
          <a:xfrm>
            <a:off x="457200" y="457200"/>
            <a:ext cx="8229600" cy="4230900"/>
          </a:xfrm>
          <a:prstGeom prst="roundRect">
            <a:avLst>
              <a:gd fmla="val 1415" name="adj"/>
            </a:avLst>
          </a:prstGeom>
          <a:noFill/>
          <a:ln>
            <a:noFill/>
          </a:ln>
        </p:spPr>
      </p:sp>
      <p:sp>
        <p:nvSpPr>
          <p:cNvPr id="199" name="Google Shape;199;p25"/>
          <p:cNvSpPr txBox="1"/>
          <p:nvPr>
            <p:ph idx="1" type="subTitle"/>
          </p:nvPr>
        </p:nvSpPr>
        <p:spPr>
          <a:xfrm>
            <a:off x="457200" y="4764300"/>
            <a:ext cx="4073700" cy="292500"/>
          </a:xfrm>
          <a:prstGeom prst="rect">
            <a:avLst/>
          </a:prstGeom>
        </p:spPr>
        <p:txBody>
          <a:bodyPr anchorCtr="0" anchor="t" bIns="0" lIns="0" spcFirstLastPara="1" rIns="0" wrap="square" tIns="0">
            <a:spAutoFit/>
          </a:bodyPr>
          <a:lstStyle>
            <a:lvl1pPr lvl="0">
              <a:spcBef>
                <a:spcPts val="0"/>
              </a:spcBef>
              <a:spcAft>
                <a:spcPts val="0"/>
              </a:spcAft>
              <a:buSzPts val="600"/>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b Content - Image (2)">
  <p:cSld name="BLANK_1_2_1_1_1_1_1_1_1_1_1_1_1_1_1_1_4_1">
    <p:spTree>
      <p:nvGrpSpPr>
        <p:cNvPr id="200" name="Shape 200"/>
        <p:cNvGrpSpPr/>
        <p:nvPr/>
      </p:nvGrpSpPr>
      <p:grpSpPr>
        <a:xfrm>
          <a:off x="0" y="0"/>
          <a:ext cx="0" cy="0"/>
          <a:chOff x="0" y="0"/>
          <a:chExt cx="0" cy="0"/>
        </a:xfrm>
      </p:grpSpPr>
      <p:sp>
        <p:nvSpPr>
          <p:cNvPr id="201" name="Google Shape;201;p26"/>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02" name="Google Shape;202;p26"/>
          <p:cNvSpPr/>
          <p:nvPr>
            <p:ph idx="2" type="pic"/>
          </p:nvPr>
        </p:nvSpPr>
        <p:spPr>
          <a:xfrm>
            <a:off x="457200" y="457200"/>
            <a:ext cx="4073700" cy="4230900"/>
          </a:xfrm>
          <a:prstGeom prst="roundRect">
            <a:avLst>
              <a:gd fmla="val 1415" name="adj"/>
            </a:avLst>
          </a:prstGeom>
          <a:noFill/>
          <a:ln>
            <a:noFill/>
          </a:ln>
        </p:spPr>
      </p:sp>
      <p:sp>
        <p:nvSpPr>
          <p:cNvPr id="203" name="Google Shape;203;p26"/>
          <p:cNvSpPr/>
          <p:nvPr>
            <p:ph idx="3" type="pic"/>
          </p:nvPr>
        </p:nvSpPr>
        <p:spPr>
          <a:xfrm>
            <a:off x="4612000" y="457200"/>
            <a:ext cx="4073700" cy="4230900"/>
          </a:xfrm>
          <a:prstGeom prst="roundRect">
            <a:avLst>
              <a:gd fmla="val 1415" name="adj"/>
            </a:avLst>
          </a:prstGeom>
          <a:noFill/>
          <a:ln>
            <a:noFill/>
          </a:ln>
        </p:spPr>
      </p:sp>
      <p:sp>
        <p:nvSpPr>
          <p:cNvPr id="204" name="Google Shape;204;p26"/>
          <p:cNvSpPr txBox="1"/>
          <p:nvPr>
            <p:ph idx="1" type="subTitle"/>
          </p:nvPr>
        </p:nvSpPr>
        <p:spPr>
          <a:xfrm>
            <a:off x="457200" y="4764300"/>
            <a:ext cx="4073700" cy="292500"/>
          </a:xfrm>
          <a:prstGeom prst="rect">
            <a:avLst/>
          </a:prstGeom>
        </p:spPr>
        <p:txBody>
          <a:bodyPr anchorCtr="0" anchor="t" bIns="0" lIns="0" spcFirstLastPara="1" rIns="0" wrap="square" tIns="0">
            <a:spAutoFit/>
          </a:bodyPr>
          <a:lstStyle>
            <a:lvl1pPr lvl="0">
              <a:spcBef>
                <a:spcPts val="0"/>
              </a:spcBef>
              <a:spcAft>
                <a:spcPts val="0"/>
              </a:spcAft>
              <a:buSzPts val="600"/>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c Content - Image (3)">
  <p:cSld name="BLANK_1_2_1_1_1_1_1_1_1_1_1_1_1_1_1_1_4_1_1">
    <p:spTree>
      <p:nvGrpSpPr>
        <p:cNvPr id="205" name="Shape 205"/>
        <p:cNvGrpSpPr/>
        <p:nvPr/>
      </p:nvGrpSpPr>
      <p:grpSpPr>
        <a:xfrm>
          <a:off x="0" y="0"/>
          <a:ext cx="0" cy="0"/>
          <a:chOff x="0" y="0"/>
          <a:chExt cx="0" cy="0"/>
        </a:xfrm>
      </p:grpSpPr>
      <p:sp>
        <p:nvSpPr>
          <p:cNvPr id="206" name="Google Shape;206;p27"/>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07" name="Google Shape;207;p27"/>
          <p:cNvSpPr/>
          <p:nvPr>
            <p:ph idx="2" type="pic"/>
          </p:nvPr>
        </p:nvSpPr>
        <p:spPr>
          <a:xfrm>
            <a:off x="457200" y="457200"/>
            <a:ext cx="2688300" cy="4230900"/>
          </a:xfrm>
          <a:prstGeom prst="roundRect">
            <a:avLst>
              <a:gd fmla="val 2226" name="adj"/>
            </a:avLst>
          </a:prstGeom>
          <a:noFill/>
          <a:ln>
            <a:noFill/>
          </a:ln>
        </p:spPr>
      </p:sp>
      <p:sp>
        <p:nvSpPr>
          <p:cNvPr id="208" name="Google Shape;208;p27"/>
          <p:cNvSpPr/>
          <p:nvPr>
            <p:ph idx="3" type="pic"/>
          </p:nvPr>
        </p:nvSpPr>
        <p:spPr>
          <a:xfrm>
            <a:off x="3227850" y="457200"/>
            <a:ext cx="2688300" cy="4230900"/>
          </a:xfrm>
          <a:prstGeom prst="roundRect">
            <a:avLst>
              <a:gd fmla="val 2226" name="adj"/>
            </a:avLst>
          </a:prstGeom>
          <a:noFill/>
          <a:ln>
            <a:noFill/>
          </a:ln>
        </p:spPr>
      </p:sp>
      <p:sp>
        <p:nvSpPr>
          <p:cNvPr id="209" name="Google Shape;209;p27"/>
          <p:cNvSpPr/>
          <p:nvPr>
            <p:ph idx="4" type="pic"/>
          </p:nvPr>
        </p:nvSpPr>
        <p:spPr>
          <a:xfrm>
            <a:off x="5998500" y="457200"/>
            <a:ext cx="2688300" cy="4230900"/>
          </a:xfrm>
          <a:prstGeom prst="roundRect">
            <a:avLst>
              <a:gd fmla="val 2226" name="adj"/>
            </a:avLst>
          </a:prstGeom>
          <a:noFill/>
          <a:ln>
            <a:noFill/>
          </a:ln>
        </p:spPr>
      </p:sp>
      <p:sp>
        <p:nvSpPr>
          <p:cNvPr id="210" name="Google Shape;210;p27"/>
          <p:cNvSpPr txBox="1"/>
          <p:nvPr>
            <p:ph idx="1" type="subTitle"/>
          </p:nvPr>
        </p:nvSpPr>
        <p:spPr>
          <a:xfrm>
            <a:off x="457200" y="4764300"/>
            <a:ext cx="4073700" cy="292500"/>
          </a:xfrm>
          <a:prstGeom prst="rect">
            <a:avLst/>
          </a:prstGeom>
        </p:spPr>
        <p:txBody>
          <a:bodyPr anchorCtr="0" anchor="t" bIns="0" lIns="0" spcFirstLastPara="1" rIns="0" wrap="square" tIns="0">
            <a:spAutoFit/>
          </a:bodyPr>
          <a:lstStyle>
            <a:lvl1pPr lvl="0">
              <a:spcBef>
                <a:spcPts val="0"/>
              </a:spcBef>
              <a:spcAft>
                <a:spcPts val="0"/>
              </a:spcAft>
              <a:buSzPts val="600"/>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d Content - Image (4)">
  <p:cSld name="BLANK_1_2_1_1_1_1_1_1_1_1_1_1_1_1_1_1_4_1_1_1">
    <p:spTree>
      <p:nvGrpSpPr>
        <p:cNvPr id="211" name="Shape 211"/>
        <p:cNvGrpSpPr/>
        <p:nvPr/>
      </p:nvGrpSpPr>
      <p:grpSpPr>
        <a:xfrm>
          <a:off x="0" y="0"/>
          <a:ext cx="0" cy="0"/>
          <a:chOff x="0" y="0"/>
          <a:chExt cx="0" cy="0"/>
        </a:xfrm>
      </p:grpSpPr>
      <p:sp>
        <p:nvSpPr>
          <p:cNvPr id="212" name="Google Shape;212;p28"/>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13" name="Google Shape;213;p28"/>
          <p:cNvSpPr/>
          <p:nvPr>
            <p:ph idx="2" type="pic"/>
          </p:nvPr>
        </p:nvSpPr>
        <p:spPr>
          <a:xfrm>
            <a:off x="457200" y="457200"/>
            <a:ext cx="4073700" cy="2074200"/>
          </a:xfrm>
          <a:prstGeom prst="roundRect">
            <a:avLst>
              <a:gd fmla="val 2885" name="adj"/>
            </a:avLst>
          </a:prstGeom>
          <a:noFill/>
          <a:ln>
            <a:noFill/>
          </a:ln>
        </p:spPr>
      </p:sp>
      <p:sp>
        <p:nvSpPr>
          <p:cNvPr id="214" name="Google Shape;214;p28"/>
          <p:cNvSpPr/>
          <p:nvPr>
            <p:ph idx="3" type="pic"/>
          </p:nvPr>
        </p:nvSpPr>
        <p:spPr>
          <a:xfrm>
            <a:off x="4612000" y="457200"/>
            <a:ext cx="4073700" cy="2074200"/>
          </a:xfrm>
          <a:prstGeom prst="roundRect">
            <a:avLst>
              <a:gd fmla="val 2885" name="adj"/>
            </a:avLst>
          </a:prstGeom>
          <a:noFill/>
          <a:ln>
            <a:noFill/>
          </a:ln>
        </p:spPr>
      </p:sp>
      <p:sp>
        <p:nvSpPr>
          <p:cNvPr id="215" name="Google Shape;215;p28"/>
          <p:cNvSpPr/>
          <p:nvPr>
            <p:ph idx="4" type="pic"/>
          </p:nvPr>
        </p:nvSpPr>
        <p:spPr>
          <a:xfrm>
            <a:off x="457200" y="2613725"/>
            <a:ext cx="4073700" cy="2074200"/>
          </a:xfrm>
          <a:prstGeom prst="roundRect">
            <a:avLst>
              <a:gd fmla="val 2885" name="adj"/>
            </a:avLst>
          </a:prstGeom>
          <a:noFill/>
          <a:ln>
            <a:noFill/>
          </a:ln>
        </p:spPr>
      </p:sp>
      <p:sp>
        <p:nvSpPr>
          <p:cNvPr id="216" name="Google Shape;216;p28"/>
          <p:cNvSpPr/>
          <p:nvPr>
            <p:ph idx="5" type="pic"/>
          </p:nvPr>
        </p:nvSpPr>
        <p:spPr>
          <a:xfrm>
            <a:off x="4612000" y="2613725"/>
            <a:ext cx="4073700" cy="2074200"/>
          </a:xfrm>
          <a:prstGeom prst="roundRect">
            <a:avLst>
              <a:gd fmla="val 2885" name="adj"/>
            </a:avLst>
          </a:prstGeom>
          <a:noFill/>
          <a:ln>
            <a:noFill/>
          </a:ln>
        </p:spPr>
      </p:sp>
      <p:sp>
        <p:nvSpPr>
          <p:cNvPr id="217" name="Google Shape;217;p28"/>
          <p:cNvSpPr txBox="1"/>
          <p:nvPr>
            <p:ph idx="1" type="subTitle"/>
          </p:nvPr>
        </p:nvSpPr>
        <p:spPr>
          <a:xfrm>
            <a:off x="457200" y="4764300"/>
            <a:ext cx="4073700" cy="292500"/>
          </a:xfrm>
          <a:prstGeom prst="rect">
            <a:avLst/>
          </a:prstGeom>
        </p:spPr>
        <p:txBody>
          <a:bodyPr anchorCtr="0" anchor="t" bIns="0" lIns="0" spcFirstLastPara="1" rIns="0" wrap="square" tIns="0">
            <a:spAutoFit/>
          </a:bodyPr>
          <a:lstStyle>
            <a:lvl1pPr lvl="0">
              <a:spcBef>
                <a:spcPts val="0"/>
              </a:spcBef>
              <a:spcAft>
                <a:spcPts val="0"/>
              </a:spcAft>
              <a:buSzPts val="600"/>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e Content - Image (6)">
  <p:cSld name="BLANK_1_2_1_1_1_1_1_1_1_1_1_1_1_1_1_1_4_1_1_1_1">
    <p:spTree>
      <p:nvGrpSpPr>
        <p:cNvPr id="218" name="Shape 218"/>
        <p:cNvGrpSpPr/>
        <p:nvPr/>
      </p:nvGrpSpPr>
      <p:grpSpPr>
        <a:xfrm>
          <a:off x="0" y="0"/>
          <a:ext cx="0" cy="0"/>
          <a:chOff x="0" y="0"/>
          <a:chExt cx="0" cy="0"/>
        </a:xfrm>
      </p:grpSpPr>
      <p:sp>
        <p:nvSpPr>
          <p:cNvPr id="219" name="Google Shape;219;p29"/>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20" name="Google Shape;220;p29"/>
          <p:cNvSpPr/>
          <p:nvPr>
            <p:ph idx="2" type="pic"/>
          </p:nvPr>
        </p:nvSpPr>
        <p:spPr>
          <a:xfrm>
            <a:off x="457200" y="457200"/>
            <a:ext cx="2688300" cy="2074200"/>
          </a:xfrm>
          <a:prstGeom prst="roundRect">
            <a:avLst>
              <a:gd fmla="val 3071" name="adj"/>
            </a:avLst>
          </a:prstGeom>
          <a:noFill/>
          <a:ln>
            <a:noFill/>
          </a:ln>
        </p:spPr>
      </p:sp>
      <p:sp>
        <p:nvSpPr>
          <p:cNvPr id="221" name="Google Shape;221;p29"/>
          <p:cNvSpPr/>
          <p:nvPr>
            <p:ph idx="3" type="pic"/>
          </p:nvPr>
        </p:nvSpPr>
        <p:spPr>
          <a:xfrm>
            <a:off x="3227850" y="457200"/>
            <a:ext cx="2688300" cy="2074200"/>
          </a:xfrm>
          <a:prstGeom prst="roundRect">
            <a:avLst>
              <a:gd fmla="val 3071" name="adj"/>
            </a:avLst>
          </a:prstGeom>
          <a:noFill/>
          <a:ln>
            <a:noFill/>
          </a:ln>
        </p:spPr>
      </p:sp>
      <p:sp>
        <p:nvSpPr>
          <p:cNvPr id="222" name="Google Shape;222;p29"/>
          <p:cNvSpPr/>
          <p:nvPr>
            <p:ph idx="4" type="pic"/>
          </p:nvPr>
        </p:nvSpPr>
        <p:spPr>
          <a:xfrm>
            <a:off x="5998500" y="457200"/>
            <a:ext cx="2688300" cy="2074200"/>
          </a:xfrm>
          <a:prstGeom prst="roundRect">
            <a:avLst>
              <a:gd fmla="val 3071" name="adj"/>
            </a:avLst>
          </a:prstGeom>
          <a:noFill/>
          <a:ln>
            <a:noFill/>
          </a:ln>
        </p:spPr>
      </p:sp>
      <p:sp>
        <p:nvSpPr>
          <p:cNvPr id="223" name="Google Shape;223;p29"/>
          <p:cNvSpPr/>
          <p:nvPr>
            <p:ph idx="5" type="pic"/>
          </p:nvPr>
        </p:nvSpPr>
        <p:spPr>
          <a:xfrm>
            <a:off x="457200" y="2613725"/>
            <a:ext cx="2688300" cy="2074200"/>
          </a:xfrm>
          <a:prstGeom prst="roundRect">
            <a:avLst>
              <a:gd fmla="val 3071" name="adj"/>
            </a:avLst>
          </a:prstGeom>
          <a:noFill/>
          <a:ln>
            <a:noFill/>
          </a:ln>
        </p:spPr>
      </p:sp>
      <p:sp>
        <p:nvSpPr>
          <p:cNvPr id="224" name="Google Shape;224;p29"/>
          <p:cNvSpPr/>
          <p:nvPr>
            <p:ph idx="6" type="pic"/>
          </p:nvPr>
        </p:nvSpPr>
        <p:spPr>
          <a:xfrm>
            <a:off x="3227850" y="2613725"/>
            <a:ext cx="2688300" cy="2074200"/>
          </a:xfrm>
          <a:prstGeom prst="roundRect">
            <a:avLst>
              <a:gd fmla="val 3071" name="adj"/>
            </a:avLst>
          </a:prstGeom>
          <a:noFill/>
          <a:ln>
            <a:noFill/>
          </a:ln>
        </p:spPr>
      </p:sp>
      <p:sp>
        <p:nvSpPr>
          <p:cNvPr id="225" name="Google Shape;225;p29"/>
          <p:cNvSpPr/>
          <p:nvPr>
            <p:ph idx="7" type="pic"/>
          </p:nvPr>
        </p:nvSpPr>
        <p:spPr>
          <a:xfrm>
            <a:off x="5998500" y="2613725"/>
            <a:ext cx="2688300" cy="2074200"/>
          </a:xfrm>
          <a:prstGeom prst="roundRect">
            <a:avLst>
              <a:gd fmla="val 3071" name="adj"/>
            </a:avLst>
          </a:prstGeom>
          <a:noFill/>
          <a:ln>
            <a:noFill/>
          </a:ln>
        </p:spPr>
      </p:sp>
      <p:sp>
        <p:nvSpPr>
          <p:cNvPr id="226" name="Google Shape;226;p29"/>
          <p:cNvSpPr txBox="1"/>
          <p:nvPr>
            <p:ph idx="1" type="subTitle"/>
          </p:nvPr>
        </p:nvSpPr>
        <p:spPr>
          <a:xfrm>
            <a:off x="457200" y="4764300"/>
            <a:ext cx="4073700" cy="292500"/>
          </a:xfrm>
          <a:prstGeom prst="rect">
            <a:avLst/>
          </a:prstGeom>
        </p:spPr>
        <p:txBody>
          <a:bodyPr anchorCtr="0" anchor="t" bIns="0" lIns="0" spcFirstLastPara="1" rIns="0" wrap="square" tIns="0">
            <a:spAutoFit/>
          </a:bodyPr>
          <a:lstStyle>
            <a:lvl1pPr lvl="0">
              <a:spcBef>
                <a:spcPts val="0"/>
              </a:spcBef>
              <a:spcAft>
                <a:spcPts val="0"/>
              </a:spcAft>
              <a:buSzPts val="600"/>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a Content - Speaker (individual)">
  <p:cSld name="BLANK_1_2_1_1_1_1_1_1_1_1_1_1_1_1_1_1_3">
    <p:spTree>
      <p:nvGrpSpPr>
        <p:cNvPr id="227" name="Shape 227"/>
        <p:cNvGrpSpPr/>
        <p:nvPr/>
      </p:nvGrpSpPr>
      <p:grpSpPr>
        <a:xfrm>
          <a:off x="0" y="0"/>
          <a:ext cx="0" cy="0"/>
          <a:chOff x="0" y="0"/>
          <a:chExt cx="0" cy="0"/>
        </a:xfrm>
      </p:grpSpPr>
      <p:sp>
        <p:nvSpPr>
          <p:cNvPr id="228" name="Google Shape;228;p30"/>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29" name="Google Shape;229;p30"/>
          <p:cNvSpPr/>
          <p:nvPr>
            <p:ph idx="2" type="pic"/>
          </p:nvPr>
        </p:nvSpPr>
        <p:spPr>
          <a:xfrm>
            <a:off x="3914400" y="1634363"/>
            <a:ext cx="1315200" cy="1315500"/>
          </a:xfrm>
          <a:prstGeom prst="ellipse">
            <a:avLst/>
          </a:prstGeom>
          <a:noFill/>
          <a:ln>
            <a:noFill/>
          </a:ln>
        </p:spPr>
      </p:sp>
      <p:sp>
        <p:nvSpPr>
          <p:cNvPr id="230" name="Google Shape;230;p30"/>
          <p:cNvSpPr txBox="1"/>
          <p:nvPr>
            <p:ph idx="1" type="subTitle"/>
          </p:nvPr>
        </p:nvSpPr>
        <p:spPr>
          <a:xfrm>
            <a:off x="3227700" y="3324047"/>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SzPts val="1000"/>
              <a:buNone/>
              <a:defRPr/>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31" name="Google Shape;231;p30"/>
          <p:cNvSpPr txBox="1"/>
          <p:nvPr>
            <p:ph type="title"/>
          </p:nvPr>
        </p:nvSpPr>
        <p:spPr>
          <a:xfrm>
            <a:off x="3227700" y="3102263"/>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200"/>
              <a:buFont typeface="Google Sans Text"/>
              <a:buNone/>
              <a:defRPr b="1" sz="12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b Content - Speaker (2)">
  <p:cSld name="BLANK_1_2_1_1_1_1_1_1_1_1_1_1_1_1_1_1_3_1">
    <p:spTree>
      <p:nvGrpSpPr>
        <p:cNvPr id="232" name="Shape 232"/>
        <p:cNvGrpSpPr/>
        <p:nvPr/>
      </p:nvGrpSpPr>
      <p:grpSpPr>
        <a:xfrm>
          <a:off x="0" y="0"/>
          <a:ext cx="0" cy="0"/>
          <a:chOff x="0" y="0"/>
          <a:chExt cx="0" cy="0"/>
        </a:xfrm>
      </p:grpSpPr>
      <p:sp>
        <p:nvSpPr>
          <p:cNvPr id="233" name="Google Shape;233;p31"/>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34" name="Google Shape;234;p31"/>
          <p:cNvSpPr/>
          <p:nvPr>
            <p:ph idx="2" type="pic"/>
          </p:nvPr>
        </p:nvSpPr>
        <p:spPr>
          <a:xfrm>
            <a:off x="2528925" y="1634363"/>
            <a:ext cx="1315200" cy="1315500"/>
          </a:xfrm>
          <a:prstGeom prst="ellipse">
            <a:avLst/>
          </a:prstGeom>
          <a:noFill/>
          <a:ln>
            <a:noFill/>
          </a:ln>
        </p:spPr>
      </p:sp>
      <p:sp>
        <p:nvSpPr>
          <p:cNvPr id="235" name="Google Shape;235;p31"/>
          <p:cNvSpPr txBox="1"/>
          <p:nvPr>
            <p:ph idx="1" type="subTitle"/>
          </p:nvPr>
        </p:nvSpPr>
        <p:spPr>
          <a:xfrm>
            <a:off x="1842225" y="3324047"/>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SzPts val="1000"/>
              <a:buNone/>
              <a:defRPr/>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36" name="Google Shape;236;p31"/>
          <p:cNvSpPr txBox="1"/>
          <p:nvPr>
            <p:ph type="title"/>
          </p:nvPr>
        </p:nvSpPr>
        <p:spPr>
          <a:xfrm>
            <a:off x="1842225" y="3102263"/>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200"/>
              <a:buFont typeface="Google Sans Text"/>
              <a:buNone/>
              <a:defRPr b="1" sz="12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9pPr>
          </a:lstStyle>
          <a:p/>
        </p:txBody>
      </p:sp>
      <p:sp>
        <p:nvSpPr>
          <p:cNvPr id="237" name="Google Shape;237;p31"/>
          <p:cNvSpPr/>
          <p:nvPr>
            <p:ph idx="3" type="pic"/>
          </p:nvPr>
        </p:nvSpPr>
        <p:spPr>
          <a:xfrm>
            <a:off x="5298700" y="1634363"/>
            <a:ext cx="1315200" cy="1315500"/>
          </a:xfrm>
          <a:prstGeom prst="ellipse">
            <a:avLst/>
          </a:prstGeom>
          <a:noFill/>
          <a:ln>
            <a:noFill/>
          </a:ln>
        </p:spPr>
      </p:sp>
      <p:sp>
        <p:nvSpPr>
          <p:cNvPr id="238" name="Google Shape;238;p31"/>
          <p:cNvSpPr txBox="1"/>
          <p:nvPr>
            <p:ph idx="4" type="subTitle"/>
          </p:nvPr>
        </p:nvSpPr>
        <p:spPr>
          <a:xfrm>
            <a:off x="4612000" y="3324047"/>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SzPts val="1000"/>
              <a:buNone/>
              <a:defRPr/>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39" name="Google Shape;239;p31"/>
          <p:cNvSpPr txBox="1"/>
          <p:nvPr>
            <p:ph idx="5" type="title"/>
          </p:nvPr>
        </p:nvSpPr>
        <p:spPr>
          <a:xfrm>
            <a:off x="4612000" y="3102263"/>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200"/>
              <a:buFont typeface="Google Sans Text"/>
              <a:buNone/>
              <a:defRPr b="1" sz="12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c Content - Speaker (3)">
  <p:cSld name="BLANK_1_2_1_1_1_1_1_1_1_1_1_1_1_1_1_1_3_1_1">
    <p:spTree>
      <p:nvGrpSpPr>
        <p:cNvPr id="240" name="Shape 240"/>
        <p:cNvGrpSpPr/>
        <p:nvPr/>
      </p:nvGrpSpPr>
      <p:grpSpPr>
        <a:xfrm>
          <a:off x="0" y="0"/>
          <a:ext cx="0" cy="0"/>
          <a:chOff x="0" y="0"/>
          <a:chExt cx="0" cy="0"/>
        </a:xfrm>
      </p:grpSpPr>
      <p:sp>
        <p:nvSpPr>
          <p:cNvPr id="241" name="Google Shape;241;p32"/>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42" name="Google Shape;242;p32"/>
          <p:cNvSpPr/>
          <p:nvPr>
            <p:ph idx="2" type="pic"/>
          </p:nvPr>
        </p:nvSpPr>
        <p:spPr>
          <a:xfrm>
            <a:off x="1143900" y="1634363"/>
            <a:ext cx="1315200" cy="1315500"/>
          </a:xfrm>
          <a:prstGeom prst="ellipse">
            <a:avLst/>
          </a:prstGeom>
          <a:noFill/>
          <a:ln>
            <a:noFill/>
          </a:ln>
        </p:spPr>
      </p:sp>
      <p:sp>
        <p:nvSpPr>
          <p:cNvPr id="243" name="Google Shape;243;p32"/>
          <p:cNvSpPr txBox="1"/>
          <p:nvPr>
            <p:ph idx="1" type="subTitle"/>
          </p:nvPr>
        </p:nvSpPr>
        <p:spPr>
          <a:xfrm>
            <a:off x="457200" y="3324047"/>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SzPts val="1000"/>
              <a:buNone/>
              <a:defRPr/>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44" name="Google Shape;244;p32"/>
          <p:cNvSpPr txBox="1"/>
          <p:nvPr>
            <p:ph type="title"/>
          </p:nvPr>
        </p:nvSpPr>
        <p:spPr>
          <a:xfrm>
            <a:off x="457200" y="3102263"/>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200"/>
              <a:buFont typeface="Google Sans Text"/>
              <a:buNone/>
              <a:defRPr b="1" sz="12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9pPr>
          </a:lstStyle>
          <a:p/>
        </p:txBody>
      </p:sp>
      <p:sp>
        <p:nvSpPr>
          <p:cNvPr id="245" name="Google Shape;245;p32"/>
          <p:cNvSpPr/>
          <p:nvPr>
            <p:ph idx="3" type="pic"/>
          </p:nvPr>
        </p:nvSpPr>
        <p:spPr>
          <a:xfrm>
            <a:off x="3914400" y="1634363"/>
            <a:ext cx="1315200" cy="1315500"/>
          </a:xfrm>
          <a:prstGeom prst="ellipse">
            <a:avLst/>
          </a:prstGeom>
          <a:noFill/>
          <a:ln>
            <a:noFill/>
          </a:ln>
        </p:spPr>
      </p:sp>
      <p:sp>
        <p:nvSpPr>
          <p:cNvPr id="246" name="Google Shape;246;p32"/>
          <p:cNvSpPr txBox="1"/>
          <p:nvPr>
            <p:ph idx="4" type="subTitle"/>
          </p:nvPr>
        </p:nvSpPr>
        <p:spPr>
          <a:xfrm>
            <a:off x="3227700" y="3324047"/>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SzPts val="1000"/>
              <a:buNone/>
              <a:defRPr/>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47" name="Google Shape;247;p32"/>
          <p:cNvSpPr txBox="1"/>
          <p:nvPr>
            <p:ph idx="5" type="title"/>
          </p:nvPr>
        </p:nvSpPr>
        <p:spPr>
          <a:xfrm>
            <a:off x="3227700" y="3102263"/>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200"/>
              <a:buFont typeface="Google Sans Text"/>
              <a:buNone/>
              <a:defRPr b="1" sz="12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9pPr>
          </a:lstStyle>
          <a:p/>
        </p:txBody>
      </p:sp>
      <p:sp>
        <p:nvSpPr>
          <p:cNvPr id="248" name="Google Shape;248;p32"/>
          <p:cNvSpPr/>
          <p:nvPr>
            <p:ph idx="6" type="pic"/>
          </p:nvPr>
        </p:nvSpPr>
        <p:spPr>
          <a:xfrm>
            <a:off x="6684900" y="1634363"/>
            <a:ext cx="1315200" cy="1315500"/>
          </a:xfrm>
          <a:prstGeom prst="ellipse">
            <a:avLst/>
          </a:prstGeom>
          <a:noFill/>
          <a:ln>
            <a:noFill/>
          </a:ln>
        </p:spPr>
      </p:sp>
      <p:sp>
        <p:nvSpPr>
          <p:cNvPr id="249" name="Google Shape;249;p32"/>
          <p:cNvSpPr txBox="1"/>
          <p:nvPr>
            <p:ph idx="7" type="subTitle"/>
          </p:nvPr>
        </p:nvSpPr>
        <p:spPr>
          <a:xfrm>
            <a:off x="5998200" y="3324047"/>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SzPts val="1000"/>
              <a:buNone/>
              <a:defRPr/>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50" name="Google Shape;250;p32"/>
          <p:cNvSpPr txBox="1"/>
          <p:nvPr>
            <p:ph idx="8" type="title"/>
          </p:nvPr>
        </p:nvSpPr>
        <p:spPr>
          <a:xfrm>
            <a:off x="5998200" y="3102263"/>
            <a:ext cx="26886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200"/>
              <a:buFont typeface="Google Sans Text"/>
              <a:buNone/>
              <a:defRPr b="1" sz="12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200"/>
              <a:buFont typeface="Google Sans Text"/>
              <a:buNone/>
              <a:defRPr b="1" sz="1200">
                <a:solidFill>
                  <a:schemeClr val="accent1"/>
                </a:solidFill>
                <a:latin typeface="Google Sans Text"/>
                <a:ea typeface="Google Sans Text"/>
                <a:cs typeface="Google Sans Text"/>
                <a:sym typeface="Google Sans Tex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d Content - Speaker (6)">
  <p:cSld name="BLANK_1_2_1_1_1_1_1_1_1_1_1_1_1_1_1_1_3_1_1_1">
    <p:spTree>
      <p:nvGrpSpPr>
        <p:cNvPr id="251" name="Shape 251"/>
        <p:cNvGrpSpPr/>
        <p:nvPr/>
      </p:nvGrpSpPr>
      <p:grpSpPr>
        <a:xfrm>
          <a:off x="0" y="0"/>
          <a:ext cx="0" cy="0"/>
          <a:chOff x="0" y="0"/>
          <a:chExt cx="0" cy="0"/>
        </a:xfrm>
      </p:grpSpPr>
      <p:sp>
        <p:nvSpPr>
          <p:cNvPr id="252" name="Google Shape;252;p33"/>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53" name="Google Shape;253;p33"/>
          <p:cNvSpPr/>
          <p:nvPr>
            <p:ph idx="2" type="pic"/>
          </p:nvPr>
        </p:nvSpPr>
        <p:spPr>
          <a:xfrm>
            <a:off x="637800" y="1691072"/>
            <a:ext cx="954000" cy="954000"/>
          </a:xfrm>
          <a:prstGeom prst="ellipse">
            <a:avLst/>
          </a:prstGeom>
          <a:noFill/>
          <a:ln>
            <a:noFill/>
          </a:ln>
        </p:spPr>
      </p:sp>
      <p:sp>
        <p:nvSpPr>
          <p:cNvPr id="254" name="Google Shape;254;p33"/>
          <p:cNvSpPr txBox="1"/>
          <p:nvPr>
            <p:ph idx="1" type="subTitle"/>
          </p:nvPr>
        </p:nvSpPr>
        <p:spPr>
          <a:xfrm>
            <a:off x="457200" y="3247854"/>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SzPts val="800"/>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55" name="Google Shape;255;p33"/>
          <p:cNvSpPr txBox="1"/>
          <p:nvPr>
            <p:ph type="title"/>
          </p:nvPr>
        </p:nvSpPr>
        <p:spPr>
          <a:xfrm>
            <a:off x="457200" y="2797475"/>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1pPr>
            <a:lvl2pPr lvl="1"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2pPr>
            <a:lvl3pPr lvl="2"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3pPr>
            <a:lvl4pPr lvl="3"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4pPr>
            <a:lvl5pPr lvl="4"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5pPr>
            <a:lvl6pPr lvl="5"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6pPr>
            <a:lvl7pPr lvl="6"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7pPr>
            <a:lvl8pPr lvl="7"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8pPr>
            <a:lvl9pPr lvl="8" algn="ctr">
              <a:spcBef>
                <a:spcPts val="0"/>
              </a:spcBef>
              <a:spcAft>
                <a:spcPts val="0"/>
              </a:spcAft>
              <a:buClr>
                <a:schemeClr val="accent1"/>
              </a:buClr>
              <a:buSzPts val="1000"/>
              <a:buFont typeface="Google Sans Text"/>
              <a:buNone/>
              <a:defRPr b="1" sz="1000">
                <a:solidFill>
                  <a:schemeClr val="accent1"/>
                </a:solidFill>
                <a:latin typeface="Google Sans Text"/>
                <a:ea typeface="Google Sans Text"/>
                <a:cs typeface="Google Sans Text"/>
                <a:sym typeface="Google Sans Text"/>
              </a:defRPr>
            </a:lvl9pPr>
          </a:lstStyle>
          <a:p/>
        </p:txBody>
      </p:sp>
      <p:sp>
        <p:nvSpPr>
          <p:cNvPr id="256" name="Google Shape;256;p33"/>
          <p:cNvSpPr txBox="1"/>
          <p:nvPr>
            <p:ph idx="3" type="subTitle"/>
          </p:nvPr>
        </p:nvSpPr>
        <p:spPr>
          <a:xfrm>
            <a:off x="1830600" y="3247854"/>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SzPts val="800"/>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57" name="Google Shape;257;p33"/>
          <p:cNvSpPr txBox="1"/>
          <p:nvPr>
            <p:ph idx="4" type="title"/>
          </p:nvPr>
        </p:nvSpPr>
        <p:spPr>
          <a:xfrm>
            <a:off x="1830600" y="2797475"/>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1pPr>
            <a:lvl2pPr lvl="1"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2pPr>
            <a:lvl3pPr lvl="2"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3pPr>
            <a:lvl4pPr lvl="3"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4pPr>
            <a:lvl5pPr lvl="4"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5pPr>
            <a:lvl6pPr lvl="5"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6pPr>
            <a:lvl7pPr lvl="6"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7pPr>
            <a:lvl8pPr lvl="7"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8pPr>
            <a:lvl9pPr lvl="8"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9pPr>
          </a:lstStyle>
          <a:p/>
        </p:txBody>
      </p:sp>
      <p:sp>
        <p:nvSpPr>
          <p:cNvPr id="258" name="Google Shape;258;p33"/>
          <p:cNvSpPr txBox="1"/>
          <p:nvPr>
            <p:ph idx="5" type="subTitle"/>
          </p:nvPr>
        </p:nvSpPr>
        <p:spPr>
          <a:xfrm>
            <a:off x="3227700" y="3247854"/>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SzPts val="800"/>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59" name="Google Shape;259;p33"/>
          <p:cNvSpPr txBox="1"/>
          <p:nvPr>
            <p:ph idx="6" type="title"/>
          </p:nvPr>
        </p:nvSpPr>
        <p:spPr>
          <a:xfrm>
            <a:off x="3227700" y="2797475"/>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1pPr>
            <a:lvl2pPr lvl="1"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2pPr>
            <a:lvl3pPr lvl="2"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3pPr>
            <a:lvl4pPr lvl="3"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4pPr>
            <a:lvl5pPr lvl="4"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5pPr>
            <a:lvl6pPr lvl="5"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6pPr>
            <a:lvl7pPr lvl="6"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7pPr>
            <a:lvl8pPr lvl="7"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8pPr>
            <a:lvl9pPr lvl="8"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9pPr>
          </a:lstStyle>
          <a:p/>
        </p:txBody>
      </p:sp>
      <p:sp>
        <p:nvSpPr>
          <p:cNvPr id="260" name="Google Shape;260;p33"/>
          <p:cNvSpPr txBox="1"/>
          <p:nvPr>
            <p:ph idx="7" type="subTitle"/>
          </p:nvPr>
        </p:nvSpPr>
        <p:spPr>
          <a:xfrm>
            <a:off x="4601100" y="3247854"/>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SzPts val="800"/>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61" name="Google Shape;261;p33"/>
          <p:cNvSpPr txBox="1"/>
          <p:nvPr>
            <p:ph idx="8" type="title"/>
          </p:nvPr>
        </p:nvSpPr>
        <p:spPr>
          <a:xfrm>
            <a:off x="4601100" y="2797475"/>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1pPr>
            <a:lvl2pPr lvl="1"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2pPr>
            <a:lvl3pPr lvl="2"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3pPr>
            <a:lvl4pPr lvl="3"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4pPr>
            <a:lvl5pPr lvl="4"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5pPr>
            <a:lvl6pPr lvl="5"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6pPr>
            <a:lvl7pPr lvl="6"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7pPr>
            <a:lvl8pPr lvl="7"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8pPr>
            <a:lvl9pPr lvl="8"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9pPr>
          </a:lstStyle>
          <a:p/>
        </p:txBody>
      </p:sp>
      <p:sp>
        <p:nvSpPr>
          <p:cNvPr id="262" name="Google Shape;262;p33"/>
          <p:cNvSpPr txBox="1"/>
          <p:nvPr>
            <p:ph idx="9" type="subTitle"/>
          </p:nvPr>
        </p:nvSpPr>
        <p:spPr>
          <a:xfrm>
            <a:off x="5998200" y="3247854"/>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SzPts val="800"/>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63" name="Google Shape;263;p33"/>
          <p:cNvSpPr txBox="1"/>
          <p:nvPr>
            <p:ph idx="13" type="title"/>
          </p:nvPr>
        </p:nvSpPr>
        <p:spPr>
          <a:xfrm>
            <a:off x="5998200" y="2797475"/>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1pPr>
            <a:lvl2pPr lvl="1"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2pPr>
            <a:lvl3pPr lvl="2"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3pPr>
            <a:lvl4pPr lvl="3"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4pPr>
            <a:lvl5pPr lvl="4"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5pPr>
            <a:lvl6pPr lvl="5"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6pPr>
            <a:lvl7pPr lvl="6"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7pPr>
            <a:lvl8pPr lvl="7"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8pPr>
            <a:lvl9pPr lvl="8"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9pPr>
          </a:lstStyle>
          <a:p/>
        </p:txBody>
      </p:sp>
      <p:sp>
        <p:nvSpPr>
          <p:cNvPr id="264" name="Google Shape;264;p33"/>
          <p:cNvSpPr txBox="1"/>
          <p:nvPr>
            <p:ph idx="14" type="subTitle"/>
          </p:nvPr>
        </p:nvSpPr>
        <p:spPr>
          <a:xfrm>
            <a:off x="7371600" y="3247854"/>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SzPts val="800"/>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65" name="Google Shape;265;p33"/>
          <p:cNvSpPr txBox="1"/>
          <p:nvPr>
            <p:ph idx="15" type="title"/>
          </p:nvPr>
        </p:nvSpPr>
        <p:spPr>
          <a:xfrm>
            <a:off x="7371600" y="2797475"/>
            <a:ext cx="1315200" cy="185100"/>
          </a:xfrm>
          <a:prstGeom prst="rect">
            <a:avLst/>
          </a:prstGeom>
        </p:spPr>
        <p:txBody>
          <a:bodyPr anchorCtr="0" anchor="t" bIns="0" lIns="182875" spcFirstLastPara="1" rIns="182875" wrap="square" tIns="0">
            <a:spAutoFit/>
          </a:bodyPr>
          <a:lstStyle>
            <a:lvl1pPr lvl="0"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1pPr>
            <a:lvl2pPr lvl="1"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2pPr>
            <a:lvl3pPr lvl="2"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3pPr>
            <a:lvl4pPr lvl="3"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4pPr>
            <a:lvl5pPr lvl="4"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5pPr>
            <a:lvl6pPr lvl="5"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6pPr>
            <a:lvl7pPr lvl="6"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7pPr>
            <a:lvl8pPr lvl="7"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8pPr>
            <a:lvl9pPr lvl="8" algn="ctr">
              <a:spcBef>
                <a:spcPts val="0"/>
              </a:spcBef>
              <a:spcAft>
                <a:spcPts val="0"/>
              </a:spcAft>
              <a:buClr>
                <a:srgbClr val="1A73E8"/>
              </a:buClr>
              <a:buSzPts val="1000"/>
              <a:buFont typeface="Google Sans Text"/>
              <a:buNone/>
              <a:defRPr b="1" sz="1000">
                <a:solidFill>
                  <a:srgbClr val="1A73E8"/>
                </a:solidFill>
                <a:latin typeface="Google Sans Text"/>
                <a:ea typeface="Google Sans Text"/>
                <a:cs typeface="Google Sans Text"/>
                <a:sym typeface="Google Sans Text"/>
              </a:defRPr>
            </a:lvl9pPr>
          </a:lstStyle>
          <a:p/>
        </p:txBody>
      </p:sp>
      <p:sp>
        <p:nvSpPr>
          <p:cNvPr id="266" name="Google Shape;266;p33"/>
          <p:cNvSpPr/>
          <p:nvPr>
            <p:ph idx="16" type="pic"/>
          </p:nvPr>
        </p:nvSpPr>
        <p:spPr>
          <a:xfrm>
            <a:off x="2011200" y="1691072"/>
            <a:ext cx="954000" cy="954000"/>
          </a:xfrm>
          <a:prstGeom prst="ellipse">
            <a:avLst/>
          </a:prstGeom>
          <a:noFill/>
          <a:ln>
            <a:noFill/>
          </a:ln>
        </p:spPr>
      </p:sp>
      <p:sp>
        <p:nvSpPr>
          <p:cNvPr id="267" name="Google Shape;267;p33"/>
          <p:cNvSpPr/>
          <p:nvPr>
            <p:ph idx="17" type="pic"/>
          </p:nvPr>
        </p:nvSpPr>
        <p:spPr>
          <a:xfrm>
            <a:off x="3408300" y="1691072"/>
            <a:ext cx="954000" cy="954000"/>
          </a:xfrm>
          <a:prstGeom prst="ellipse">
            <a:avLst/>
          </a:prstGeom>
          <a:noFill/>
          <a:ln>
            <a:noFill/>
          </a:ln>
        </p:spPr>
      </p:sp>
      <p:sp>
        <p:nvSpPr>
          <p:cNvPr id="268" name="Google Shape;268;p33"/>
          <p:cNvSpPr/>
          <p:nvPr>
            <p:ph idx="18" type="pic"/>
          </p:nvPr>
        </p:nvSpPr>
        <p:spPr>
          <a:xfrm>
            <a:off x="4781700" y="1691072"/>
            <a:ext cx="954000" cy="954000"/>
          </a:xfrm>
          <a:prstGeom prst="ellipse">
            <a:avLst/>
          </a:prstGeom>
          <a:noFill/>
          <a:ln>
            <a:noFill/>
          </a:ln>
        </p:spPr>
      </p:sp>
      <p:sp>
        <p:nvSpPr>
          <p:cNvPr id="269" name="Google Shape;269;p33"/>
          <p:cNvSpPr/>
          <p:nvPr>
            <p:ph idx="19" type="pic"/>
          </p:nvPr>
        </p:nvSpPr>
        <p:spPr>
          <a:xfrm>
            <a:off x="6178800" y="1691072"/>
            <a:ext cx="954000" cy="954000"/>
          </a:xfrm>
          <a:prstGeom prst="ellipse">
            <a:avLst/>
          </a:prstGeom>
          <a:noFill/>
          <a:ln>
            <a:noFill/>
          </a:ln>
        </p:spPr>
      </p:sp>
      <p:sp>
        <p:nvSpPr>
          <p:cNvPr id="270" name="Google Shape;270;p33"/>
          <p:cNvSpPr/>
          <p:nvPr>
            <p:ph idx="20" type="pic"/>
          </p:nvPr>
        </p:nvSpPr>
        <p:spPr>
          <a:xfrm>
            <a:off x="7552200" y="1691072"/>
            <a:ext cx="954000" cy="9540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e Content - Speaker (Team)">
  <p:cSld name="BLANK_1_2_1_1_1_1_1_1_1_1_1_1_1_1_1_1_3_1_1_1_1">
    <p:spTree>
      <p:nvGrpSpPr>
        <p:cNvPr id="271" name="Shape 271"/>
        <p:cNvGrpSpPr/>
        <p:nvPr/>
      </p:nvGrpSpPr>
      <p:grpSpPr>
        <a:xfrm>
          <a:off x="0" y="0"/>
          <a:ext cx="0" cy="0"/>
          <a:chOff x="0" y="0"/>
          <a:chExt cx="0" cy="0"/>
        </a:xfrm>
      </p:grpSpPr>
      <p:sp>
        <p:nvSpPr>
          <p:cNvPr id="272" name="Google Shape;272;p34"/>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273" name="Google Shape;273;p34"/>
          <p:cNvSpPr/>
          <p:nvPr>
            <p:ph idx="2" type="pic"/>
          </p:nvPr>
        </p:nvSpPr>
        <p:spPr>
          <a:xfrm>
            <a:off x="3348100" y="1228037"/>
            <a:ext cx="528900" cy="528900"/>
          </a:xfrm>
          <a:prstGeom prst="ellipse">
            <a:avLst/>
          </a:prstGeom>
          <a:noFill/>
          <a:ln>
            <a:noFill/>
          </a:ln>
        </p:spPr>
      </p:sp>
      <p:sp>
        <p:nvSpPr>
          <p:cNvPr id="274" name="Google Shape;274;p34"/>
          <p:cNvSpPr txBox="1"/>
          <p:nvPr>
            <p:ph type="title"/>
          </p:nvPr>
        </p:nvSpPr>
        <p:spPr>
          <a:xfrm>
            <a:off x="3151450" y="191083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75" name="Google Shape;275;p34"/>
          <p:cNvSpPr/>
          <p:nvPr>
            <p:ph idx="3" type="pic"/>
          </p:nvPr>
        </p:nvSpPr>
        <p:spPr>
          <a:xfrm>
            <a:off x="4499900" y="1228037"/>
            <a:ext cx="528900" cy="528900"/>
          </a:xfrm>
          <a:prstGeom prst="ellipse">
            <a:avLst/>
          </a:prstGeom>
          <a:noFill/>
          <a:ln>
            <a:noFill/>
          </a:ln>
        </p:spPr>
      </p:sp>
      <p:sp>
        <p:nvSpPr>
          <p:cNvPr id="276" name="Google Shape;276;p34"/>
          <p:cNvSpPr txBox="1"/>
          <p:nvPr>
            <p:ph idx="4" type="title"/>
          </p:nvPr>
        </p:nvSpPr>
        <p:spPr>
          <a:xfrm>
            <a:off x="4303250" y="191083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77" name="Google Shape;277;p34"/>
          <p:cNvSpPr/>
          <p:nvPr>
            <p:ph idx="5" type="pic"/>
          </p:nvPr>
        </p:nvSpPr>
        <p:spPr>
          <a:xfrm>
            <a:off x="5651700" y="1228037"/>
            <a:ext cx="528900" cy="528900"/>
          </a:xfrm>
          <a:prstGeom prst="ellipse">
            <a:avLst/>
          </a:prstGeom>
          <a:noFill/>
          <a:ln>
            <a:noFill/>
          </a:ln>
        </p:spPr>
      </p:sp>
      <p:sp>
        <p:nvSpPr>
          <p:cNvPr id="278" name="Google Shape;278;p34"/>
          <p:cNvSpPr txBox="1"/>
          <p:nvPr>
            <p:ph idx="6" type="title"/>
          </p:nvPr>
        </p:nvSpPr>
        <p:spPr>
          <a:xfrm>
            <a:off x="5455050" y="191083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79" name="Google Shape;279;p34"/>
          <p:cNvSpPr/>
          <p:nvPr>
            <p:ph idx="7" type="pic"/>
          </p:nvPr>
        </p:nvSpPr>
        <p:spPr>
          <a:xfrm>
            <a:off x="6803500" y="1228037"/>
            <a:ext cx="528900" cy="528900"/>
          </a:xfrm>
          <a:prstGeom prst="ellipse">
            <a:avLst/>
          </a:prstGeom>
          <a:noFill/>
          <a:ln>
            <a:noFill/>
          </a:ln>
        </p:spPr>
      </p:sp>
      <p:sp>
        <p:nvSpPr>
          <p:cNvPr id="280" name="Google Shape;280;p34"/>
          <p:cNvSpPr txBox="1"/>
          <p:nvPr>
            <p:ph idx="8" type="title"/>
          </p:nvPr>
        </p:nvSpPr>
        <p:spPr>
          <a:xfrm>
            <a:off x="6606850" y="191083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81" name="Google Shape;281;p34"/>
          <p:cNvSpPr/>
          <p:nvPr>
            <p:ph idx="9" type="pic"/>
          </p:nvPr>
        </p:nvSpPr>
        <p:spPr>
          <a:xfrm>
            <a:off x="7955300" y="1228037"/>
            <a:ext cx="528900" cy="528900"/>
          </a:xfrm>
          <a:prstGeom prst="ellipse">
            <a:avLst/>
          </a:prstGeom>
          <a:noFill/>
          <a:ln>
            <a:noFill/>
          </a:ln>
        </p:spPr>
      </p:sp>
      <p:sp>
        <p:nvSpPr>
          <p:cNvPr id="282" name="Google Shape;282;p34"/>
          <p:cNvSpPr txBox="1"/>
          <p:nvPr>
            <p:ph idx="13" type="title"/>
          </p:nvPr>
        </p:nvSpPr>
        <p:spPr>
          <a:xfrm>
            <a:off x="7758650" y="191083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83" name="Google Shape;283;p34"/>
          <p:cNvSpPr/>
          <p:nvPr>
            <p:ph idx="14" type="pic"/>
          </p:nvPr>
        </p:nvSpPr>
        <p:spPr>
          <a:xfrm>
            <a:off x="3348100" y="2493562"/>
            <a:ext cx="528900" cy="528900"/>
          </a:xfrm>
          <a:prstGeom prst="ellipse">
            <a:avLst/>
          </a:prstGeom>
          <a:noFill/>
          <a:ln>
            <a:noFill/>
          </a:ln>
        </p:spPr>
      </p:sp>
      <p:sp>
        <p:nvSpPr>
          <p:cNvPr id="284" name="Google Shape;284;p34"/>
          <p:cNvSpPr txBox="1"/>
          <p:nvPr>
            <p:ph idx="15" type="title"/>
          </p:nvPr>
        </p:nvSpPr>
        <p:spPr>
          <a:xfrm>
            <a:off x="3151450" y="3176363"/>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85" name="Google Shape;285;p34"/>
          <p:cNvSpPr/>
          <p:nvPr>
            <p:ph idx="16" type="pic"/>
          </p:nvPr>
        </p:nvSpPr>
        <p:spPr>
          <a:xfrm>
            <a:off x="4499900" y="2493562"/>
            <a:ext cx="528900" cy="528900"/>
          </a:xfrm>
          <a:prstGeom prst="ellipse">
            <a:avLst/>
          </a:prstGeom>
          <a:noFill/>
          <a:ln>
            <a:noFill/>
          </a:ln>
        </p:spPr>
      </p:sp>
      <p:sp>
        <p:nvSpPr>
          <p:cNvPr id="286" name="Google Shape;286;p34"/>
          <p:cNvSpPr txBox="1"/>
          <p:nvPr>
            <p:ph idx="17" type="title"/>
          </p:nvPr>
        </p:nvSpPr>
        <p:spPr>
          <a:xfrm>
            <a:off x="4303250" y="3176363"/>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87" name="Google Shape;287;p34"/>
          <p:cNvSpPr/>
          <p:nvPr>
            <p:ph idx="18" type="pic"/>
          </p:nvPr>
        </p:nvSpPr>
        <p:spPr>
          <a:xfrm>
            <a:off x="5651700" y="2493562"/>
            <a:ext cx="528900" cy="528900"/>
          </a:xfrm>
          <a:prstGeom prst="ellipse">
            <a:avLst/>
          </a:prstGeom>
          <a:noFill/>
          <a:ln>
            <a:noFill/>
          </a:ln>
        </p:spPr>
      </p:sp>
      <p:sp>
        <p:nvSpPr>
          <p:cNvPr id="288" name="Google Shape;288;p34"/>
          <p:cNvSpPr txBox="1"/>
          <p:nvPr>
            <p:ph idx="19" type="title"/>
          </p:nvPr>
        </p:nvSpPr>
        <p:spPr>
          <a:xfrm>
            <a:off x="5455050" y="3176363"/>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89" name="Google Shape;289;p34"/>
          <p:cNvSpPr/>
          <p:nvPr>
            <p:ph idx="20" type="pic"/>
          </p:nvPr>
        </p:nvSpPr>
        <p:spPr>
          <a:xfrm>
            <a:off x="6803500" y="2493562"/>
            <a:ext cx="528900" cy="528900"/>
          </a:xfrm>
          <a:prstGeom prst="ellipse">
            <a:avLst/>
          </a:prstGeom>
          <a:noFill/>
          <a:ln>
            <a:noFill/>
          </a:ln>
        </p:spPr>
      </p:sp>
      <p:sp>
        <p:nvSpPr>
          <p:cNvPr id="290" name="Google Shape;290;p34"/>
          <p:cNvSpPr txBox="1"/>
          <p:nvPr>
            <p:ph idx="21" type="title"/>
          </p:nvPr>
        </p:nvSpPr>
        <p:spPr>
          <a:xfrm>
            <a:off x="6606850" y="3176363"/>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91" name="Google Shape;291;p34"/>
          <p:cNvSpPr/>
          <p:nvPr>
            <p:ph idx="22" type="pic"/>
          </p:nvPr>
        </p:nvSpPr>
        <p:spPr>
          <a:xfrm>
            <a:off x="7955300" y="2493562"/>
            <a:ext cx="528900" cy="528900"/>
          </a:xfrm>
          <a:prstGeom prst="ellipse">
            <a:avLst/>
          </a:prstGeom>
          <a:noFill/>
          <a:ln>
            <a:noFill/>
          </a:ln>
        </p:spPr>
      </p:sp>
      <p:sp>
        <p:nvSpPr>
          <p:cNvPr id="292" name="Google Shape;292;p34"/>
          <p:cNvSpPr txBox="1"/>
          <p:nvPr>
            <p:ph idx="23" type="title"/>
          </p:nvPr>
        </p:nvSpPr>
        <p:spPr>
          <a:xfrm>
            <a:off x="7758650" y="3176363"/>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93" name="Google Shape;293;p34"/>
          <p:cNvSpPr/>
          <p:nvPr>
            <p:ph idx="24" type="pic"/>
          </p:nvPr>
        </p:nvSpPr>
        <p:spPr>
          <a:xfrm>
            <a:off x="3348100" y="3759087"/>
            <a:ext cx="528900" cy="528900"/>
          </a:xfrm>
          <a:prstGeom prst="ellipse">
            <a:avLst/>
          </a:prstGeom>
          <a:noFill/>
          <a:ln>
            <a:noFill/>
          </a:ln>
        </p:spPr>
      </p:sp>
      <p:sp>
        <p:nvSpPr>
          <p:cNvPr id="294" name="Google Shape;294;p34"/>
          <p:cNvSpPr txBox="1"/>
          <p:nvPr>
            <p:ph idx="25" type="title"/>
          </p:nvPr>
        </p:nvSpPr>
        <p:spPr>
          <a:xfrm>
            <a:off x="3151450" y="444188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95" name="Google Shape;295;p34"/>
          <p:cNvSpPr/>
          <p:nvPr>
            <p:ph idx="26" type="pic"/>
          </p:nvPr>
        </p:nvSpPr>
        <p:spPr>
          <a:xfrm>
            <a:off x="4499900" y="3759087"/>
            <a:ext cx="528900" cy="528900"/>
          </a:xfrm>
          <a:prstGeom prst="ellipse">
            <a:avLst/>
          </a:prstGeom>
          <a:noFill/>
          <a:ln>
            <a:noFill/>
          </a:ln>
        </p:spPr>
      </p:sp>
      <p:sp>
        <p:nvSpPr>
          <p:cNvPr id="296" name="Google Shape;296;p34"/>
          <p:cNvSpPr txBox="1"/>
          <p:nvPr>
            <p:ph idx="27" type="title"/>
          </p:nvPr>
        </p:nvSpPr>
        <p:spPr>
          <a:xfrm>
            <a:off x="4303250" y="444188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97" name="Google Shape;297;p34"/>
          <p:cNvSpPr/>
          <p:nvPr>
            <p:ph idx="28" type="pic"/>
          </p:nvPr>
        </p:nvSpPr>
        <p:spPr>
          <a:xfrm>
            <a:off x="5651700" y="3759087"/>
            <a:ext cx="528900" cy="528900"/>
          </a:xfrm>
          <a:prstGeom prst="ellipse">
            <a:avLst/>
          </a:prstGeom>
          <a:noFill/>
          <a:ln>
            <a:noFill/>
          </a:ln>
        </p:spPr>
      </p:sp>
      <p:sp>
        <p:nvSpPr>
          <p:cNvPr id="298" name="Google Shape;298;p34"/>
          <p:cNvSpPr txBox="1"/>
          <p:nvPr>
            <p:ph idx="29" type="title"/>
          </p:nvPr>
        </p:nvSpPr>
        <p:spPr>
          <a:xfrm>
            <a:off x="5455050" y="444188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299" name="Google Shape;299;p34"/>
          <p:cNvSpPr/>
          <p:nvPr>
            <p:ph idx="30" type="pic"/>
          </p:nvPr>
        </p:nvSpPr>
        <p:spPr>
          <a:xfrm>
            <a:off x="6803500" y="3759087"/>
            <a:ext cx="528900" cy="528900"/>
          </a:xfrm>
          <a:prstGeom prst="ellipse">
            <a:avLst/>
          </a:prstGeom>
          <a:noFill/>
          <a:ln>
            <a:noFill/>
          </a:ln>
        </p:spPr>
      </p:sp>
      <p:sp>
        <p:nvSpPr>
          <p:cNvPr id="300" name="Google Shape;300;p34"/>
          <p:cNvSpPr txBox="1"/>
          <p:nvPr>
            <p:ph idx="31" type="title"/>
          </p:nvPr>
        </p:nvSpPr>
        <p:spPr>
          <a:xfrm>
            <a:off x="6606850" y="444188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301" name="Google Shape;301;p34"/>
          <p:cNvSpPr/>
          <p:nvPr>
            <p:ph idx="32" type="pic"/>
          </p:nvPr>
        </p:nvSpPr>
        <p:spPr>
          <a:xfrm>
            <a:off x="7955300" y="3759087"/>
            <a:ext cx="528900" cy="528900"/>
          </a:xfrm>
          <a:prstGeom prst="ellipse">
            <a:avLst/>
          </a:prstGeom>
          <a:noFill/>
          <a:ln>
            <a:noFill/>
          </a:ln>
        </p:spPr>
      </p:sp>
      <p:sp>
        <p:nvSpPr>
          <p:cNvPr id="302" name="Google Shape;302;p34"/>
          <p:cNvSpPr txBox="1"/>
          <p:nvPr>
            <p:ph idx="33" type="title"/>
          </p:nvPr>
        </p:nvSpPr>
        <p:spPr>
          <a:xfrm>
            <a:off x="7758650" y="4441888"/>
            <a:ext cx="922200" cy="126000"/>
          </a:xfrm>
          <a:prstGeom prst="rect">
            <a:avLst/>
          </a:prstGeom>
        </p:spPr>
        <p:txBody>
          <a:bodyPr anchorCtr="0" anchor="t" bIns="0" lIns="91425" spcFirstLastPara="1" rIns="91425" wrap="square" tIns="0">
            <a:spAutoFit/>
          </a:bodyPr>
          <a:lstStyle>
            <a:lvl1pPr lvl="0" algn="ctr">
              <a:spcBef>
                <a:spcPts val="0"/>
              </a:spcBef>
              <a:spcAft>
                <a:spcPts val="0"/>
              </a:spcAft>
              <a:buClr>
                <a:schemeClr val="dk2"/>
              </a:buClr>
              <a:buSzPts val="800"/>
              <a:buFont typeface="Google Sans Text"/>
              <a:buNone/>
              <a:defRPr sz="800">
                <a:solidFill>
                  <a:schemeClr val="dk2"/>
                </a:solidFill>
                <a:latin typeface="Google Sans Text"/>
                <a:ea typeface="Google Sans Text"/>
                <a:cs typeface="Google Sans Text"/>
                <a:sym typeface="Google Sans Text"/>
              </a:defRPr>
            </a:lvl1pPr>
            <a:lvl2pPr lvl="1"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2pPr>
            <a:lvl3pPr lvl="2"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3pPr>
            <a:lvl4pPr lvl="3"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4pPr>
            <a:lvl5pPr lvl="4"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5pPr>
            <a:lvl6pPr lvl="5"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6pPr>
            <a:lvl7pPr lvl="6"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7pPr>
            <a:lvl8pPr lvl="7"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8pPr>
            <a:lvl9pPr lvl="8" algn="ctr">
              <a:spcBef>
                <a:spcPts val="0"/>
              </a:spcBef>
              <a:spcAft>
                <a:spcPts val="0"/>
              </a:spcAft>
              <a:buClr>
                <a:schemeClr val="dk2"/>
              </a:buClr>
              <a:buSzPts val="1000"/>
              <a:buFont typeface="Google Sans Text"/>
              <a:buNone/>
              <a:defRPr sz="1000">
                <a:solidFill>
                  <a:schemeClr val="dk2"/>
                </a:solidFill>
                <a:latin typeface="Google Sans Text"/>
                <a:ea typeface="Google Sans Text"/>
                <a:cs typeface="Google Sans Text"/>
                <a:sym typeface="Google Sans Text"/>
              </a:defRPr>
            </a:lvl9pPr>
          </a:lstStyle>
          <a:p/>
        </p:txBody>
      </p:sp>
      <p:sp>
        <p:nvSpPr>
          <p:cNvPr id="303" name="Google Shape;303;p34"/>
          <p:cNvSpPr txBox="1"/>
          <p:nvPr>
            <p:ph idx="34" type="title"/>
          </p:nvPr>
        </p:nvSpPr>
        <p:spPr>
          <a:xfrm>
            <a:off x="457200" y="457200"/>
            <a:ext cx="3200400" cy="285900"/>
          </a:xfrm>
          <a:prstGeom prst="rect">
            <a:avLst/>
          </a:prstGeom>
        </p:spPr>
        <p:txBody>
          <a:bodyPr anchorCtr="0" anchor="t" bIns="0" lIns="0" spcFirstLastPara="1" rIns="0" wrap="square" tIns="0">
            <a:spAutoFit/>
          </a:bodyPr>
          <a:lstStyle>
            <a:lvl1pPr lvl="0">
              <a:lnSpc>
                <a:spcPct val="90000"/>
              </a:lnSpc>
              <a:spcBef>
                <a:spcPts val="0"/>
              </a:spcBef>
              <a:spcAft>
                <a:spcPts val="0"/>
              </a:spcAft>
              <a:buSzPts val="2000"/>
              <a:buNone/>
              <a:defRPr/>
            </a:lvl1pPr>
            <a:lvl2pPr lvl="1">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2pPr>
            <a:lvl3pPr lvl="2">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3pPr>
            <a:lvl4pPr lvl="3">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4pPr>
            <a:lvl5pPr lvl="4">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5pPr>
            <a:lvl6pPr lvl="5">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6pPr>
            <a:lvl7pPr lvl="6">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7pPr>
            <a:lvl8pPr lvl="7">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8pPr>
            <a:lvl9pPr lvl="8">
              <a:lnSpc>
                <a:spcPct val="90000"/>
              </a:lnSpc>
              <a:spcBef>
                <a:spcPts val="0"/>
              </a:spcBef>
              <a:spcAft>
                <a:spcPts val="0"/>
              </a:spcAft>
              <a:buSzPts val="2000"/>
              <a:buFont typeface="Google Sans Medium"/>
              <a:buNone/>
              <a:defRPr sz="2000">
                <a:latin typeface="Google Sans Medium"/>
                <a:ea typeface="Google Sans Medium"/>
                <a:cs typeface="Google Sans Medium"/>
                <a:sym typeface="Google Sans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a Content - Closing slide">
  <p:cSld name="BLANK_1_2_1_1_1_1_1_1_1_1_1_1_1_1_1_1_2">
    <p:spTree>
      <p:nvGrpSpPr>
        <p:cNvPr id="304" name="Shape 304"/>
        <p:cNvGrpSpPr/>
        <p:nvPr/>
      </p:nvGrpSpPr>
      <p:grpSpPr>
        <a:xfrm>
          <a:off x="0" y="0"/>
          <a:ext cx="0" cy="0"/>
          <a:chOff x="0" y="0"/>
          <a:chExt cx="0" cy="0"/>
        </a:xfrm>
      </p:grpSpPr>
      <p:sp>
        <p:nvSpPr>
          <p:cNvPr id="305" name="Google Shape;305;p35"/>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306" name="Google Shape;306;p35"/>
          <p:cNvSpPr txBox="1"/>
          <p:nvPr>
            <p:ph type="title"/>
          </p:nvPr>
        </p:nvSpPr>
        <p:spPr>
          <a:xfrm>
            <a:off x="457200" y="1535475"/>
            <a:ext cx="5458800" cy="2074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600"/>
              <a:buNone/>
              <a:defRPr sz="5600"/>
            </a:lvl1pPr>
            <a:lvl2pPr lvl="1">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2pPr>
            <a:lvl3pPr lvl="2">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3pPr>
            <a:lvl4pPr lvl="3">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4pPr>
            <a:lvl5pPr lvl="4">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5pPr>
            <a:lvl6pPr lvl="5">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6pPr>
            <a:lvl7pPr lvl="6">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7pPr>
            <a:lvl8pPr lvl="7">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8pPr>
            <a:lvl9pPr lvl="8">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9pPr>
          </a:lstStyle>
          <a:p/>
        </p:txBody>
      </p:sp>
      <p:grpSp>
        <p:nvGrpSpPr>
          <p:cNvPr id="307" name="Google Shape;307;p35"/>
          <p:cNvGrpSpPr/>
          <p:nvPr/>
        </p:nvGrpSpPr>
        <p:grpSpPr>
          <a:xfrm>
            <a:off x="457195" y="457194"/>
            <a:ext cx="627759" cy="628705"/>
            <a:chOff x="465416" y="478859"/>
            <a:chExt cx="1527766" cy="1530069"/>
          </a:xfrm>
        </p:grpSpPr>
        <p:sp>
          <p:nvSpPr>
            <p:cNvPr id="308" name="Google Shape;308;p35"/>
            <p:cNvSpPr/>
            <p:nvPr/>
          </p:nvSpPr>
          <p:spPr>
            <a:xfrm>
              <a:off x="736855" y="478859"/>
              <a:ext cx="1256327" cy="1426803"/>
            </a:xfrm>
            <a:custGeom>
              <a:rect b="b" l="l" r="r" t="t"/>
              <a:pathLst>
                <a:path extrusionOk="0" h="1426803" w="1256327">
                  <a:moveTo>
                    <a:pt x="501104" y="0"/>
                  </a:moveTo>
                  <a:cubicBezTo>
                    <a:pt x="175435" y="0"/>
                    <a:pt x="-19354" y="270060"/>
                    <a:pt x="1526" y="533744"/>
                  </a:cubicBezTo>
                  <a:cubicBezTo>
                    <a:pt x="10947" y="653091"/>
                    <a:pt x="69511" y="768611"/>
                    <a:pt x="166269" y="858886"/>
                  </a:cubicBezTo>
                  <a:cubicBezTo>
                    <a:pt x="202173" y="892294"/>
                    <a:pt x="241129" y="920092"/>
                    <a:pt x="281363" y="941767"/>
                  </a:cubicBezTo>
                  <a:cubicBezTo>
                    <a:pt x="250296" y="904789"/>
                    <a:pt x="228907" y="859398"/>
                    <a:pt x="220760" y="809670"/>
                  </a:cubicBezTo>
                  <a:cubicBezTo>
                    <a:pt x="199117" y="677062"/>
                    <a:pt x="286454" y="481976"/>
                    <a:pt x="509763" y="481976"/>
                  </a:cubicBezTo>
                  <a:cubicBezTo>
                    <a:pt x="749877" y="481976"/>
                    <a:pt x="1014432" y="710724"/>
                    <a:pt x="1036586" y="991749"/>
                  </a:cubicBezTo>
                  <a:cubicBezTo>
                    <a:pt x="1050336" y="1163627"/>
                    <a:pt x="985150" y="1318677"/>
                    <a:pt x="875150" y="1426804"/>
                  </a:cubicBezTo>
                  <a:cubicBezTo>
                    <a:pt x="1103296" y="1294449"/>
                    <a:pt x="1256327" y="1047599"/>
                    <a:pt x="1256327" y="765041"/>
                  </a:cubicBezTo>
                  <a:cubicBezTo>
                    <a:pt x="1256327" y="459280"/>
                    <a:pt x="1077070" y="195341"/>
                    <a:pt x="818115" y="72934"/>
                  </a:cubicBezTo>
                  <a:cubicBezTo>
                    <a:pt x="722631" y="27542"/>
                    <a:pt x="609068" y="0"/>
                    <a:pt x="501104"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5"/>
            <p:cNvSpPr/>
            <p:nvPr/>
          </p:nvSpPr>
          <p:spPr>
            <a:xfrm>
              <a:off x="465416" y="582125"/>
              <a:ext cx="1256329" cy="1426803"/>
            </a:xfrm>
            <a:custGeom>
              <a:rect b="b" l="l" r="r" t="t"/>
              <a:pathLst>
                <a:path extrusionOk="0" h="1426803" w="1256329">
                  <a:moveTo>
                    <a:pt x="755223" y="1426803"/>
                  </a:moveTo>
                  <a:cubicBezTo>
                    <a:pt x="1080892" y="1426803"/>
                    <a:pt x="1275681" y="1156741"/>
                    <a:pt x="1254804" y="893059"/>
                  </a:cubicBezTo>
                  <a:cubicBezTo>
                    <a:pt x="1245380" y="773712"/>
                    <a:pt x="1186817" y="658192"/>
                    <a:pt x="1090059" y="567917"/>
                  </a:cubicBezTo>
                  <a:cubicBezTo>
                    <a:pt x="1054155" y="534509"/>
                    <a:pt x="1015198" y="506711"/>
                    <a:pt x="974968" y="485036"/>
                  </a:cubicBezTo>
                  <a:cubicBezTo>
                    <a:pt x="1006032" y="522014"/>
                    <a:pt x="1027420" y="567405"/>
                    <a:pt x="1035567" y="617133"/>
                  </a:cubicBezTo>
                  <a:cubicBezTo>
                    <a:pt x="1057210" y="749742"/>
                    <a:pt x="969873" y="944828"/>
                    <a:pt x="746568" y="944828"/>
                  </a:cubicBezTo>
                  <a:cubicBezTo>
                    <a:pt x="506454" y="944828"/>
                    <a:pt x="241896" y="716079"/>
                    <a:pt x="219743" y="435054"/>
                  </a:cubicBezTo>
                  <a:cubicBezTo>
                    <a:pt x="205993" y="263173"/>
                    <a:pt x="271178" y="108126"/>
                    <a:pt x="381177" y="0"/>
                  </a:cubicBezTo>
                  <a:cubicBezTo>
                    <a:pt x="153031" y="132352"/>
                    <a:pt x="0" y="379205"/>
                    <a:pt x="0" y="661762"/>
                  </a:cubicBezTo>
                  <a:cubicBezTo>
                    <a:pt x="0" y="967523"/>
                    <a:pt x="179258" y="1231463"/>
                    <a:pt x="438213" y="1353868"/>
                  </a:cubicBezTo>
                  <a:cubicBezTo>
                    <a:pt x="533700" y="1399260"/>
                    <a:pt x="647263" y="1426803"/>
                    <a:pt x="755223" y="14268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310" name="Google Shape;310;p35"/>
          <p:cNvGrpSpPr/>
          <p:nvPr/>
        </p:nvGrpSpPr>
        <p:grpSpPr>
          <a:xfrm>
            <a:off x="457102" y="4530145"/>
            <a:ext cx="1532637" cy="202797"/>
            <a:chOff x="4965272" y="4619519"/>
            <a:chExt cx="1726915" cy="228504"/>
          </a:xfrm>
        </p:grpSpPr>
        <p:grpSp>
          <p:nvGrpSpPr>
            <p:cNvPr id="311" name="Google Shape;311;p35"/>
            <p:cNvGrpSpPr/>
            <p:nvPr/>
          </p:nvGrpSpPr>
          <p:grpSpPr>
            <a:xfrm>
              <a:off x="5743461" y="4634759"/>
              <a:ext cx="948726" cy="205929"/>
              <a:chOff x="5743461" y="4634759"/>
              <a:chExt cx="948726" cy="205929"/>
            </a:xfrm>
          </p:grpSpPr>
          <p:sp>
            <p:nvSpPr>
              <p:cNvPr id="312" name="Google Shape;312;p35"/>
              <p:cNvSpPr/>
              <p:nvPr/>
            </p:nvSpPr>
            <p:spPr>
              <a:xfrm>
                <a:off x="5743461" y="4636568"/>
                <a:ext cx="127072" cy="156972"/>
              </a:xfrm>
              <a:custGeom>
                <a:rect b="b" l="l" r="r" t="t"/>
                <a:pathLst>
                  <a:path extrusionOk="0" h="156972" w="127072">
                    <a:moveTo>
                      <a:pt x="0" y="156877"/>
                    </a:moveTo>
                    <a:lnTo>
                      <a:pt x="0" y="0"/>
                    </a:lnTo>
                    <a:lnTo>
                      <a:pt x="47830" y="0"/>
                    </a:lnTo>
                    <a:cubicBezTo>
                      <a:pt x="71650" y="0"/>
                      <a:pt x="90915" y="7239"/>
                      <a:pt x="105340" y="21717"/>
                    </a:cubicBezTo>
                    <a:cubicBezTo>
                      <a:pt x="119860" y="36195"/>
                      <a:pt x="127073" y="55055"/>
                      <a:pt x="127073" y="78486"/>
                    </a:cubicBezTo>
                    <a:cubicBezTo>
                      <a:pt x="127073" y="102013"/>
                      <a:pt x="119860" y="120968"/>
                      <a:pt x="105340" y="135350"/>
                    </a:cubicBezTo>
                    <a:cubicBezTo>
                      <a:pt x="90820" y="149733"/>
                      <a:pt x="71650" y="156972"/>
                      <a:pt x="47830" y="156972"/>
                    </a:cubicBezTo>
                    <a:lnTo>
                      <a:pt x="0" y="156972"/>
                    </a:lnTo>
                    <a:close/>
                    <a:moveTo>
                      <a:pt x="20119" y="19241"/>
                    </a:moveTo>
                    <a:lnTo>
                      <a:pt x="20119" y="137541"/>
                    </a:lnTo>
                    <a:lnTo>
                      <a:pt x="47830" y="137541"/>
                    </a:lnTo>
                    <a:cubicBezTo>
                      <a:pt x="66051" y="137541"/>
                      <a:pt x="80381" y="132302"/>
                      <a:pt x="90820" y="121920"/>
                    </a:cubicBezTo>
                    <a:cubicBezTo>
                      <a:pt x="101259" y="111443"/>
                      <a:pt x="106574" y="96965"/>
                      <a:pt x="106574" y="78391"/>
                    </a:cubicBezTo>
                    <a:cubicBezTo>
                      <a:pt x="106574" y="60008"/>
                      <a:pt x="101354" y="45530"/>
                      <a:pt x="90820" y="35052"/>
                    </a:cubicBezTo>
                    <a:cubicBezTo>
                      <a:pt x="80381" y="24575"/>
                      <a:pt x="66051" y="19241"/>
                      <a:pt x="47830" y="19241"/>
                    </a:cubicBezTo>
                    <a:lnTo>
                      <a:pt x="20119" y="1924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35"/>
              <p:cNvSpPr/>
              <p:nvPr/>
            </p:nvSpPr>
            <p:spPr>
              <a:xfrm>
                <a:off x="5884484"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3" y="0"/>
                      <a:pt x="81235" y="5143"/>
                      <a:pt x="90631" y="15430"/>
                    </a:cubicBezTo>
                    <a:cubicBezTo>
                      <a:pt x="100026" y="25717"/>
                      <a:pt x="104676" y="40196"/>
                      <a:pt x="104676" y="58674"/>
                    </a:cubicBezTo>
                    <a:lnTo>
                      <a:pt x="104486" y="60865"/>
                    </a:lnTo>
                    <a:lnTo>
                      <a:pt x="20499" y="60865"/>
                    </a:lnTo>
                    <a:cubicBezTo>
                      <a:pt x="20783" y="71342"/>
                      <a:pt x="24295" y="79820"/>
                      <a:pt x="30938" y="86297"/>
                    </a:cubicBezTo>
                    <a:cubicBezTo>
                      <a:pt x="37676" y="92678"/>
                      <a:pt x="45647" y="95917"/>
                      <a:pt x="54948" y="95917"/>
                    </a:cubicBezTo>
                    <a:cubicBezTo>
                      <a:pt x="67759" y="95917"/>
                      <a:pt x="77819" y="89535"/>
                      <a:pt x="85031" y="76676"/>
                    </a:cubicBezTo>
                    <a:lnTo>
                      <a:pt x="102968" y="85439"/>
                    </a:lnTo>
                    <a:cubicBezTo>
                      <a:pt x="98128" y="94488"/>
                      <a:pt x="91485" y="101537"/>
                      <a:pt x="83038" y="106680"/>
                    </a:cubicBezTo>
                    <a:cubicBezTo>
                      <a:pt x="74497" y="111728"/>
                      <a:pt x="64912" y="114300"/>
                      <a:pt x="54094" y="114300"/>
                    </a:cubicBezTo>
                    <a:close/>
                    <a:moveTo>
                      <a:pt x="22017" y="44196"/>
                    </a:moveTo>
                    <a:lnTo>
                      <a:pt x="83323" y="44196"/>
                    </a:lnTo>
                    <a:cubicBezTo>
                      <a:pt x="82754" y="36766"/>
                      <a:pt x="79717" y="30575"/>
                      <a:pt x="74213" y="25717"/>
                    </a:cubicBezTo>
                    <a:cubicBezTo>
                      <a:pt x="68708" y="20860"/>
                      <a:pt x="61401" y="18383"/>
                      <a:pt x="52291" y="18383"/>
                    </a:cubicBezTo>
                    <a:cubicBezTo>
                      <a:pt x="44698" y="18383"/>
                      <a:pt x="38245" y="20765"/>
                      <a:pt x="32741" y="25432"/>
                    </a:cubicBezTo>
                    <a:cubicBezTo>
                      <a:pt x="27331" y="30099"/>
                      <a:pt x="23725" y="36385"/>
                      <a:pt x="22017" y="4419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35"/>
              <p:cNvSpPr/>
              <p:nvPr/>
            </p:nvSpPr>
            <p:spPr>
              <a:xfrm>
                <a:off x="6000927"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4" y="0"/>
                      <a:pt x="81235" y="5143"/>
                      <a:pt x="90631" y="15430"/>
                    </a:cubicBezTo>
                    <a:cubicBezTo>
                      <a:pt x="100026" y="25717"/>
                      <a:pt x="104676" y="40196"/>
                      <a:pt x="104676" y="58674"/>
                    </a:cubicBezTo>
                    <a:lnTo>
                      <a:pt x="104486" y="60865"/>
                    </a:lnTo>
                    <a:lnTo>
                      <a:pt x="20404" y="60865"/>
                    </a:lnTo>
                    <a:cubicBezTo>
                      <a:pt x="20688" y="71342"/>
                      <a:pt x="24200" y="79820"/>
                      <a:pt x="30843" y="86297"/>
                    </a:cubicBezTo>
                    <a:cubicBezTo>
                      <a:pt x="37581" y="92678"/>
                      <a:pt x="45553" y="95917"/>
                      <a:pt x="54853" y="95917"/>
                    </a:cubicBezTo>
                    <a:cubicBezTo>
                      <a:pt x="67665" y="95917"/>
                      <a:pt x="77724" y="89535"/>
                      <a:pt x="84937" y="76676"/>
                    </a:cubicBezTo>
                    <a:lnTo>
                      <a:pt x="102873" y="85439"/>
                    </a:lnTo>
                    <a:cubicBezTo>
                      <a:pt x="98033" y="94488"/>
                      <a:pt x="91390" y="101537"/>
                      <a:pt x="82944" y="106680"/>
                    </a:cubicBezTo>
                    <a:cubicBezTo>
                      <a:pt x="74497" y="111728"/>
                      <a:pt x="64817" y="114300"/>
                      <a:pt x="54094" y="114300"/>
                    </a:cubicBezTo>
                    <a:close/>
                    <a:moveTo>
                      <a:pt x="22017" y="44196"/>
                    </a:moveTo>
                    <a:lnTo>
                      <a:pt x="83323" y="44196"/>
                    </a:lnTo>
                    <a:cubicBezTo>
                      <a:pt x="82754" y="36766"/>
                      <a:pt x="79717" y="30575"/>
                      <a:pt x="74308" y="25717"/>
                    </a:cubicBezTo>
                    <a:cubicBezTo>
                      <a:pt x="68803" y="20860"/>
                      <a:pt x="61496" y="18383"/>
                      <a:pt x="52385" y="18383"/>
                    </a:cubicBezTo>
                    <a:cubicBezTo>
                      <a:pt x="44793" y="18383"/>
                      <a:pt x="38340" y="20765"/>
                      <a:pt x="32836" y="25432"/>
                    </a:cubicBezTo>
                    <a:cubicBezTo>
                      <a:pt x="27332" y="30099"/>
                      <a:pt x="23725" y="36385"/>
                      <a:pt x="22017" y="4419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35"/>
              <p:cNvSpPr/>
              <p:nvPr/>
            </p:nvSpPr>
            <p:spPr>
              <a:xfrm>
                <a:off x="6122401" y="4682574"/>
                <a:ext cx="107333" cy="158114"/>
              </a:xfrm>
              <a:custGeom>
                <a:rect b="b" l="l" r="r" t="t"/>
                <a:pathLst>
                  <a:path extrusionOk="0" h="158114" w="107333">
                    <a:moveTo>
                      <a:pt x="56561" y="114300"/>
                    </a:moveTo>
                    <a:cubicBezTo>
                      <a:pt x="48684" y="114300"/>
                      <a:pt x="41567" y="112586"/>
                      <a:pt x="35113" y="109252"/>
                    </a:cubicBezTo>
                    <a:cubicBezTo>
                      <a:pt x="28660" y="105918"/>
                      <a:pt x="23630" y="101441"/>
                      <a:pt x="20119" y="95917"/>
                    </a:cubicBezTo>
                    <a:lnTo>
                      <a:pt x="19265" y="95917"/>
                    </a:lnTo>
                    <a:lnTo>
                      <a:pt x="20119" y="110776"/>
                    </a:lnTo>
                    <a:lnTo>
                      <a:pt x="20119" y="158115"/>
                    </a:lnTo>
                    <a:lnTo>
                      <a:pt x="0" y="158115"/>
                    </a:lnTo>
                    <a:lnTo>
                      <a:pt x="0" y="3524"/>
                    </a:lnTo>
                    <a:lnTo>
                      <a:pt x="19170" y="3524"/>
                    </a:lnTo>
                    <a:lnTo>
                      <a:pt x="19170" y="18383"/>
                    </a:lnTo>
                    <a:lnTo>
                      <a:pt x="20024" y="18383"/>
                    </a:lnTo>
                    <a:cubicBezTo>
                      <a:pt x="23536" y="12859"/>
                      <a:pt x="28470" y="8382"/>
                      <a:pt x="35019" y="5048"/>
                    </a:cubicBezTo>
                    <a:cubicBezTo>
                      <a:pt x="41472" y="1715"/>
                      <a:pt x="48684" y="0"/>
                      <a:pt x="56466" y="0"/>
                    </a:cubicBezTo>
                    <a:cubicBezTo>
                      <a:pt x="70606" y="0"/>
                      <a:pt x="82564" y="5524"/>
                      <a:pt x="92244" y="16669"/>
                    </a:cubicBezTo>
                    <a:cubicBezTo>
                      <a:pt x="102303" y="27908"/>
                      <a:pt x="107333" y="41434"/>
                      <a:pt x="107333" y="57150"/>
                    </a:cubicBezTo>
                    <a:cubicBezTo>
                      <a:pt x="107333" y="73057"/>
                      <a:pt x="102303" y="86582"/>
                      <a:pt x="92244" y="97631"/>
                    </a:cubicBezTo>
                    <a:cubicBezTo>
                      <a:pt x="82564" y="108776"/>
                      <a:pt x="70606" y="114300"/>
                      <a:pt x="56561" y="114300"/>
                    </a:cubicBezTo>
                    <a:close/>
                    <a:moveTo>
                      <a:pt x="53240" y="95917"/>
                    </a:moveTo>
                    <a:cubicBezTo>
                      <a:pt x="62825" y="95917"/>
                      <a:pt x="70891" y="92297"/>
                      <a:pt x="77439" y="84963"/>
                    </a:cubicBezTo>
                    <a:cubicBezTo>
                      <a:pt x="83987" y="77819"/>
                      <a:pt x="87309" y="68485"/>
                      <a:pt x="87309" y="57150"/>
                    </a:cubicBezTo>
                    <a:cubicBezTo>
                      <a:pt x="87309" y="45910"/>
                      <a:pt x="84082" y="36671"/>
                      <a:pt x="77439" y="29337"/>
                    </a:cubicBezTo>
                    <a:cubicBezTo>
                      <a:pt x="70891" y="22003"/>
                      <a:pt x="62825" y="18383"/>
                      <a:pt x="53240" y="18383"/>
                    </a:cubicBezTo>
                    <a:cubicBezTo>
                      <a:pt x="43465" y="18383"/>
                      <a:pt x="35303" y="22003"/>
                      <a:pt x="28755" y="29337"/>
                    </a:cubicBezTo>
                    <a:cubicBezTo>
                      <a:pt x="22397" y="36671"/>
                      <a:pt x="19170" y="45910"/>
                      <a:pt x="19170" y="57150"/>
                    </a:cubicBezTo>
                    <a:cubicBezTo>
                      <a:pt x="19170" y="68580"/>
                      <a:pt x="22397" y="77915"/>
                      <a:pt x="28755" y="85154"/>
                    </a:cubicBezTo>
                    <a:cubicBezTo>
                      <a:pt x="35398" y="92393"/>
                      <a:pt x="43465" y="95917"/>
                      <a:pt x="53240" y="9591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35"/>
              <p:cNvSpPr/>
              <p:nvPr/>
            </p:nvSpPr>
            <p:spPr>
              <a:xfrm>
                <a:off x="6251371" y="4636568"/>
                <a:ext cx="149848" cy="156876"/>
              </a:xfrm>
              <a:custGeom>
                <a:rect b="b" l="l" r="r" t="t"/>
                <a:pathLst>
                  <a:path extrusionOk="0" h="156876" w="149848">
                    <a:moveTo>
                      <a:pt x="20119" y="156877"/>
                    </a:moveTo>
                    <a:lnTo>
                      <a:pt x="0" y="156877"/>
                    </a:lnTo>
                    <a:lnTo>
                      <a:pt x="0" y="0"/>
                    </a:lnTo>
                    <a:lnTo>
                      <a:pt x="20119" y="0"/>
                    </a:lnTo>
                    <a:lnTo>
                      <a:pt x="74497" y="95536"/>
                    </a:lnTo>
                    <a:lnTo>
                      <a:pt x="75351" y="95536"/>
                    </a:lnTo>
                    <a:lnTo>
                      <a:pt x="129730" y="0"/>
                    </a:lnTo>
                    <a:lnTo>
                      <a:pt x="149849" y="0"/>
                    </a:lnTo>
                    <a:lnTo>
                      <a:pt x="149849" y="156877"/>
                    </a:lnTo>
                    <a:lnTo>
                      <a:pt x="129730" y="156877"/>
                    </a:lnTo>
                    <a:lnTo>
                      <a:pt x="129730" y="63722"/>
                    </a:lnTo>
                    <a:lnTo>
                      <a:pt x="130584" y="37433"/>
                    </a:lnTo>
                    <a:lnTo>
                      <a:pt x="129730" y="37433"/>
                    </a:lnTo>
                    <a:lnTo>
                      <a:pt x="80856" y="123539"/>
                    </a:lnTo>
                    <a:lnTo>
                      <a:pt x="69088" y="123539"/>
                    </a:lnTo>
                    <a:lnTo>
                      <a:pt x="20214" y="37433"/>
                    </a:lnTo>
                    <a:lnTo>
                      <a:pt x="19360" y="37433"/>
                    </a:lnTo>
                    <a:lnTo>
                      <a:pt x="20214" y="63722"/>
                    </a:lnTo>
                    <a:lnTo>
                      <a:pt x="20214" y="15687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35"/>
              <p:cNvSpPr/>
              <p:nvPr/>
            </p:nvSpPr>
            <p:spPr>
              <a:xfrm>
                <a:off x="6425515" y="4634759"/>
                <a:ext cx="28470" cy="158686"/>
              </a:xfrm>
              <a:custGeom>
                <a:rect b="b" l="l" r="r" t="t"/>
                <a:pathLst>
                  <a:path extrusionOk="0" h="158686" w="28470">
                    <a:moveTo>
                      <a:pt x="28470" y="14287"/>
                    </a:moveTo>
                    <a:cubicBezTo>
                      <a:pt x="28470" y="18193"/>
                      <a:pt x="27047" y="21622"/>
                      <a:pt x="24295" y="24384"/>
                    </a:cubicBezTo>
                    <a:cubicBezTo>
                      <a:pt x="21543" y="27146"/>
                      <a:pt x="18221" y="28575"/>
                      <a:pt x="14235" y="28575"/>
                    </a:cubicBezTo>
                    <a:cubicBezTo>
                      <a:pt x="10249" y="28575"/>
                      <a:pt x="6928" y="27146"/>
                      <a:pt x="4176" y="24384"/>
                    </a:cubicBezTo>
                    <a:cubicBezTo>
                      <a:pt x="1424" y="21622"/>
                      <a:pt x="0" y="18288"/>
                      <a:pt x="0" y="14287"/>
                    </a:cubicBezTo>
                    <a:cubicBezTo>
                      <a:pt x="0" y="10287"/>
                      <a:pt x="1424" y="6953"/>
                      <a:pt x="4176" y="4191"/>
                    </a:cubicBezTo>
                    <a:cubicBezTo>
                      <a:pt x="6928" y="1429"/>
                      <a:pt x="10249" y="0"/>
                      <a:pt x="14235" y="0"/>
                    </a:cubicBezTo>
                    <a:cubicBezTo>
                      <a:pt x="18221" y="0"/>
                      <a:pt x="21543" y="1429"/>
                      <a:pt x="24295" y="4191"/>
                    </a:cubicBezTo>
                    <a:cubicBezTo>
                      <a:pt x="27047" y="6953"/>
                      <a:pt x="28470" y="10287"/>
                      <a:pt x="28470" y="14287"/>
                    </a:cubicBezTo>
                    <a:close/>
                    <a:moveTo>
                      <a:pt x="24390" y="51340"/>
                    </a:moveTo>
                    <a:lnTo>
                      <a:pt x="24390" y="158687"/>
                    </a:lnTo>
                    <a:lnTo>
                      <a:pt x="4271" y="158687"/>
                    </a:lnTo>
                    <a:lnTo>
                      <a:pt x="4271" y="51340"/>
                    </a:lnTo>
                    <a:lnTo>
                      <a:pt x="24390" y="513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35"/>
              <p:cNvSpPr/>
              <p:nvPr/>
            </p:nvSpPr>
            <p:spPr>
              <a:xfrm>
                <a:off x="6473630" y="4682574"/>
                <a:ext cx="94806" cy="110775"/>
              </a:xfrm>
              <a:custGeom>
                <a:rect b="b" l="l" r="r" t="t"/>
                <a:pathLst>
                  <a:path extrusionOk="0" h="110775" w="94806">
                    <a:moveTo>
                      <a:pt x="95" y="3524"/>
                    </a:moveTo>
                    <a:lnTo>
                      <a:pt x="19265" y="3524"/>
                    </a:lnTo>
                    <a:lnTo>
                      <a:pt x="19265" y="18383"/>
                    </a:lnTo>
                    <a:lnTo>
                      <a:pt x="20119" y="18383"/>
                    </a:lnTo>
                    <a:cubicBezTo>
                      <a:pt x="23156" y="13145"/>
                      <a:pt x="27901" y="8763"/>
                      <a:pt x="34164" y="5239"/>
                    </a:cubicBezTo>
                    <a:cubicBezTo>
                      <a:pt x="40428" y="1715"/>
                      <a:pt x="47071" y="0"/>
                      <a:pt x="53904" y="0"/>
                    </a:cubicBezTo>
                    <a:cubicBezTo>
                      <a:pt x="67000" y="0"/>
                      <a:pt x="77060" y="3715"/>
                      <a:pt x="84177" y="11240"/>
                    </a:cubicBezTo>
                    <a:cubicBezTo>
                      <a:pt x="91200" y="18764"/>
                      <a:pt x="94806" y="29432"/>
                      <a:pt x="94806" y="43339"/>
                    </a:cubicBezTo>
                    <a:lnTo>
                      <a:pt x="94806" y="110776"/>
                    </a:lnTo>
                    <a:lnTo>
                      <a:pt x="74687" y="110776"/>
                    </a:lnTo>
                    <a:lnTo>
                      <a:pt x="74687" y="44577"/>
                    </a:lnTo>
                    <a:cubicBezTo>
                      <a:pt x="74213" y="27051"/>
                      <a:pt x="65482" y="18288"/>
                      <a:pt x="48305" y="18288"/>
                    </a:cubicBezTo>
                    <a:cubicBezTo>
                      <a:pt x="40333" y="18288"/>
                      <a:pt x="33595" y="21527"/>
                      <a:pt x="28186" y="28004"/>
                    </a:cubicBezTo>
                    <a:cubicBezTo>
                      <a:pt x="22776" y="34481"/>
                      <a:pt x="20119" y="42291"/>
                      <a:pt x="20119" y="51340"/>
                    </a:cubicBezTo>
                    <a:lnTo>
                      <a:pt x="20119" y="110681"/>
                    </a:lnTo>
                    <a:lnTo>
                      <a:pt x="0" y="110681"/>
                    </a:lnTo>
                    <a:lnTo>
                      <a:pt x="0" y="352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35"/>
              <p:cNvSpPr/>
              <p:nvPr/>
            </p:nvSpPr>
            <p:spPr>
              <a:xfrm>
                <a:off x="6584759" y="4636568"/>
                <a:ext cx="107428" cy="160305"/>
              </a:xfrm>
              <a:custGeom>
                <a:rect b="b" l="l" r="r" t="t"/>
                <a:pathLst>
                  <a:path extrusionOk="0" h="160305" w="107428">
                    <a:moveTo>
                      <a:pt x="50772" y="160306"/>
                    </a:moveTo>
                    <a:cubicBezTo>
                      <a:pt x="36822" y="160306"/>
                      <a:pt x="24769" y="154781"/>
                      <a:pt x="14805" y="143637"/>
                    </a:cubicBezTo>
                    <a:cubicBezTo>
                      <a:pt x="4935" y="132398"/>
                      <a:pt x="0" y="118872"/>
                      <a:pt x="0" y="103156"/>
                    </a:cubicBezTo>
                    <a:cubicBezTo>
                      <a:pt x="0" y="87440"/>
                      <a:pt x="4935" y="73914"/>
                      <a:pt x="14805" y="62675"/>
                    </a:cubicBezTo>
                    <a:cubicBezTo>
                      <a:pt x="24864" y="51530"/>
                      <a:pt x="36822" y="46006"/>
                      <a:pt x="50772" y="46006"/>
                    </a:cubicBezTo>
                    <a:cubicBezTo>
                      <a:pt x="58649" y="46006"/>
                      <a:pt x="65767" y="47720"/>
                      <a:pt x="72315" y="51054"/>
                    </a:cubicBezTo>
                    <a:cubicBezTo>
                      <a:pt x="78768" y="54388"/>
                      <a:pt x="83798" y="58865"/>
                      <a:pt x="87309" y="64389"/>
                    </a:cubicBezTo>
                    <a:lnTo>
                      <a:pt x="88163" y="64389"/>
                    </a:lnTo>
                    <a:lnTo>
                      <a:pt x="87309" y="49530"/>
                    </a:lnTo>
                    <a:lnTo>
                      <a:pt x="87309" y="0"/>
                    </a:lnTo>
                    <a:lnTo>
                      <a:pt x="107428" y="0"/>
                    </a:lnTo>
                    <a:lnTo>
                      <a:pt x="107428" y="156877"/>
                    </a:lnTo>
                    <a:lnTo>
                      <a:pt x="88258" y="156877"/>
                    </a:lnTo>
                    <a:lnTo>
                      <a:pt x="88258" y="142018"/>
                    </a:lnTo>
                    <a:lnTo>
                      <a:pt x="87404" y="142018"/>
                    </a:lnTo>
                    <a:cubicBezTo>
                      <a:pt x="83893" y="147542"/>
                      <a:pt x="78958" y="152019"/>
                      <a:pt x="72410" y="155353"/>
                    </a:cubicBezTo>
                    <a:cubicBezTo>
                      <a:pt x="65861" y="158687"/>
                      <a:pt x="58649" y="160306"/>
                      <a:pt x="50772" y="160306"/>
                    </a:cubicBezTo>
                    <a:close/>
                    <a:moveTo>
                      <a:pt x="54094" y="141923"/>
                    </a:moveTo>
                    <a:cubicBezTo>
                      <a:pt x="63963" y="141923"/>
                      <a:pt x="72030" y="138303"/>
                      <a:pt x="78293" y="131159"/>
                    </a:cubicBezTo>
                    <a:cubicBezTo>
                      <a:pt x="84842" y="124016"/>
                      <a:pt x="88163" y="114681"/>
                      <a:pt x="88163" y="103156"/>
                    </a:cubicBezTo>
                    <a:cubicBezTo>
                      <a:pt x="88163" y="91916"/>
                      <a:pt x="84842" y="82677"/>
                      <a:pt x="78293" y="75343"/>
                    </a:cubicBezTo>
                    <a:cubicBezTo>
                      <a:pt x="71935" y="68009"/>
                      <a:pt x="63774" y="64389"/>
                      <a:pt x="54094" y="64389"/>
                    </a:cubicBezTo>
                    <a:cubicBezTo>
                      <a:pt x="44509" y="64389"/>
                      <a:pt x="36442" y="68009"/>
                      <a:pt x="29894" y="75343"/>
                    </a:cubicBezTo>
                    <a:cubicBezTo>
                      <a:pt x="23346" y="82677"/>
                      <a:pt x="20024" y="91916"/>
                      <a:pt x="20024" y="103156"/>
                    </a:cubicBezTo>
                    <a:cubicBezTo>
                      <a:pt x="20024" y="114586"/>
                      <a:pt x="23346" y="123825"/>
                      <a:pt x="29894" y="130969"/>
                    </a:cubicBezTo>
                    <a:cubicBezTo>
                      <a:pt x="36347" y="138303"/>
                      <a:pt x="44414" y="141923"/>
                      <a:pt x="54094" y="14192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0" name="Google Shape;320;p35"/>
            <p:cNvGrpSpPr/>
            <p:nvPr/>
          </p:nvGrpSpPr>
          <p:grpSpPr>
            <a:xfrm>
              <a:off x="4965272" y="4619519"/>
              <a:ext cx="711757" cy="228504"/>
              <a:chOff x="4965272" y="4619519"/>
              <a:chExt cx="711757" cy="228504"/>
            </a:xfrm>
          </p:grpSpPr>
          <p:sp>
            <p:nvSpPr>
              <p:cNvPr id="321" name="Google Shape;321;p35"/>
              <p:cNvSpPr/>
              <p:nvPr/>
            </p:nvSpPr>
            <p:spPr>
              <a:xfrm>
                <a:off x="4965272" y="4619519"/>
                <a:ext cx="173004" cy="177355"/>
              </a:xfrm>
              <a:custGeom>
                <a:rect b="b" l="l" r="r" t="t"/>
                <a:pathLst>
                  <a:path extrusionOk="0" h="177355" w="173004">
                    <a:moveTo>
                      <a:pt x="90061" y="177356"/>
                    </a:moveTo>
                    <a:cubicBezTo>
                      <a:pt x="41092" y="177356"/>
                      <a:pt x="0" y="137541"/>
                      <a:pt x="0" y="88678"/>
                    </a:cubicBezTo>
                    <a:cubicBezTo>
                      <a:pt x="0" y="39815"/>
                      <a:pt x="41092" y="0"/>
                      <a:pt x="90061" y="0"/>
                    </a:cubicBezTo>
                    <a:cubicBezTo>
                      <a:pt x="117108" y="0"/>
                      <a:pt x="136373" y="10573"/>
                      <a:pt x="150893" y="24479"/>
                    </a:cubicBezTo>
                    <a:lnTo>
                      <a:pt x="133811" y="41529"/>
                    </a:lnTo>
                    <a:cubicBezTo>
                      <a:pt x="123371" y="31814"/>
                      <a:pt x="109326" y="24194"/>
                      <a:pt x="90061" y="24194"/>
                    </a:cubicBezTo>
                    <a:cubicBezTo>
                      <a:pt x="54378" y="24194"/>
                      <a:pt x="26383" y="52959"/>
                      <a:pt x="26383" y="88678"/>
                    </a:cubicBezTo>
                    <a:cubicBezTo>
                      <a:pt x="26383" y="124397"/>
                      <a:pt x="54283" y="153162"/>
                      <a:pt x="90061" y="153162"/>
                    </a:cubicBezTo>
                    <a:cubicBezTo>
                      <a:pt x="113217" y="153162"/>
                      <a:pt x="126408" y="143828"/>
                      <a:pt x="134854" y="135446"/>
                    </a:cubicBezTo>
                    <a:cubicBezTo>
                      <a:pt x="141782" y="128492"/>
                      <a:pt x="146338" y="118586"/>
                      <a:pt x="148046" y="104966"/>
                    </a:cubicBezTo>
                    <a:lnTo>
                      <a:pt x="90061" y="104966"/>
                    </a:lnTo>
                    <a:lnTo>
                      <a:pt x="90061" y="80677"/>
                    </a:lnTo>
                    <a:lnTo>
                      <a:pt x="171676" y="80677"/>
                    </a:lnTo>
                    <a:cubicBezTo>
                      <a:pt x="172530" y="84963"/>
                      <a:pt x="173005" y="90202"/>
                      <a:pt x="173005" y="95822"/>
                    </a:cubicBezTo>
                    <a:cubicBezTo>
                      <a:pt x="173005" y="114014"/>
                      <a:pt x="167975" y="136493"/>
                      <a:pt x="152032" y="152495"/>
                    </a:cubicBezTo>
                    <a:cubicBezTo>
                      <a:pt x="136373" y="168688"/>
                      <a:pt x="116444" y="177356"/>
                      <a:pt x="90061" y="1773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35"/>
              <p:cNvSpPr/>
              <p:nvPr/>
            </p:nvSpPr>
            <p:spPr>
              <a:xfrm>
                <a:off x="5151847" y="4682669"/>
                <a:ext cx="112552" cy="114109"/>
              </a:xfrm>
              <a:custGeom>
                <a:rect b="b" l="l" r="r" t="t"/>
                <a:pathLst>
                  <a:path extrusionOk="0" h="114109" w="112552">
                    <a:moveTo>
                      <a:pt x="112553" y="57055"/>
                    </a:moveTo>
                    <a:cubicBezTo>
                      <a:pt x="112553" y="89916"/>
                      <a:pt x="87214" y="114110"/>
                      <a:pt x="56276" y="114110"/>
                    </a:cubicBezTo>
                    <a:cubicBezTo>
                      <a:pt x="25339" y="114110"/>
                      <a:pt x="0" y="89916"/>
                      <a:pt x="0" y="57055"/>
                    </a:cubicBezTo>
                    <a:cubicBezTo>
                      <a:pt x="0" y="24003"/>
                      <a:pt x="25339"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631"/>
                      <a:pt x="87878" y="77438"/>
                      <a:pt x="87878" y="570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35"/>
              <p:cNvSpPr/>
              <p:nvPr/>
            </p:nvSpPr>
            <p:spPr>
              <a:xfrm>
                <a:off x="5278160" y="4682669"/>
                <a:ext cx="112552" cy="114109"/>
              </a:xfrm>
              <a:custGeom>
                <a:rect b="b" l="l" r="r" t="t"/>
                <a:pathLst>
                  <a:path extrusionOk="0" h="114109" w="112552">
                    <a:moveTo>
                      <a:pt x="112553" y="57055"/>
                    </a:moveTo>
                    <a:cubicBezTo>
                      <a:pt x="112553" y="89916"/>
                      <a:pt x="87309" y="114110"/>
                      <a:pt x="56276" y="114110"/>
                    </a:cubicBezTo>
                    <a:cubicBezTo>
                      <a:pt x="25244" y="114110"/>
                      <a:pt x="0" y="89916"/>
                      <a:pt x="0" y="57055"/>
                    </a:cubicBezTo>
                    <a:cubicBezTo>
                      <a:pt x="0" y="24003"/>
                      <a:pt x="25244"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726"/>
                      <a:pt x="87878" y="77438"/>
                      <a:pt x="87878" y="570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35"/>
              <p:cNvSpPr/>
              <p:nvPr/>
            </p:nvSpPr>
            <p:spPr>
              <a:xfrm>
                <a:off x="5404284" y="4682574"/>
                <a:ext cx="109515" cy="165449"/>
              </a:xfrm>
              <a:custGeom>
                <a:rect b="b" l="l" r="r" t="t"/>
                <a:pathLst>
                  <a:path extrusionOk="0" h="165449" w="109515">
                    <a:moveTo>
                      <a:pt x="109516" y="3524"/>
                    </a:moveTo>
                    <a:lnTo>
                      <a:pt x="109516" y="106013"/>
                    </a:lnTo>
                    <a:cubicBezTo>
                      <a:pt x="109516" y="148209"/>
                      <a:pt x="84652" y="165449"/>
                      <a:pt x="55232" y="165449"/>
                    </a:cubicBezTo>
                    <a:cubicBezTo>
                      <a:pt x="27521" y="165449"/>
                      <a:pt x="10819" y="146876"/>
                      <a:pt x="4555" y="131731"/>
                    </a:cubicBezTo>
                    <a:lnTo>
                      <a:pt x="26383" y="122682"/>
                    </a:lnTo>
                    <a:cubicBezTo>
                      <a:pt x="30273" y="132017"/>
                      <a:pt x="39764" y="142970"/>
                      <a:pt x="55138" y="142970"/>
                    </a:cubicBezTo>
                    <a:cubicBezTo>
                      <a:pt x="73928" y="142970"/>
                      <a:pt x="85696" y="131255"/>
                      <a:pt x="85696" y="109442"/>
                    </a:cubicBezTo>
                    <a:lnTo>
                      <a:pt x="85696" y="101251"/>
                    </a:lnTo>
                    <a:lnTo>
                      <a:pt x="84842" y="101251"/>
                    </a:lnTo>
                    <a:cubicBezTo>
                      <a:pt x="79242" y="108204"/>
                      <a:pt x="68424" y="114205"/>
                      <a:pt x="54758" y="114205"/>
                    </a:cubicBezTo>
                    <a:cubicBezTo>
                      <a:pt x="26193" y="114205"/>
                      <a:pt x="0" y="89345"/>
                      <a:pt x="0" y="57341"/>
                    </a:cubicBezTo>
                    <a:cubicBezTo>
                      <a:pt x="0" y="25146"/>
                      <a:pt x="26193" y="0"/>
                      <a:pt x="54758" y="0"/>
                    </a:cubicBezTo>
                    <a:cubicBezTo>
                      <a:pt x="68424" y="0"/>
                      <a:pt x="79242" y="6096"/>
                      <a:pt x="84842" y="12764"/>
                    </a:cubicBezTo>
                    <a:lnTo>
                      <a:pt x="85696" y="12764"/>
                    </a:lnTo>
                    <a:lnTo>
                      <a:pt x="85696" y="3524"/>
                    </a:lnTo>
                    <a:lnTo>
                      <a:pt x="109516" y="3524"/>
                    </a:lnTo>
                    <a:close/>
                    <a:moveTo>
                      <a:pt x="87404" y="57436"/>
                    </a:moveTo>
                    <a:cubicBezTo>
                      <a:pt x="87404" y="37338"/>
                      <a:pt x="74023" y="22574"/>
                      <a:pt x="56846" y="22574"/>
                    </a:cubicBezTo>
                    <a:cubicBezTo>
                      <a:pt x="39574" y="22574"/>
                      <a:pt x="25054" y="37243"/>
                      <a:pt x="25054" y="57436"/>
                    </a:cubicBezTo>
                    <a:cubicBezTo>
                      <a:pt x="25054" y="77343"/>
                      <a:pt x="39574" y="91821"/>
                      <a:pt x="56846" y="91821"/>
                    </a:cubicBezTo>
                    <a:cubicBezTo>
                      <a:pt x="74023" y="91821"/>
                      <a:pt x="87404" y="77343"/>
                      <a:pt x="87404" y="5743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35"/>
              <p:cNvSpPr/>
              <p:nvPr/>
            </p:nvSpPr>
            <p:spPr>
              <a:xfrm>
                <a:off x="5532590" y="4625614"/>
                <a:ext cx="25148" cy="167830"/>
              </a:xfrm>
              <a:custGeom>
                <a:rect b="b" l="l" r="r" t="t"/>
                <a:pathLst>
                  <a:path extrusionOk="0" h="167830" w="25148">
                    <a:moveTo>
                      <a:pt x="25149" y="0"/>
                    </a:moveTo>
                    <a:lnTo>
                      <a:pt x="25149" y="167831"/>
                    </a:lnTo>
                    <a:lnTo>
                      <a:pt x="0" y="167831"/>
                    </a:lnTo>
                    <a:lnTo>
                      <a:pt x="0" y="0"/>
                    </a:lnTo>
                    <a:lnTo>
                      <a:pt x="25149"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35"/>
              <p:cNvSpPr/>
              <p:nvPr/>
            </p:nvSpPr>
            <p:spPr>
              <a:xfrm>
                <a:off x="5572354" y="4682764"/>
                <a:ext cx="104675" cy="114109"/>
              </a:xfrm>
              <a:custGeom>
                <a:rect b="b" l="l" r="r" t="t"/>
                <a:pathLst>
                  <a:path extrusionOk="0" h="114109" w="104675">
                    <a:moveTo>
                      <a:pt x="84082" y="75819"/>
                    </a:moveTo>
                    <a:lnTo>
                      <a:pt x="103537" y="88773"/>
                    </a:lnTo>
                    <a:cubicBezTo>
                      <a:pt x="97274" y="98108"/>
                      <a:pt x="82089" y="114110"/>
                      <a:pt x="55897" y="114110"/>
                    </a:cubicBezTo>
                    <a:cubicBezTo>
                      <a:pt x="23441" y="114110"/>
                      <a:pt x="0" y="89059"/>
                      <a:pt x="0" y="57055"/>
                    </a:cubicBezTo>
                    <a:cubicBezTo>
                      <a:pt x="0" y="23146"/>
                      <a:pt x="23630" y="0"/>
                      <a:pt x="53145" y="0"/>
                    </a:cubicBezTo>
                    <a:cubicBezTo>
                      <a:pt x="82754" y="0"/>
                      <a:pt x="97274" y="23527"/>
                      <a:pt x="102019" y="36290"/>
                    </a:cubicBezTo>
                    <a:lnTo>
                      <a:pt x="104676" y="42767"/>
                    </a:lnTo>
                    <a:lnTo>
                      <a:pt x="28280" y="74390"/>
                    </a:lnTo>
                    <a:cubicBezTo>
                      <a:pt x="34164" y="85820"/>
                      <a:pt x="43180" y="91726"/>
                      <a:pt x="55992" y="91726"/>
                    </a:cubicBezTo>
                    <a:cubicBezTo>
                      <a:pt x="68708" y="91631"/>
                      <a:pt x="77629" y="85344"/>
                      <a:pt x="84082" y="75819"/>
                    </a:cubicBezTo>
                    <a:close/>
                    <a:moveTo>
                      <a:pt x="24200" y="55245"/>
                    </a:moveTo>
                    <a:lnTo>
                      <a:pt x="75257" y="34100"/>
                    </a:lnTo>
                    <a:cubicBezTo>
                      <a:pt x="72410" y="26956"/>
                      <a:pt x="63963" y="22003"/>
                      <a:pt x="53999" y="22003"/>
                    </a:cubicBezTo>
                    <a:cubicBezTo>
                      <a:pt x="41282" y="22003"/>
                      <a:pt x="23535" y="33242"/>
                      <a:pt x="24200" y="552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b Content - Closing slide w/speaker">
  <p:cSld name="BLANK_1_2_1_1_1_1_1_1_1_1_1_1_1_1_1_1_2_1">
    <p:spTree>
      <p:nvGrpSpPr>
        <p:cNvPr id="327" name="Shape 327"/>
        <p:cNvGrpSpPr/>
        <p:nvPr/>
      </p:nvGrpSpPr>
      <p:grpSpPr>
        <a:xfrm>
          <a:off x="0" y="0"/>
          <a:ext cx="0" cy="0"/>
          <a:chOff x="0" y="0"/>
          <a:chExt cx="0" cy="0"/>
        </a:xfrm>
      </p:grpSpPr>
      <p:sp>
        <p:nvSpPr>
          <p:cNvPr id="328" name="Google Shape;328;p36"/>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329" name="Google Shape;329;p36"/>
          <p:cNvSpPr txBox="1"/>
          <p:nvPr>
            <p:ph type="title"/>
          </p:nvPr>
        </p:nvSpPr>
        <p:spPr>
          <a:xfrm>
            <a:off x="457200" y="1535475"/>
            <a:ext cx="5458800" cy="2074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600"/>
              <a:buNone/>
              <a:defRPr sz="5600"/>
            </a:lvl1pPr>
            <a:lvl2pPr lvl="1">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2pPr>
            <a:lvl3pPr lvl="2">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3pPr>
            <a:lvl4pPr lvl="3">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4pPr>
            <a:lvl5pPr lvl="4">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5pPr>
            <a:lvl6pPr lvl="5">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6pPr>
            <a:lvl7pPr lvl="6">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7pPr>
            <a:lvl8pPr lvl="7">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8pPr>
            <a:lvl9pPr lvl="8">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9pPr>
          </a:lstStyle>
          <a:p/>
        </p:txBody>
      </p:sp>
      <p:grpSp>
        <p:nvGrpSpPr>
          <p:cNvPr id="330" name="Google Shape;330;p36"/>
          <p:cNvGrpSpPr/>
          <p:nvPr/>
        </p:nvGrpSpPr>
        <p:grpSpPr>
          <a:xfrm>
            <a:off x="457195" y="457194"/>
            <a:ext cx="627759" cy="628705"/>
            <a:chOff x="465416" y="478859"/>
            <a:chExt cx="1527766" cy="1530069"/>
          </a:xfrm>
        </p:grpSpPr>
        <p:sp>
          <p:nvSpPr>
            <p:cNvPr id="331" name="Google Shape;331;p36"/>
            <p:cNvSpPr/>
            <p:nvPr/>
          </p:nvSpPr>
          <p:spPr>
            <a:xfrm>
              <a:off x="736855" y="478859"/>
              <a:ext cx="1256327" cy="1426803"/>
            </a:xfrm>
            <a:custGeom>
              <a:rect b="b" l="l" r="r" t="t"/>
              <a:pathLst>
                <a:path extrusionOk="0" h="1426803" w="1256327">
                  <a:moveTo>
                    <a:pt x="501104" y="0"/>
                  </a:moveTo>
                  <a:cubicBezTo>
                    <a:pt x="175435" y="0"/>
                    <a:pt x="-19354" y="270060"/>
                    <a:pt x="1526" y="533744"/>
                  </a:cubicBezTo>
                  <a:cubicBezTo>
                    <a:pt x="10947" y="653091"/>
                    <a:pt x="69511" y="768611"/>
                    <a:pt x="166269" y="858886"/>
                  </a:cubicBezTo>
                  <a:cubicBezTo>
                    <a:pt x="202173" y="892294"/>
                    <a:pt x="241129" y="920092"/>
                    <a:pt x="281363" y="941767"/>
                  </a:cubicBezTo>
                  <a:cubicBezTo>
                    <a:pt x="250296" y="904789"/>
                    <a:pt x="228907" y="859398"/>
                    <a:pt x="220760" y="809670"/>
                  </a:cubicBezTo>
                  <a:cubicBezTo>
                    <a:pt x="199117" y="677062"/>
                    <a:pt x="286454" y="481976"/>
                    <a:pt x="509763" y="481976"/>
                  </a:cubicBezTo>
                  <a:cubicBezTo>
                    <a:pt x="749877" y="481976"/>
                    <a:pt x="1014432" y="710724"/>
                    <a:pt x="1036586" y="991749"/>
                  </a:cubicBezTo>
                  <a:cubicBezTo>
                    <a:pt x="1050336" y="1163627"/>
                    <a:pt x="985150" y="1318677"/>
                    <a:pt x="875150" y="1426804"/>
                  </a:cubicBezTo>
                  <a:cubicBezTo>
                    <a:pt x="1103296" y="1294449"/>
                    <a:pt x="1256327" y="1047599"/>
                    <a:pt x="1256327" y="765041"/>
                  </a:cubicBezTo>
                  <a:cubicBezTo>
                    <a:pt x="1256327" y="459280"/>
                    <a:pt x="1077070" y="195341"/>
                    <a:pt x="818115" y="72934"/>
                  </a:cubicBezTo>
                  <a:cubicBezTo>
                    <a:pt x="722631" y="27542"/>
                    <a:pt x="609068" y="0"/>
                    <a:pt x="501104"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36"/>
            <p:cNvSpPr/>
            <p:nvPr/>
          </p:nvSpPr>
          <p:spPr>
            <a:xfrm>
              <a:off x="465416" y="582125"/>
              <a:ext cx="1256329" cy="1426803"/>
            </a:xfrm>
            <a:custGeom>
              <a:rect b="b" l="l" r="r" t="t"/>
              <a:pathLst>
                <a:path extrusionOk="0" h="1426803" w="1256329">
                  <a:moveTo>
                    <a:pt x="755223" y="1426803"/>
                  </a:moveTo>
                  <a:cubicBezTo>
                    <a:pt x="1080892" y="1426803"/>
                    <a:pt x="1275681" y="1156741"/>
                    <a:pt x="1254804" y="893059"/>
                  </a:cubicBezTo>
                  <a:cubicBezTo>
                    <a:pt x="1245380" y="773712"/>
                    <a:pt x="1186817" y="658192"/>
                    <a:pt x="1090059" y="567917"/>
                  </a:cubicBezTo>
                  <a:cubicBezTo>
                    <a:pt x="1054155" y="534509"/>
                    <a:pt x="1015198" y="506711"/>
                    <a:pt x="974968" y="485036"/>
                  </a:cubicBezTo>
                  <a:cubicBezTo>
                    <a:pt x="1006032" y="522014"/>
                    <a:pt x="1027420" y="567405"/>
                    <a:pt x="1035567" y="617133"/>
                  </a:cubicBezTo>
                  <a:cubicBezTo>
                    <a:pt x="1057210" y="749742"/>
                    <a:pt x="969873" y="944828"/>
                    <a:pt x="746568" y="944828"/>
                  </a:cubicBezTo>
                  <a:cubicBezTo>
                    <a:pt x="506454" y="944828"/>
                    <a:pt x="241896" y="716079"/>
                    <a:pt x="219743" y="435054"/>
                  </a:cubicBezTo>
                  <a:cubicBezTo>
                    <a:pt x="205993" y="263173"/>
                    <a:pt x="271178" y="108126"/>
                    <a:pt x="381177" y="0"/>
                  </a:cubicBezTo>
                  <a:cubicBezTo>
                    <a:pt x="153031" y="132352"/>
                    <a:pt x="0" y="379205"/>
                    <a:pt x="0" y="661762"/>
                  </a:cubicBezTo>
                  <a:cubicBezTo>
                    <a:pt x="0" y="967523"/>
                    <a:pt x="179258" y="1231463"/>
                    <a:pt x="438213" y="1353868"/>
                  </a:cubicBezTo>
                  <a:cubicBezTo>
                    <a:pt x="533700" y="1399260"/>
                    <a:pt x="647263" y="1426803"/>
                    <a:pt x="755223" y="14268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33" name="Google Shape;333;p36"/>
          <p:cNvSpPr/>
          <p:nvPr>
            <p:ph idx="2" type="pic"/>
          </p:nvPr>
        </p:nvSpPr>
        <p:spPr>
          <a:xfrm>
            <a:off x="5998500" y="2613725"/>
            <a:ext cx="995700" cy="996000"/>
          </a:xfrm>
          <a:prstGeom prst="ellipse">
            <a:avLst/>
          </a:prstGeom>
          <a:noFill/>
          <a:ln>
            <a:noFill/>
          </a:ln>
        </p:spPr>
      </p:sp>
      <p:sp>
        <p:nvSpPr>
          <p:cNvPr id="334" name="Google Shape;334;p36"/>
          <p:cNvSpPr txBox="1"/>
          <p:nvPr>
            <p:ph idx="1" type="subTitle"/>
          </p:nvPr>
        </p:nvSpPr>
        <p:spPr>
          <a:xfrm>
            <a:off x="7070400" y="2613725"/>
            <a:ext cx="1616100" cy="996000"/>
          </a:xfrm>
          <a:prstGeom prst="rect">
            <a:avLst/>
          </a:prstGeom>
        </p:spPr>
        <p:txBody>
          <a:bodyPr anchorCtr="0" anchor="ctr"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335" name="Google Shape;335;p36"/>
          <p:cNvGrpSpPr/>
          <p:nvPr/>
        </p:nvGrpSpPr>
        <p:grpSpPr>
          <a:xfrm>
            <a:off x="457102" y="4530145"/>
            <a:ext cx="1532637" cy="202797"/>
            <a:chOff x="4965272" y="4619519"/>
            <a:chExt cx="1726915" cy="228504"/>
          </a:xfrm>
        </p:grpSpPr>
        <p:grpSp>
          <p:nvGrpSpPr>
            <p:cNvPr id="336" name="Google Shape;336;p36"/>
            <p:cNvGrpSpPr/>
            <p:nvPr/>
          </p:nvGrpSpPr>
          <p:grpSpPr>
            <a:xfrm>
              <a:off x="5743461" y="4634759"/>
              <a:ext cx="948726" cy="205929"/>
              <a:chOff x="5743461" y="4634759"/>
              <a:chExt cx="948726" cy="205929"/>
            </a:xfrm>
          </p:grpSpPr>
          <p:sp>
            <p:nvSpPr>
              <p:cNvPr id="337" name="Google Shape;337;p36"/>
              <p:cNvSpPr/>
              <p:nvPr/>
            </p:nvSpPr>
            <p:spPr>
              <a:xfrm>
                <a:off x="5743461" y="4636568"/>
                <a:ext cx="127072" cy="156972"/>
              </a:xfrm>
              <a:custGeom>
                <a:rect b="b" l="l" r="r" t="t"/>
                <a:pathLst>
                  <a:path extrusionOk="0" h="156972" w="127072">
                    <a:moveTo>
                      <a:pt x="0" y="156877"/>
                    </a:moveTo>
                    <a:lnTo>
                      <a:pt x="0" y="0"/>
                    </a:lnTo>
                    <a:lnTo>
                      <a:pt x="47830" y="0"/>
                    </a:lnTo>
                    <a:cubicBezTo>
                      <a:pt x="71650" y="0"/>
                      <a:pt x="90915" y="7239"/>
                      <a:pt x="105340" y="21717"/>
                    </a:cubicBezTo>
                    <a:cubicBezTo>
                      <a:pt x="119860" y="36195"/>
                      <a:pt x="127073" y="55055"/>
                      <a:pt x="127073" y="78486"/>
                    </a:cubicBezTo>
                    <a:cubicBezTo>
                      <a:pt x="127073" y="102013"/>
                      <a:pt x="119860" y="120968"/>
                      <a:pt x="105340" y="135350"/>
                    </a:cubicBezTo>
                    <a:cubicBezTo>
                      <a:pt x="90820" y="149733"/>
                      <a:pt x="71650" y="156972"/>
                      <a:pt x="47830" y="156972"/>
                    </a:cubicBezTo>
                    <a:lnTo>
                      <a:pt x="0" y="156972"/>
                    </a:lnTo>
                    <a:close/>
                    <a:moveTo>
                      <a:pt x="20119" y="19241"/>
                    </a:moveTo>
                    <a:lnTo>
                      <a:pt x="20119" y="137541"/>
                    </a:lnTo>
                    <a:lnTo>
                      <a:pt x="47830" y="137541"/>
                    </a:lnTo>
                    <a:cubicBezTo>
                      <a:pt x="66051" y="137541"/>
                      <a:pt x="80381" y="132302"/>
                      <a:pt x="90820" y="121920"/>
                    </a:cubicBezTo>
                    <a:cubicBezTo>
                      <a:pt x="101259" y="111443"/>
                      <a:pt x="106574" y="96965"/>
                      <a:pt x="106574" y="78391"/>
                    </a:cubicBezTo>
                    <a:cubicBezTo>
                      <a:pt x="106574" y="60008"/>
                      <a:pt x="101354" y="45530"/>
                      <a:pt x="90820" y="35052"/>
                    </a:cubicBezTo>
                    <a:cubicBezTo>
                      <a:pt x="80381" y="24575"/>
                      <a:pt x="66051" y="19241"/>
                      <a:pt x="47830" y="19241"/>
                    </a:cubicBezTo>
                    <a:lnTo>
                      <a:pt x="20119" y="1924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36"/>
              <p:cNvSpPr/>
              <p:nvPr/>
            </p:nvSpPr>
            <p:spPr>
              <a:xfrm>
                <a:off x="5884484"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3" y="0"/>
                      <a:pt x="81235" y="5143"/>
                      <a:pt x="90631" y="15430"/>
                    </a:cubicBezTo>
                    <a:cubicBezTo>
                      <a:pt x="100026" y="25717"/>
                      <a:pt x="104676" y="40196"/>
                      <a:pt x="104676" y="58674"/>
                    </a:cubicBezTo>
                    <a:lnTo>
                      <a:pt x="104486" y="60865"/>
                    </a:lnTo>
                    <a:lnTo>
                      <a:pt x="20499" y="60865"/>
                    </a:lnTo>
                    <a:cubicBezTo>
                      <a:pt x="20783" y="71342"/>
                      <a:pt x="24295" y="79820"/>
                      <a:pt x="30938" y="86297"/>
                    </a:cubicBezTo>
                    <a:cubicBezTo>
                      <a:pt x="37676" y="92678"/>
                      <a:pt x="45647" y="95917"/>
                      <a:pt x="54948" y="95917"/>
                    </a:cubicBezTo>
                    <a:cubicBezTo>
                      <a:pt x="67759" y="95917"/>
                      <a:pt x="77819" y="89535"/>
                      <a:pt x="85031" y="76676"/>
                    </a:cubicBezTo>
                    <a:lnTo>
                      <a:pt x="102968" y="85439"/>
                    </a:lnTo>
                    <a:cubicBezTo>
                      <a:pt x="98128" y="94488"/>
                      <a:pt x="91485" y="101537"/>
                      <a:pt x="83038" y="106680"/>
                    </a:cubicBezTo>
                    <a:cubicBezTo>
                      <a:pt x="74497" y="111728"/>
                      <a:pt x="64912" y="114300"/>
                      <a:pt x="54094" y="114300"/>
                    </a:cubicBezTo>
                    <a:close/>
                    <a:moveTo>
                      <a:pt x="22017" y="44196"/>
                    </a:moveTo>
                    <a:lnTo>
                      <a:pt x="83323" y="44196"/>
                    </a:lnTo>
                    <a:cubicBezTo>
                      <a:pt x="82754" y="36766"/>
                      <a:pt x="79717" y="30575"/>
                      <a:pt x="74213" y="25717"/>
                    </a:cubicBezTo>
                    <a:cubicBezTo>
                      <a:pt x="68708" y="20860"/>
                      <a:pt x="61401" y="18383"/>
                      <a:pt x="52291" y="18383"/>
                    </a:cubicBezTo>
                    <a:cubicBezTo>
                      <a:pt x="44698" y="18383"/>
                      <a:pt x="38245" y="20765"/>
                      <a:pt x="32741" y="25432"/>
                    </a:cubicBezTo>
                    <a:cubicBezTo>
                      <a:pt x="27331" y="30099"/>
                      <a:pt x="23725" y="36385"/>
                      <a:pt x="22017" y="4419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36"/>
              <p:cNvSpPr/>
              <p:nvPr/>
            </p:nvSpPr>
            <p:spPr>
              <a:xfrm>
                <a:off x="6000927"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4" y="0"/>
                      <a:pt x="81235" y="5143"/>
                      <a:pt x="90631" y="15430"/>
                    </a:cubicBezTo>
                    <a:cubicBezTo>
                      <a:pt x="100026" y="25717"/>
                      <a:pt x="104676" y="40196"/>
                      <a:pt x="104676" y="58674"/>
                    </a:cubicBezTo>
                    <a:lnTo>
                      <a:pt x="104486" y="60865"/>
                    </a:lnTo>
                    <a:lnTo>
                      <a:pt x="20404" y="60865"/>
                    </a:lnTo>
                    <a:cubicBezTo>
                      <a:pt x="20688" y="71342"/>
                      <a:pt x="24200" y="79820"/>
                      <a:pt x="30843" y="86297"/>
                    </a:cubicBezTo>
                    <a:cubicBezTo>
                      <a:pt x="37581" y="92678"/>
                      <a:pt x="45553" y="95917"/>
                      <a:pt x="54853" y="95917"/>
                    </a:cubicBezTo>
                    <a:cubicBezTo>
                      <a:pt x="67665" y="95917"/>
                      <a:pt x="77724" y="89535"/>
                      <a:pt x="84937" y="76676"/>
                    </a:cubicBezTo>
                    <a:lnTo>
                      <a:pt x="102873" y="85439"/>
                    </a:lnTo>
                    <a:cubicBezTo>
                      <a:pt x="98033" y="94488"/>
                      <a:pt x="91390" y="101537"/>
                      <a:pt x="82944" y="106680"/>
                    </a:cubicBezTo>
                    <a:cubicBezTo>
                      <a:pt x="74497" y="111728"/>
                      <a:pt x="64817" y="114300"/>
                      <a:pt x="54094" y="114300"/>
                    </a:cubicBezTo>
                    <a:close/>
                    <a:moveTo>
                      <a:pt x="22017" y="44196"/>
                    </a:moveTo>
                    <a:lnTo>
                      <a:pt x="83323" y="44196"/>
                    </a:lnTo>
                    <a:cubicBezTo>
                      <a:pt x="82754" y="36766"/>
                      <a:pt x="79717" y="30575"/>
                      <a:pt x="74308" y="25717"/>
                    </a:cubicBezTo>
                    <a:cubicBezTo>
                      <a:pt x="68803" y="20860"/>
                      <a:pt x="61496" y="18383"/>
                      <a:pt x="52385" y="18383"/>
                    </a:cubicBezTo>
                    <a:cubicBezTo>
                      <a:pt x="44793" y="18383"/>
                      <a:pt x="38340" y="20765"/>
                      <a:pt x="32836" y="25432"/>
                    </a:cubicBezTo>
                    <a:cubicBezTo>
                      <a:pt x="27332" y="30099"/>
                      <a:pt x="23725" y="36385"/>
                      <a:pt x="22017" y="4419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36"/>
              <p:cNvSpPr/>
              <p:nvPr/>
            </p:nvSpPr>
            <p:spPr>
              <a:xfrm>
                <a:off x="6122401" y="4682574"/>
                <a:ext cx="107333" cy="158114"/>
              </a:xfrm>
              <a:custGeom>
                <a:rect b="b" l="l" r="r" t="t"/>
                <a:pathLst>
                  <a:path extrusionOk="0" h="158114" w="107333">
                    <a:moveTo>
                      <a:pt x="56561" y="114300"/>
                    </a:moveTo>
                    <a:cubicBezTo>
                      <a:pt x="48684" y="114300"/>
                      <a:pt x="41567" y="112586"/>
                      <a:pt x="35113" y="109252"/>
                    </a:cubicBezTo>
                    <a:cubicBezTo>
                      <a:pt x="28660" y="105918"/>
                      <a:pt x="23630" y="101441"/>
                      <a:pt x="20119" y="95917"/>
                    </a:cubicBezTo>
                    <a:lnTo>
                      <a:pt x="19265" y="95917"/>
                    </a:lnTo>
                    <a:lnTo>
                      <a:pt x="20119" y="110776"/>
                    </a:lnTo>
                    <a:lnTo>
                      <a:pt x="20119" y="158115"/>
                    </a:lnTo>
                    <a:lnTo>
                      <a:pt x="0" y="158115"/>
                    </a:lnTo>
                    <a:lnTo>
                      <a:pt x="0" y="3524"/>
                    </a:lnTo>
                    <a:lnTo>
                      <a:pt x="19170" y="3524"/>
                    </a:lnTo>
                    <a:lnTo>
                      <a:pt x="19170" y="18383"/>
                    </a:lnTo>
                    <a:lnTo>
                      <a:pt x="20024" y="18383"/>
                    </a:lnTo>
                    <a:cubicBezTo>
                      <a:pt x="23536" y="12859"/>
                      <a:pt x="28470" y="8382"/>
                      <a:pt x="35019" y="5048"/>
                    </a:cubicBezTo>
                    <a:cubicBezTo>
                      <a:pt x="41472" y="1715"/>
                      <a:pt x="48684" y="0"/>
                      <a:pt x="56466" y="0"/>
                    </a:cubicBezTo>
                    <a:cubicBezTo>
                      <a:pt x="70606" y="0"/>
                      <a:pt x="82564" y="5524"/>
                      <a:pt x="92244" y="16669"/>
                    </a:cubicBezTo>
                    <a:cubicBezTo>
                      <a:pt x="102303" y="27908"/>
                      <a:pt x="107333" y="41434"/>
                      <a:pt x="107333" y="57150"/>
                    </a:cubicBezTo>
                    <a:cubicBezTo>
                      <a:pt x="107333" y="73057"/>
                      <a:pt x="102303" y="86582"/>
                      <a:pt x="92244" y="97631"/>
                    </a:cubicBezTo>
                    <a:cubicBezTo>
                      <a:pt x="82564" y="108776"/>
                      <a:pt x="70606" y="114300"/>
                      <a:pt x="56561" y="114300"/>
                    </a:cubicBezTo>
                    <a:close/>
                    <a:moveTo>
                      <a:pt x="53240" y="95917"/>
                    </a:moveTo>
                    <a:cubicBezTo>
                      <a:pt x="62825" y="95917"/>
                      <a:pt x="70891" y="92297"/>
                      <a:pt x="77439" y="84963"/>
                    </a:cubicBezTo>
                    <a:cubicBezTo>
                      <a:pt x="83987" y="77819"/>
                      <a:pt x="87309" y="68485"/>
                      <a:pt x="87309" y="57150"/>
                    </a:cubicBezTo>
                    <a:cubicBezTo>
                      <a:pt x="87309" y="45910"/>
                      <a:pt x="84082" y="36671"/>
                      <a:pt x="77439" y="29337"/>
                    </a:cubicBezTo>
                    <a:cubicBezTo>
                      <a:pt x="70891" y="22003"/>
                      <a:pt x="62825" y="18383"/>
                      <a:pt x="53240" y="18383"/>
                    </a:cubicBezTo>
                    <a:cubicBezTo>
                      <a:pt x="43465" y="18383"/>
                      <a:pt x="35303" y="22003"/>
                      <a:pt x="28755" y="29337"/>
                    </a:cubicBezTo>
                    <a:cubicBezTo>
                      <a:pt x="22397" y="36671"/>
                      <a:pt x="19170" y="45910"/>
                      <a:pt x="19170" y="57150"/>
                    </a:cubicBezTo>
                    <a:cubicBezTo>
                      <a:pt x="19170" y="68580"/>
                      <a:pt x="22397" y="77915"/>
                      <a:pt x="28755" y="85154"/>
                    </a:cubicBezTo>
                    <a:cubicBezTo>
                      <a:pt x="35398" y="92393"/>
                      <a:pt x="43465" y="95917"/>
                      <a:pt x="53240" y="9591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36"/>
              <p:cNvSpPr/>
              <p:nvPr/>
            </p:nvSpPr>
            <p:spPr>
              <a:xfrm>
                <a:off x="6251371" y="4636568"/>
                <a:ext cx="149848" cy="156876"/>
              </a:xfrm>
              <a:custGeom>
                <a:rect b="b" l="l" r="r" t="t"/>
                <a:pathLst>
                  <a:path extrusionOk="0" h="156876" w="149848">
                    <a:moveTo>
                      <a:pt x="20119" y="156877"/>
                    </a:moveTo>
                    <a:lnTo>
                      <a:pt x="0" y="156877"/>
                    </a:lnTo>
                    <a:lnTo>
                      <a:pt x="0" y="0"/>
                    </a:lnTo>
                    <a:lnTo>
                      <a:pt x="20119" y="0"/>
                    </a:lnTo>
                    <a:lnTo>
                      <a:pt x="74497" y="95536"/>
                    </a:lnTo>
                    <a:lnTo>
                      <a:pt x="75351" y="95536"/>
                    </a:lnTo>
                    <a:lnTo>
                      <a:pt x="129730" y="0"/>
                    </a:lnTo>
                    <a:lnTo>
                      <a:pt x="149849" y="0"/>
                    </a:lnTo>
                    <a:lnTo>
                      <a:pt x="149849" y="156877"/>
                    </a:lnTo>
                    <a:lnTo>
                      <a:pt x="129730" y="156877"/>
                    </a:lnTo>
                    <a:lnTo>
                      <a:pt x="129730" y="63722"/>
                    </a:lnTo>
                    <a:lnTo>
                      <a:pt x="130584" y="37433"/>
                    </a:lnTo>
                    <a:lnTo>
                      <a:pt x="129730" y="37433"/>
                    </a:lnTo>
                    <a:lnTo>
                      <a:pt x="80856" y="123539"/>
                    </a:lnTo>
                    <a:lnTo>
                      <a:pt x="69088" y="123539"/>
                    </a:lnTo>
                    <a:lnTo>
                      <a:pt x="20214" y="37433"/>
                    </a:lnTo>
                    <a:lnTo>
                      <a:pt x="19360" y="37433"/>
                    </a:lnTo>
                    <a:lnTo>
                      <a:pt x="20214" y="63722"/>
                    </a:lnTo>
                    <a:lnTo>
                      <a:pt x="20214" y="15687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36"/>
              <p:cNvSpPr/>
              <p:nvPr/>
            </p:nvSpPr>
            <p:spPr>
              <a:xfrm>
                <a:off x="6425515" y="4634759"/>
                <a:ext cx="28470" cy="158686"/>
              </a:xfrm>
              <a:custGeom>
                <a:rect b="b" l="l" r="r" t="t"/>
                <a:pathLst>
                  <a:path extrusionOk="0" h="158686" w="28470">
                    <a:moveTo>
                      <a:pt x="28470" y="14287"/>
                    </a:moveTo>
                    <a:cubicBezTo>
                      <a:pt x="28470" y="18193"/>
                      <a:pt x="27047" y="21622"/>
                      <a:pt x="24295" y="24384"/>
                    </a:cubicBezTo>
                    <a:cubicBezTo>
                      <a:pt x="21543" y="27146"/>
                      <a:pt x="18221" y="28575"/>
                      <a:pt x="14235" y="28575"/>
                    </a:cubicBezTo>
                    <a:cubicBezTo>
                      <a:pt x="10249" y="28575"/>
                      <a:pt x="6928" y="27146"/>
                      <a:pt x="4176" y="24384"/>
                    </a:cubicBezTo>
                    <a:cubicBezTo>
                      <a:pt x="1424" y="21622"/>
                      <a:pt x="0" y="18288"/>
                      <a:pt x="0" y="14287"/>
                    </a:cubicBezTo>
                    <a:cubicBezTo>
                      <a:pt x="0" y="10287"/>
                      <a:pt x="1424" y="6953"/>
                      <a:pt x="4176" y="4191"/>
                    </a:cubicBezTo>
                    <a:cubicBezTo>
                      <a:pt x="6928" y="1429"/>
                      <a:pt x="10249" y="0"/>
                      <a:pt x="14235" y="0"/>
                    </a:cubicBezTo>
                    <a:cubicBezTo>
                      <a:pt x="18221" y="0"/>
                      <a:pt x="21543" y="1429"/>
                      <a:pt x="24295" y="4191"/>
                    </a:cubicBezTo>
                    <a:cubicBezTo>
                      <a:pt x="27047" y="6953"/>
                      <a:pt x="28470" y="10287"/>
                      <a:pt x="28470" y="14287"/>
                    </a:cubicBezTo>
                    <a:close/>
                    <a:moveTo>
                      <a:pt x="24390" y="51340"/>
                    </a:moveTo>
                    <a:lnTo>
                      <a:pt x="24390" y="158687"/>
                    </a:lnTo>
                    <a:lnTo>
                      <a:pt x="4271" y="158687"/>
                    </a:lnTo>
                    <a:lnTo>
                      <a:pt x="4271" y="51340"/>
                    </a:lnTo>
                    <a:lnTo>
                      <a:pt x="24390" y="513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36"/>
              <p:cNvSpPr/>
              <p:nvPr/>
            </p:nvSpPr>
            <p:spPr>
              <a:xfrm>
                <a:off x="6473630" y="4682574"/>
                <a:ext cx="94806" cy="110775"/>
              </a:xfrm>
              <a:custGeom>
                <a:rect b="b" l="l" r="r" t="t"/>
                <a:pathLst>
                  <a:path extrusionOk="0" h="110775" w="94806">
                    <a:moveTo>
                      <a:pt x="95" y="3524"/>
                    </a:moveTo>
                    <a:lnTo>
                      <a:pt x="19265" y="3524"/>
                    </a:lnTo>
                    <a:lnTo>
                      <a:pt x="19265" y="18383"/>
                    </a:lnTo>
                    <a:lnTo>
                      <a:pt x="20119" y="18383"/>
                    </a:lnTo>
                    <a:cubicBezTo>
                      <a:pt x="23156" y="13145"/>
                      <a:pt x="27901" y="8763"/>
                      <a:pt x="34164" y="5239"/>
                    </a:cubicBezTo>
                    <a:cubicBezTo>
                      <a:pt x="40428" y="1715"/>
                      <a:pt x="47071" y="0"/>
                      <a:pt x="53904" y="0"/>
                    </a:cubicBezTo>
                    <a:cubicBezTo>
                      <a:pt x="67000" y="0"/>
                      <a:pt x="77060" y="3715"/>
                      <a:pt x="84177" y="11240"/>
                    </a:cubicBezTo>
                    <a:cubicBezTo>
                      <a:pt x="91200" y="18764"/>
                      <a:pt x="94806" y="29432"/>
                      <a:pt x="94806" y="43339"/>
                    </a:cubicBezTo>
                    <a:lnTo>
                      <a:pt x="94806" y="110776"/>
                    </a:lnTo>
                    <a:lnTo>
                      <a:pt x="74687" y="110776"/>
                    </a:lnTo>
                    <a:lnTo>
                      <a:pt x="74687" y="44577"/>
                    </a:lnTo>
                    <a:cubicBezTo>
                      <a:pt x="74213" y="27051"/>
                      <a:pt x="65482" y="18288"/>
                      <a:pt x="48305" y="18288"/>
                    </a:cubicBezTo>
                    <a:cubicBezTo>
                      <a:pt x="40333" y="18288"/>
                      <a:pt x="33595" y="21527"/>
                      <a:pt x="28186" y="28004"/>
                    </a:cubicBezTo>
                    <a:cubicBezTo>
                      <a:pt x="22776" y="34481"/>
                      <a:pt x="20119" y="42291"/>
                      <a:pt x="20119" y="51340"/>
                    </a:cubicBezTo>
                    <a:lnTo>
                      <a:pt x="20119" y="110681"/>
                    </a:lnTo>
                    <a:lnTo>
                      <a:pt x="0" y="110681"/>
                    </a:lnTo>
                    <a:lnTo>
                      <a:pt x="0" y="352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36"/>
              <p:cNvSpPr/>
              <p:nvPr/>
            </p:nvSpPr>
            <p:spPr>
              <a:xfrm>
                <a:off x="6584759" y="4636568"/>
                <a:ext cx="107428" cy="160305"/>
              </a:xfrm>
              <a:custGeom>
                <a:rect b="b" l="l" r="r" t="t"/>
                <a:pathLst>
                  <a:path extrusionOk="0" h="160305" w="107428">
                    <a:moveTo>
                      <a:pt x="50772" y="160306"/>
                    </a:moveTo>
                    <a:cubicBezTo>
                      <a:pt x="36822" y="160306"/>
                      <a:pt x="24769" y="154781"/>
                      <a:pt x="14805" y="143637"/>
                    </a:cubicBezTo>
                    <a:cubicBezTo>
                      <a:pt x="4935" y="132398"/>
                      <a:pt x="0" y="118872"/>
                      <a:pt x="0" y="103156"/>
                    </a:cubicBezTo>
                    <a:cubicBezTo>
                      <a:pt x="0" y="87440"/>
                      <a:pt x="4935" y="73914"/>
                      <a:pt x="14805" y="62675"/>
                    </a:cubicBezTo>
                    <a:cubicBezTo>
                      <a:pt x="24864" y="51530"/>
                      <a:pt x="36822" y="46006"/>
                      <a:pt x="50772" y="46006"/>
                    </a:cubicBezTo>
                    <a:cubicBezTo>
                      <a:pt x="58649" y="46006"/>
                      <a:pt x="65767" y="47720"/>
                      <a:pt x="72315" y="51054"/>
                    </a:cubicBezTo>
                    <a:cubicBezTo>
                      <a:pt x="78768" y="54388"/>
                      <a:pt x="83798" y="58865"/>
                      <a:pt x="87309" y="64389"/>
                    </a:cubicBezTo>
                    <a:lnTo>
                      <a:pt x="88163" y="64389"/>
                    </a:lnTo>
                    <a:lnTo>
                      <a:pt x="87309" y="49530"/>
                    </a:lnTo>
                    <a:lnTo>
                      <a:pt x="87309" y="0"/>
                    </a:lnTo>
                    <a:lnTo>
                      <a:pt x="107428" y="0"/>
                    </a:lnTo>
                    <a:lnTo>
                      <a:pt x="107428" y="156877"/>
                    </a:lnTo>
                    <a:lnTo>
                      <a:pt x="88258" y="156877"/>
                    </a:lnTo>
                    <a:lnTo>
                      <a:pt x="88258" y="142018"/>
                    </a:lnTo>
                    <a:lnTo>
                      <a:pt x="87404" y="142018"/>
                    </a:lnTo>
                    <a:cubicBezTo>
                      <a:pt x="83893" y="147542"/>
                      <a:pt x="78958" y="152019"/>
                      <a:pt x="72410" y="155353"/>
                    </a:cubicBezTo>
                    <a:cubicBezTo>
                      <a:pt x="65861" y="158687"/>
                      <a:pt x="58649" y="160306"/>
                      <a:pt x="50772" y="160306"/>
                    </a:cubicBezTo>
                    <a:close/>
                    <a:moveTo>
                      <a:pt x="54094" y="141923"/>
                    </a:moveTo>
                    <a:cubicBezTo>
                      <a:pt x="63963" y="141923"/>
                      <a:pt x="72030" y="138303"/>
                      <a:pt x="78293" y="131159"/>
                    </a:cubicBezTo>
                    <a:cubicBezTo>
                      <a:pt x="84842" y="124016"/>
                      <a:pt x="88163" y="114681"/>
                      <a:pt x="88163" y="103156"/>
                    </a:cubicBezTo>
                    <a:cubicBezTo>
                      <a:pt x="88163" y="91916"/>
                      <a:pt x="84842" y="82677"/>
                      <a:pt x="78293" y="75343"/>
                    </a:cubicBezTo>
                    <a:cubicBezTo>
                      <a:pt x="71935" y="68009"/>
                      <a:pt x="63774" y="64389"/>
                      <a:pt x="54094" y="64389"/>
                    </a:cubicBezTo>
                    <a:cubicBezTo>
                      <a:pt x="44509" y="64389"/>
                      <a:pt x="36442" y="68009"/>
                      <a:pt x="29894" y="75343"/>
                    </a:cubicBezTo>
                    <a:cubicBezTo>
                      <a:pt x="23346" y="82677"/>
                      <a:pt x="20024" y="91916"/>
                      <a:pt x="20024" y="103156"/>
                    </a:cubicBezTo>
                    <a:cubicBezTo>
                      <a:pt x="20024" y="114586"/>
                      <a:pt x="23346" y="123825"/>
                      <a:pt x="29894" y="130969"/>
                    </a:cubicBezTo>
                    <a:cubicBezTo>
                      <a:pt x="36347" y="138303"/>
                      <a:pt x="44414" y="141923"/>
                      <a:pt x="54094" y="14192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5" name="Google Shape;345;p36"/>
            <p:cNvGrpSpPr/>
            <p:nvPr/>
          </p:nvGrpSpPr>
          <p:grpSpPr>
            <a:xfrm>
              <a:off x="4965272" y="4619519"/>
              <a:ext cx="711757" cy="228504"/>
              <a:chOff x="4965272" y="4619519"/>
              <a:chExt cx="711757" cy="228504"/>
            </a:xfrm>
          </p:grpSpPr>
          <p:sp>
            <p:nvSpPr>
              <p:cNvPr id="346" name="Google Shape;346;p36"/>
              <p:cNvSpPr/>
              <p:nvPr/>
            </p:nvSpPr>
            <p:spPr>
              <a:xfrm>
                <a:off x="4965272" y="4619519"/>
                <a:ext cx="173004" cy="177355"/>
              </a:xfrm>
              <a:custGeom>
                <a:rect b="b" l="l" r="r" t="t"/>
                <a:pathLst>
                  <a:path extrusionOk="0" h="177355" w="173004">
                    <a:moveTo>
                      <a:pt x="90061" y="177356"/>
                    </a:moveTo>
                    <a:cubicBezTo>
                      <a:pt x="41092" y="177356"/>
                      <a:pt x="0" y="137541"/>
                      <a:pt x="0" y="88678"/>
                    </a:cubicBezTo>
                    <a:cubicBezTo>
                      <a:pt x="0" y="39815"/>
                      <a:pt x="41092" y="0"/>
                      <a:pt x="90061" y="0"/>
                    </a:cubicBezTo>
                    <a:cubicBezTo>
                      <a:pt x="117108" y="0"/>
                      <a:pt x="136373" y="10573"/>
                      <a:pt x="150893" y="24479"/>
                    </a:cubicBezTo>
                    <a:lnTo>
                      <a:pt x="133811" y="41529"/>
                    </a:lnTo>
                    <a:cubicBezTo>
                      <a:pt x="123371" y="31814"/>
                      <a:pt x="109326" y="24194"/>
                      <a:pt x="90061" y="24194"/>
                    </a:cubicBezTo>
                    <a:cubicBezTo>
                      <a:pt x="54378" y="24194"/>
                      <a:pt x="26383" y="52959"/>
                      <a:pt x="26383" y="88678"/>
                    </a:cubicBezTo>
                    <a:cubicBezTo>
                      <a:pt x="26383" y="124397"/>
                      <a:pt x="54283" y="153162"/>
                      <a:pt x="90061" y="153162"/>
                    </a:cubicBezTo>
                    <a:cubicBezTo>
                      <a:pt x="113217" y="153162"/>
                      <a:pt x="126408" y="143828"/>
                      <a:pt x="134854" y="135446"/>
                    </a:cubicBezTo>
                    <a:cubicBezTo>
                      <a:pt x="141782" y="128492"/>
                      <a:pt x="146338" y="118586"/>
                      <a:pt x="148046" y="104966"/>
                    </a:cubicBezTo>
                    <a:lnTo>
                      <a:pt x="90061" y="104966"/>
                    </a:lnTo>
                    <a:lnTo>
                      <a:pt x="90061" y="80677"/>
                    </a:lnTo>
                    <a:lnTo>
                      <a:pt x="171676" y="80677"/>
                    </a:lnTo>
                    <a:cubicBezTo>
                      <a:pt x="172530" y="84963"/>
                      <a:pt x="173005" y="90202"/>
                      <a:pt x="173005" y="95822"/>
                    </a:cubicBezTo>
                    <a:cubicBezTo>
                      <a:pt x="173005" y="114014"/>
                      <a:pt x="167975" y="136493"/>
                      <a:pt x="152032" y="152495"/>
                    </a:cubicBezTo>
                    <a:cubicBezTo>
                      <a:pt x="136373" y="168688"/>
                      <a:pt x="116444" y="177356"/>
                      <a:pt x="90061" y="1773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36"/>
              <p:cNvSpPr/>
              <p:nvPr/>
            </p:nvSpPr>
            <p:spPr>
              <a:xfrm>
                <a:off x="5151847" y="4682669"/>
                <a:ext cx="112552" cy="114109"/>
              </a:xfrm>
              <a:custGeom>
                <a:rect b="b" l="l" r="r" t="t"/>
                <a:pathLst>
                  <a:path extrusionOk="0" h="114109" w="112552">
                    <a:moveTo>
                      <a:pt x="112553" y="57055"/>
                    </a:moveTo>
                    <a:cubicBezTo>
                      <a:pt x="112553" y="89916"/>
                      <a:pt x="87214" y="114110"/>
                      <a:pt x="56276" y="114110"/>
                    </a:cubicBezTo>
                    <a:cubicBezTo>
                      <a:pt x="25339" y="114110"/>
                      <a:pt x="0" y="89916"/>
                      <a:pt x="0" y="57055"/>
                    </a:cubicBezTo>
                    <a:cubicBezTo>
                      <a:pt x="0" y="24003"/>
                      <a:pt x="25339"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631"/>
                      <a:pt x="87878" y="77438"/>
                      <a:pt x="87878" y="570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36"/>
              <p:cNvSpPr/>
              <p:nvPr/>
            </p:nvSpPr>
            <p:spPr>
              <a:xfrm>
                <a:off x="5278160" y="4682669"/>
                <a:ext cx="112552" cy="114109"/>
              </a:xfrm>
              <a:custGeom>
                <a:rect b="b" l="l" r="r" t="t"/>
                <a:pathLst>
                  <a:path extrusionOk="0" h="114109" w="112552">
                    <a:moveTo>
                      <a:pt x="112553" y="57055"/>
                    </a:moveTo>
                    <a:cubicBezTo>
                      <a:pt x="112553" y="89916"/>
                      <a:pt x="87309" y="114110"/>
                      <a:pt x="56276" y="114110"/>
                    </a:cubicBezTo>
                    <a:cubicBezTo>
                      <a:pt x="25244" y="114110"/>
                      <a:pt x="0" y="89916"/>
                      <a:pt x="0" y="57055"/>
                    </a:cubicBezTo>
                    <a:cubicBezTo>
                      <a:pt x="0" y="24003"/>
                      <a:pt x="25244"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726"/>
                      <a:pt x="87878" y="77438"/>
                      <a:pt x="87878" y="570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36"/>
              <p:cNvSpPr/>
              <p:nvPr/>
            </p:nvSpPr>
            <p:spPr>
              <a:xfrm>
                <a:off x="5404284" y="4682574"/>
                <a:ext cx="109515" cy="165449"/>
              </a:xfrm>
              <a:custGeom>
                <a:rect b="b" l="l" r="r" t="t"/>
                <a:pathLst>
                  <a:path extrusionOk="0" h="165449" w="109515">
                    <a:moveTo>
                      <a:pt x="109516" y="3524"/>
                    </a:moveTo>
                    <a:lnTo>
                      <a:pt x="109516" y="106013"/>
                    </a:lnTo>
                    <a:cubicBezTo>
                      <a:pt x="109516" y="148209"/>
                      <a:pt x="84652" y="165449"/>
                      <a:pt x="55232" y="165449"/>
                    </a:cubicBezTo>
                    <a:cubicBezTo>
                      <a:pt x="27521" y="165449"/>
                      <a:pt x="10819" y="146876"/>
                      <a:pt x="4555" y="131731"/>
                    </a:cubicBezTo>
                    <a:lnTo>
                      <a:pt x="26383" y="122682"/>
                    </a:lnTo>
                    <a:cubicBezTo>
                      <a:pt x="30273" y="132017"/>
                      <a:pt x="39764" y="142970"/>
                      <a:pt x="55138" y="142970"/>
                    </a:cubicBezTo>
                    <a:cubicBezTo>
                      <a:pt x="73928" y="142970"/>
                      <a:pt x="85696" y="131255"/>
                      <a:pt x="85696" y="109442"/>
                    </a:cubicBezTo>
                    <a:lnTo>
                      <a:pt x="85696" y="101251"/>
                    </a:lnTo>
                    <a:lnTo>
                      <a:pt x="84842" y="101251"/>
                    </a:lnTo>
                    <a:cubicBezTo>
                      <a:pt x="79242" y="108204"/>
                      <a:pt x="68424" y="114205"/>
                      <a:pt x="54758" y="114205"/>
                    </a:cubicBezTo>
                    <a:cubicBezTo>
                      <a:pt x="26193" y="114205"/>
                      <a:pt x="0" y="89345"/>
                      <a:pt x="0" y="57341"/>
                    </a:cubicBezTo>
                    <a:cubicBezTo>
                      <a:pt x="0" y="25146"/>
                      <a:pt x="26193" y="0"/>
                      <a:pt x="54758" y="0"/>
                    </a:cubicBezTo>
                    <a:cubicBezTo>
                      <a:pt x="68424" y="0"/>
                      <a:pt x="79242" y="6096"/>
                      <a:pt x="84842" y="12764"/>
                    </a:cubicBezTo>
                    <a:lnTo>
                      <a:pt x="85696" y="12764"/>
                    </a:lnTo>
                    <a:lnTo>
                      <a:pt x="85696" y="3524"/>
                    </a:lnTo>
                    <a:lnTo>
                      <a:pt x="109516" y="3524"/>
                    </a:lnTo>
                    <a:close/>
                    <a:moveTo>
                      <a:pt x="87404" y="57436"/>
                    </a:moveTo>
                    <a:cubicBezTo>
                      <a:pt x="87404" y="37338"/>
                      <a:pt x="74023" y="22574"/>
                      <a:pt x="56846" y="22574"/>
                    </a:cubicBezTo>
                    <a:cubicBezTo>
                      <a:pt x="39574" y="22574"/>
                      <a:pt x="25054" y="37243"/>
                      <a:pt x="25054" y="57436"/>
                    </a:cubicBezTo>
                    <a:cubicBezTo>
                      <a:pt x="25054" y="77343"/>
                      <a:pt x="39574" y="91821"/>
                      <a:pt x="56846" y="91821"/>
                    </a:cubicBezTo>
                    <a:cubicBezTo>
                      <a:pt x="74023" y="91821"/>
                      <a:pt x="87404" y="77343"/>
                      <a:pt x="87404" y="5743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36"/>
              <p:cNvSpPr/>
              <p:nvPr/>
            </p:nvSpPr>
            <p:spPr>
              <a:xfrm>
                <a:off x="5532590" y="4625614"/>
                <a:ext cx="25148" cy="167830"/>
              </a:xfrm>
              <a:custGeom>
                <a:rect b="b" l="l" r="r" t="t"/>
                <a:pathLst>
                  <a:path extrusionOk="0" h="167830" w="25148">
                    <a:moveTo>
                      <a:pt x="25149" y="0"/>
                    </a:moveTo>
                    <a:lnTo>
                      <a:pt x="25149" y="167831"/>
                    </a:lnTo>
                    <a:lnTo>
                      <a:pt x="0" y="167831"/>
                    </a:lnTo>
                    <a:lnTo>
                      <a:pt x="0" y="0"/>
                    </a:lnTo>
                    <a:lnTo>
                      <a:pt x="25149"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36"/>
              <p:cNvSpPr/>
              <p:nvPr/>
            </p:nvSpPr>
            <p:spPr>
              <a:xfrm>
                <a:off x="5572354" y="4682764"/>
                <a:ext cx="104675" cy="114109"/>
              </a:xfrm>
              <a:custGeom>
                <a:rect b="b" l="l" r="r" t="t"/>
                <a:pathLst>
                  <a:path extrusionOk="0" h="114109" w="104675">
                    <a:moveTo>
                      <a:pt x="84082" y="75819"/>
                    </a:moveTo>
                    <a:lnTo>
                      <a:pt x="103537" y="88773"/>
                    </a:lnTo>
                    <a:cubicBezTo>
                      <a:pt x="97274" y="98108"/>
                      <a:pt x="82089" y="114110"/>
                      <a:pt x="55897" y="114110"/>
                    </a:cubicBezTo>
                    <a:cubicBezTo>
                      <a:pt x="23441" y="114110"/>
                      <a:pt x="0" y="89059"/>
                      <a:pt x="0" y="57055"/>
                    </a:cubicBezTo>
                    <a:cubicBezTo>
                      <a:pt x="0" y="23146"/>
                      <a:pt x="23630" y="0"/>
                      <a:pt x="53145" y="0"/>
                    </a:cubicBezTo>
                    <a:cubicBezTo>
                      <a:pt x="82754" y="0"/>
                      <a:pt x="97274" y="23527"/>
                      <a:pt x="102019" y="36290"/>
                    </a:cubicBezTo>
                    <a:lnTo>
                      <a:pt x="104676" y="42767"/>
                    </a:lnTo>
                    <a:lnTo>
                      <a:pt x="28280" y="74390"/>
                    </a:lnTo>
                    <a:cubicBezTo>
                      <a:pt x="34164" y="85820"/>
                      <a:pt x="43180" y="91726"/>
                      <a:pt x="55992" y="91726"/>
                    </a:cubicBezTo>
                    <a:cubicBezTo>
                      <a:pt x="68708" y="91631"/>
                      <a:pt x="77629" y="85344"/>
                      <a:pt x="84082" y="75819"/>
                    </a:cubicBezTo>
                    <a:close/>
                    <a:moveTo>
                      <a:pt x="24200" y="55245"/>
                    </a:moveTo>
                    <a:lnTo>
                      <a:pt x="75257" y="34100"/>
                    </a:lnTo>
                    <a:cubicBezTo>
                      <a:pt x="72410" y="26956"/>
                      <a:pt x="63963" y="22003"/>
                      <a:pt x="53999" y="22003"/>
                    </a:cubicBezTo>
                    <a:cubicBezTo>
                      <a:pt x="41282" y="22003"/>
                      <a:pt x="23535" y="33242"/>
                      <a:pt x="24200" y="552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c Content - Closing slide w/speakers">
  <p:cSld name="BLANK_1_2_1_1_1_1_1_1_1_1_1_1_1_1_1_1_2_1_1">
    <p:spTree>
      <p:nvGrpSpPr>
        <p:cNvPr id="352" name="Shape 352"/>
        <p:cNvGrpSpPr/>
        <p:nvPr/>
      </p:nvGrpSpPr>
      <p:grpSpPr>
        <a:xfrm>
          <a:off x="0" y="0"/>
          <a:ext cx="0" cy="0"/>
          <a:chOff x="0" y="0"/>
          <a:chExt cx="0" cy="0"/>
        </a:xfrm>
      </p:grpSpPr>
      <p:sp>
        <p:nvSpPr>
          <p:cNvPr id="353" name="Google Shape;353;p37"/>
          <p:cNvSpPr txBox="1"/>
          <p:nvPr>
            <p:ph idx="12" type="sldNum"/>
          </p:nvPr>
        </p:nvSpPr>
        <p:spPr>
          <a:xfrm>
            <a:off x="8771700" y="4874225"/>
            <a:ext cx="372300" cy="92400"/>
          </a:xfrm>
          <a:prstGeom prst="rect">
            <a:avLst/>
          </a:prstGeom>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
        <p:nvSpPr>
          <p:cNvPr id="354" name="Google Shape;354;p37"/>
          <p:cNvSpPr txBox="1"/>
          <p:nvPr>
            <p:ph type="title"/>
          </p:nvPr>
        </p:nvSpPr>
        <p:spPr>
          <a:xfrm>
            <a:off x="457200" y="1535475"/>
            <a:ext cx="5458800" cy="2074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600"/>
              <a:buNone/>
              <a:defRPr sz="5600"/>
            </a:lvl1pPr>
            <a:lvl2pPr lvl="1">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2pPr>
            <a:lvl3pPr lvl="2">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3pPr>
            <a:lvl4pPr lvl="3">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4pPr>
            <a:lvl5pPr lvl="4">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5pPr>
            <a:lvl6pPr lvl="5">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6pPr>
            <a:lvl7pPr lvl="6">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7pPr>
            <a:lvl8pPr lvl="7">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8pPr>
            <a:lvl9pPr lvl="8">
              <a:lnSpc>
                <a:spcPct val="90000"/>
              </a:lnSpc>
              <a:spcBef>
                <a:spcPts val="0"/>
              </a:spcBef>
              <a:spcAft>
                <a:spcPts val="0"/>
              </a:spcAft>
              <a:buSzPts val="5600"/>
              <a:buFont typeface="Google Sans Medium"/>
              <a:buNone/>
              <a:defRPr sz="5600">
                <a:latin typeface="Google Sans Medium"/>
                <a:ea typeface="Google Sans Medium"/>
                <a:cs typeface="Google Sans Medium"/>
                <a:sym typeface="Google Sans Medium"/>
              </a:defRPr>
            </a:lvl9pPr>
          </a:lstStyle>
          <a:p/>
        </p:txBody>
      </p:sp>
      <p:grpSp>
        <p:nvGrpSpPr>
          <p:cNvPr id="355" name="Google Shape;355;p37"/>
          <p:cNvGrpSpPr/>
          <p:nvPr/>
        </p:nvGrpSpPr>
        <p:grpSpPr>
          <a:xfrm>
            <a:off x="457195" y="457194"/>
            <a:ext cx="627759" cy="628705"/>
            <a:chOff x="465416" y="478859"/>
            <a:chExt cx="1527766" cy="1530069"/>
          </a:xfrm>
        </p:grpSpPr>
        <p:sp>
          <p:nvSpPr>
            <p:cNvPr id="356" name="Google Shape;356;p37"/>
            <p:cNvSpPr/>
            <p:nvPr/>
          </p:nvSpPr>
          <p:spPr>
            <a:xfrm>
              <a:off x="736855" y="478859"/>
              <a:ext cx="1256327" cy="1426803"/>
            </a:xfrm>
            <a:custGeom>
              <a:rect b="b" l="l" r="r" t="t"/>
              <a:pathLst>
                <a:path extrusionOk="0" h="1426803" w="1256327">
                  <a:moveTo>
                    <a:pt x="501104" y="0"/>
                  </a:moveTo>
                  <a:cubicBezTo>
                    <a:pt x="175435" y="0"/>
                    <a:pt x="-19354" y="270060"/>
                    <a:pt x="1526" y="533744"/>
                  </a:cubicBezTo>
                  <a:cubicBezTo>
                    <a:pt x="10947" y="653091"/>
                    <a:pt x="69511" y="768611"/>
                    <a:pt x="166269" y="858886"/>
                  </a:cubicBezTo>
                  <a:cubicBezTo>
                    <a:pt x="202173" y="892294"/>
                    <a:pt x="241129" y="920092"/>
                    <a:pt x="281363" y="941767"/>
                  </a:cubicBezTo>
                  <a:cubicBezTo>
                    <a:pt x="250296" y="904789"/>
                    <a:pt x="228907" y="859398"/>
                    <a:pt x="220760" y="809670"/>
                  </a:cubicBezTo>
                  <a:cubicBezTo>
                    <a:pt x="199117" y="677062"/>
                    <a:pt x="286454" y="481976"/>
                    <a:pt x="509763" y="481976"/>
                  </a:cubicBezTo>
                  <a:cubicBezTo>
                    <a:pt x="749877" y="481976"/>
                    <a:pt x="1014432" y="710724"/>
                    <a:pt x="1036586" y="991749"/>
                  </a:cubicBezTo>
                  <a:cubicBezTo>
                    <a:pt x="1050336" y="1163627"/>
                    <a:pt x="985150" y="1318677"/>
                    <a:pt x="875150" y="1426804"/>
                  </a:cubicBezTo>
                  <a:cubicBezTo>
                    <a:pt x="1103296" y="1294449"/>
                    <a:pt x="1256327" y="1047599"/>
                    <a:pt x="1256327" y="765041"/>
                  </a:cubicBezTo>
                  <a:cubicBezTo>
                    <a:pt x="1256327" y="459280"/>
                    <a:pt x="1077070" y="195341"/>
                    <a:pt x="818115" y="72934"/>
                  </a:cubicBezTo>
                  <a:cubicBezTo>
                    <a:pt x="722631" y="27542"/>
                    <a:pt x="609068" y="0"/>
                    <a:pt x="501104"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37"/>
            <p:cNvSpPr/>
            <p:nvPr/>
          </p:nvSpPr>
          <p:spPr>
            <a:xfrm>
              <a:off x="465416" y="582125"/>
              <a:ext cx="1256329" cy="1426803"/>
            </a:xfrm>
            <a:custGeom>
              <a:rect b="b" l="l" r="r" t="t"/>
              <a:pathLst>
                <a:path extrusionOk="0" h="1426803" w="1256329">
                  <a:moveTo>
                    <a:pt x="755223" y="1426803"/>
                  </a:moveTo>
                  <a:cubicBezTo>
                    <a:pt x="1080892" y="1426803"/>
                    <a:pt x="1275681" y="1156741"/>
                    <a:pt x="1254804" y="893059"/>
                  </a:cubicBezTo>
                  <a:cubicBezTo>
                    <a:pt x="1245380" y="773712"/>
                    <a:pt x="1186817" y="658192"/>
                    <a:pt x="1090059" y="567917"/>
                  </a:cubicBezTo>
                  <a:cubicBezTo>
                    <a:pt x="1054155" y="534509"/>
                    <a:pt x="1015198" y="506711"/>
                    <a:pt x="974968" y="485036"/>
                  </a:cubicBezTo>
                  <a:cubicBezTo>
                    <a:pt x="1006032" y="522014"/>
                    <a:pt x="1027420" y="567405"/>
                    <a:pt x="1035567" y="617133"/>
                  </a:cubicBezTo>
                  <a:cubicBezTo>
                    <a:pt x="1057210" y="749742"/>
                    <a:pt x="969873" y="944828"/>
                    <a:pt x="746568" y="944828"/>
                  </a:cubicBezTo>
                  <a:cubicBezTo>
                    <a:pt x="506454" y="944828"/>
                    <a:pt x="241896" y="716079"/>
                    <a:pt x="219743" y="435054"/>
                  </a:cubicBezTo>
                  <a:cubicBezTo>
                    <a:pt x="205993" y="263173"/>
                    <a:pt x="271178" y="108126"/>
                    <a:pt x="381177" y="0"/>
                  </a:cubicBezTo>
                  <a:cubicBezTo>
                    <a:pt x="153031" y="132352"/>
                    <a:pt x="0" y="379205"/>
                    <a:pt x="0" y="661762"/>
                  </a:cubicBezTo>
                  <a:cubicBezTo>
                    <a:pt x="0" y="967523"/>
                    <a:pt x="179258" y="1231463"/>
                    <a:pt x="438213" y="1353868"/>
                  </a:cubicBezTo>
                  <a:cubicBezTo>
                    <a:pt x="533700" y="1399260"/>
                    <a:pt x="647263" y="1426803"/>
                    <a:pt x="755223" y="142680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58" name="Google Shape;358;p37"/>
          <p:cNvSpPr/>
          <p:nvPr>
            <p:ph idx="2" type="pic"/>
          </p:nvPr>
        </p:nvSpPr>
        <p:spPr>
          <a:xfrm>
            <a:off x="6691600" y="1535475"/>
            <a:ext cx="513600" cy="513900"/>
          </a:xfrm>
          <a:prstGeom prst="ellipse">
            <a:avLst/>
          </a:prstGeom>
          <a:noFill/>
          <a:ln>
            <a:noFill/>
          </a:ln>
        </p:spPr>
      </p:sp>
      <p:sp>
        <p:nvSpPr>
          <p:cNvPr id="359" name="Google Shape;359;p37"/>
          <p:cNvSpPr txBox="1"/>
          <p:nvPr>
            <p:ph idx="1" type="subTitle"/>
          </p:nvPr>
        </p:nvSpPr>
        <p:spPr>
          <a:xfrm>
            <a:off x="7271275" y="1535475"/>
            <a:ext cx="1415400" cy="513900"/>
          </a:xfrm>
          <a:prstGeom prst="rect">
            <a:avLst/>
          </a:prstGeom>
        </p:spPr>
        <p:txBody>
          <a:bodyPr anchorCtr="0" anchor="ctr"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37"/>
          <p:cNvSpPr/>
          <p:nvPr>
            <p:ph idx="3" type="pic"/>
          </p:nvPr>
        </p:nvSpPr>
        <p:spPr>
          <a:xfrm>
            <a:off x="6691600" y="2125575"/>
            <a:ext cx="513600" cy="513900"/>
          </a:xfrm>
          <a:prstGeom prst="ellipse">
            <a:avLst/>
          </a:prstGeom>
          <a:noFill/>
          <a:ln>
            <a:noFill/>
          </a:ln>
        </p:spPr>
      </p:sp>
      <p:sp>
        <p:nvSpPr>
          <p:cNvPr id="361" name="Google Shape;361;p37"/>
          <p:cNvSpPr txBox="1"/>
          <p:nvPr>
            <p:ph idx="4" type="subTitle"/>
          </p:nvPr>
        </p:nvSpPr>
        <p:spPr>
          <a:xfrm>
            <a:off x="7271275" y="2125575"/>
            <a:ext cx="1415400" cy="513900"/>
          </a:xfrm>
          <a:prstGeom prst="rect">
            <a:avLst/>
          </a:prstGeom>
        </p:spPr>
        <p:txBody>
          <a:bodyPr anchorCtr="0" anchor="ctr"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2" name="Google Shape;362;p37"/>
          <p:cNvSpPr/>
          <p:nvPr>
            <p:ph idx="5" type="pic"/>
          </p:nvPr>
        </p:nvSpPr>
        <p:spPr>
          <a:xfrm>
            <a:off x="6691600" y="2715675"/>
            <a:ext cx="513600" cy="513900"/>
          </a:xfrm>
          <a:prstGeom prst="ellipse">
            <a:avLst/>
          </a:prstGeom>
          <a:noFill/>
          <a:ln>
            <a:noFill/>
          </a:ln>
        </p:spPr>
      </p:sp>
      <p:sp>
        <p:nvSpPr>
          <p:cNvPr id="363" name="Google Shape;363;p37"/>
          <p:cNvSpPr txBox="1"/>
          <p:nvPr>
            <p:ph idx="6" type="subTitle"/>
          </p:nvPr>
        </p:nvSpPr>
        <p:spPr>
          <a:xfrm>
            <a:off x="7271275" y="2715675"/>
            <a:ext cx="1415400" cy="513900"/>
          </a:xfrm>
          <a:prstGeom prst="rect">
            <a:avLst/>
          </a:prstGeom>
        </p:spPr>
        <p:txBody>
          <a:bodyPr anchorCtr="0" anchor="ctr"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37"/>
          <p:cNvSpPr/>
          <p:nvPr>
            <p:ph idx="7" type="pic"/>
          </p:nvPr>
        </p:nvSpPr>
        <p:spPr>
          <a:xfrm>
            <a:off x="6691600" y="3305775"/>
            <a:ext cx="513600" cy="513900"/>
          </a:xfrm>
          <a:prstGeom prst="ellipse">
            <a:avLst/>
          </a:prstGeom>
          <a:noFill/>
          <a:ln>
            <a:noFill/>
          </a:ln>
        </p:spPr>
      </p:sp>
      <p:sp>
        <p:nvSpPr>
          <p:cNvPr id="365" name="Google Shape;365;p37"/>
          <p:cNvSpPr txBox="1"/>
          <p:nvPr>
            <p:ph idx="8" type="subTitle"/>
          </p:nvPr>
        </p:nvSpPr>
        <p:spPr>
          <a:xfrm>
            <a:off x="7271275" y="3305775"/>
            <a:ext cx="1415400" cy="513900"/>
          </a:xfrm>
          <a:prstGeom prst="rect">
            <a:avLst/>
          </a:prstGeom>
        </p:spPr>
        <p:txBody>
          <a:bodyPr anchorCtr="0" anchor="ctr"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6" name="Google Shape;366;p37"/>
          <p:cNvSpPr/>
          <p:nvPr>
            <p:ph idx="9" type="pic"/>
          </p:nvPr>
        </p:nvSpPr>
        <p:spPr>
          <a:xfrm>
            <a:off x="6691600" y="3895875"/>
            <a:ext cx="513600" cy="513900"/>
          </a:xfrm>
          <a:prstGeom prst="ellipse">
            <a:avLst/>
          </a:prstGeom>
          <a:noFill/>
          <a:ln>
            <a:noFill/>
          </a:ln>
        </p:spPr>
      </p:sp>
      <p:sp>
        <p:nvSpPr>
          <p:cNvPr id="367" name="Google Shape;367;p37"/>
          <p:cNvSpPr txBox="1"/>
          <p:nvPr>
            <p:ph idx="13" type="subTitle"/>
          </p:nvPr>
        </p:nvSpPr>
        <p:spPr>
          <a:xfrm>
            <a:off x="7271275" y="3895875"/>
            <a:ext cx="1415400" cy="513900"/>
          </a:xfrm>
          <a:prstGeom prst="rect">
            <a:avLst/>
          </a:prstGeom>
        </p:spPr>
        <p:txBody>
          <a:bodyPr anchorCtr="0" anchor="ctr"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368" name="Google Shape;368;p37"/>
          <p:cNvGrpSpPr/>
          <p:nvPr/>
        </p:nvGrpSpPr>
        <p:grpSpPr>
          <a:xfrm>
            <a:off x="457102" y="4530145"/>
            <a:ext cx="1532637" cy="202797"/>
            <a:chOff x="4965272" y="4619519"/>
            <a:chExt cx="1726915" cy="228504"/>
          </a:xfrm>
        </p:grpSpPr>
        <p:grpSp>
          <p:nvGrpSpPr>
            <p:cNvPr id="369" name="Google Shape;369;p37"/>
            <p:cNvGrpSpPr/>
            <p:nvPr/>
          </p:nvGrpSpPr>
          <p:grpSpPr>
            <a:xfrm>
              <a:off x="5743461" y="4634759"/>
              <a:ext cx="948726" cy="205929"/>
              <a:chOff x="5743461" y="4634759"/>
              <a:chExt cx="948726" cy="205929"/>
            </a:xfrm>
          </p:grpSpPr>
          <p:sp>
            <p:nvSpPr>
              <p:cNvPr id="370" name="Google Shape;370;p37"/>
              <p:cNvSpPr/>
              <p:nvPr/>
            </p:nvSpPr>
            <p:spPr>
              <a:xfrm>
                <a:off x="5743461" y="4636568"/>
                <a:ext cx="127072" cy="156972"/>
              </a:xfrm>
              <a:custGeom>
                <a:rect b="b" l="l" r="r" t="t"/>
                <a:pathLst>
                  <a:path extrusionOk="0" h="156972" w="127072">
                    <a:moveTo>
                      <a:pt x="0" y="156877"/>
                    </a:moveTo>
                    <a:lnTo>
                      <a:pt x="0" y="0"/>
                    </a:lnTo>
                    <a:lnTo>
                      <a:pt x="47830" y="0"/>
                    </a:lnTo>
                    <a:cubicBezTo>
                      <a:pt x="71650" y="0"/>
                      <a:pt x="90915" y="7239"/>
                      <a:pt x="105340" y="21717"/>
                    </a:cubicBezTo>
                    <a:cubicBezTo>
                      <a:pt x="119860" y="36195"/>
                      <a:pt x="127073" y="55055"/>
                      <a:pt x="127073" y="78486"/>
                    </a:cubicBezTo>
                    <a:cubicBezTo>
                      <a:pt x="127073" y="102013"/>
                      <a:pt x="119860" y="120968"/>
                      <a:pt x="105340" y="135350"/>
                    </a:cubicBezTo>
                    <a:cubicBezTo>
                      <a:pt x="90820" y="149733"/>
                      <a:pt x="71650" y="156972"/>
                      <a:pt x="47830" y="156972"/>
                    </a:cubicBezTo>
                    <a:lnTo>
                      <a:pt x="0" y="156972"/>
                    </a:lnTo>
                    <a:close/>
                    <a:moveTo>
                      <a:pt x="20119" y="19241"/>
                    </a:moveTo>
                    <a:lnTo>
                      <a:pt x="20119" y="137541"/>
                    </a:lnTo>
                    <a:lnTo>
                      <a:pt x="47830" y="137541"/>
                    </a:lnTo>
                    <a:cubicBezTo>
                      <a:pt x="66051" y="137541"/>
                      <a:pt x="80381" y="132302"/>
                      <a:pt x="90820" y="121920"/>
                    </a:cubicBezTo>
                    <a:cubicBezTo>
                      <a:pt x="101259" y="111443"/>
                      <a:pt x="106574" y="96965"/>
                      <a:pt x="106574" y="78391"/>
                    </a:cubicBezTo>
                    <a:cubicBezTo>
                      <a:pt x="106574" y="60008"/>
                      <a:pt x="101354" y="45530"/>
                      <a:pt x="90820" y="35052"/>
                    </a:cubicBezTo>
                    <a:cubicBezTo>
                      <a:pt x="80381" y="24575"/>
                      <a:pt x="66051" y="19241"/>
                      <a:pt x="47830" y="19241"/>
                    </a:cubicBezTo>
                    <a:lnTo>
                      <a:pt x="20119" y="1924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37"/>
              <p:cNvSpPr/>
              <p:nvPr/>
            </p:nvSpPr>
            <p:spPr>
              <a:xfrm>
                <a:off x="5884484"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3" y="0"/>
                      <a:pt x="81235" y="5143"/>
                      <a:pt x="90631" y="15430"/>
                    </a:cubicBezTo>
                    <a:cubicBezTo>
                      <a:pt x="100026" y="25717"/>
                      <a:pt x="104676" y="40196"/>
                      <a:pt x="104676" y="58674"/>
                    </a:cubicBezTo>
                    <a:lnTo>
                      <a:pt x="104486" y="60865"/>
                    </a:lnTo>
                    <a:lnTo>
                      <a:pt x="20499" y="60865"/>
                    </a:lnTo>
                    <a:cubicBezTo>
                      <a:pt x="20783" y="71342"/>
                      <a:pt x="24295" y="79820"/>
                      <a:pt x="30938" y="86297"/>
                    </a:cubicBezTo>
                    <a:cubicBezTo>
                      <a:pt x="37676" y="92678"/>
                      <a:pt x="45647" y="95917"/>
                      <a:pt x="54948" y="95917"/>
                    </a:cubicBezTo>
                    <a:cubicBezTo>
                      <a:pt x="67759" y="95917"/>
                      <a:pt x="77819" y="89535"/>
                      <a:pt x="85031" y="76676"/>
                    </a:cubicBezTo>
                    <a:lnTo>
                      <a:pt x="102968" y="85439"/>
                    </a:lnTo>
                    <a:cubicBezTo>
                      <a:pt x="98128" y="94488"/>
                      <a:pt x="91485" y="101537"/>
                      <a:pt x="83038" y="106680"/>
                    </a:cubicBezTo>
                    <a:cubicBezTo>
                      <a:pt x="74497" y="111728"/>
                      <a:pt x="64912" y="114300"/>
                      <a:pt x="54094" y="114300"/>
                    </a:cubicBezTo>
                    <a:close/>
                    <a:moveTo>
                      <a:pt x="22017" y="44196"/>
                    </a:moveTo>
                    <a:lnTo>
                      <a:pt x="83323" y="44196"/>
                    </a:lnTo>
                    <a:cubicBezTo>
                      <a:pt x="82754" y="36766"/>
                      <a:pt x="79717" y="30575"/>
                      <a:pt x="74213" y="25717"/>
                    </a:cubicBezTo>
                    <a:cubicBezTo>
                      <a:pt x="68708" y="20860"/>
                      <a:pt x="61401" y="18383"/>
                      <a:pt x="52291" y="18383"/>
                    </a:cubicBezTo>
                    <a:cubicBezTo>
                      <a:pt x="44698" y="18383"/>
                      <a:pt x="38245" y="20765"/>
                      <a:pt x="32741" y="25432"/>
                    </a:cubicBezTo>
                    <a:cubicBezTo>
                      <a:pt x="27331" y="30099"/>
                      <a:pt x="23725" y="36385"/>
                      <a:pt x="22017" y="4419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37"/>
              <p:cNvSpPr/>
              <p:nvPr/>
            </p:nvSpPr>
            <p:spPr>
              <a:xfrm>
                <a:off x="6000927" y="4682574"/>
                <a:ext cx="104675" cy="114300"/>
              </a:xfrm>
              <a:custGeom>
                <a:rect b="b" l="l" r="r" t="t"/>
                <a:pathLst>
                  <a:path extrusionOk="0" h="114300" w="104675">
                    <a:moveTo>
                      <a:pt x="54094" y="114300"/>
                    </a:moveTo>
                    <a:cubicBezTo>
                      <a:pt x="38340" y="114300"/>
                      <a:pt x="25433" y="108871"/>
                      <a:pt x="15279" y="98108"/>
                    </a:cubicBezTo>
                    <a:cubicBezTo>
                      <a:pt x="5125" y="87344"/>
                      <a:pt x="0" y="73628"/>
                      <a:pt x="0" y="57150"/>
                    </a:cubicBezTo>
                    <a:cubicBezTo>
                      <a:pt x="0" y="40767"/>
                      <a:pt x="4935" y="27146"/>
                      <a:pt x="14805" y="16288"/>
                    </a:cubicBezTo>
                    <a:cubicBezTo>
                      <a:pt x="24674" y="5429"/>
                      <a:pt x="37391" y="0"/>
                      <a:pt x="52765" y="0"/>
                    </a:cubicBezTo>
                    <a:cubicBezTo>
                      <a:pt x="68614" y="0"/>
                      <a:pt x="81235" y="5143"/>
                      <a:pt x="90631" y="15430"/>
                    </a:cubicBezTo>
                    <a:cubicBezTo>
                      <a:pt x="100026" y="25717"/>
                      <a:pt x="104676" y="40196"/>
                      <a:pt x="104676" y="58674"/>
                    </a:cubicBezTo>
                    <a:lnTo>
                      <a:pt x="104486" y="60865"/>
                    </a:lnTo>
                    <a:lnTo>
                      <a:pt x="20404" y="60865"/>
                    </a:lnTo>
                    <a:cubicBezTo>
                      <a:pt x="20688" y="71342"/>
                      <a:pt x="24200" y="79820"/>
                      <a:pt x="30843" y="86297"/>
                    </a:cubicBezTo>
                    <a:cubicBezTo>
                      <a:pt x="37581" y="92678"/>
                      <a:pt x="45553" y="95917"/>
                      <a:pt x="54853" y="95917"/>
                    </a:cubicBezTo>
                    <a:cubicBezTo>
                      <a:pt x="67665" y="95917"/>
                      <a:pt x="77724" y="89535"/>
                      <a:pt x="84937" y="76676"/>
                    </a:cubicBezTo>
                    <a:lnTo>
                      <a:pt x="102873" y="85439"/>
                    </a:lnTo>
                    <a:cubicBezTo>
                      <a:pt x="98033" y="94488"/>
                      <a:pt x="91390" y="101537"/>
                      <a:pt x="82944" y="106680"/>
                    </a:cubicBezTo>
                    <a:cubicBezTo>
                      <a:pt x="74497" y="111728"/>
                      <a:pt x="64817" y="114300"/>
                      <a:pt x="54094" y="114300"/>
                    </a:cubicBezTo>
                    <a:close/>
                    <a:moveTo>
                      <a:pt x="22017" y="44196"/>
                    </a:moveTo>
                    <a:lnTo>
                      <a:pt x="83323" y="44196"/>
                    </a:lnTo>
                    <a:cubicBezTo>
                      <a:pt x="82754" y="36766"/>
                      <a:pt x="79717" y="30575"/>
                      <a:pt x="74308" y="25717"/>
                    </a:cubicBezTo>
                    <a:cubicBezTo>
                      <a:pt x="68803" y="20860"/>
                      <a:pt x="61496" y="18383"/>
                      <a:pt x="52385" y="18383"/>
                    </a:cubicBezTo>
                    <a:cubicBezTo>
                      <a:pt x="44793" y="18383"/>
                      <a:pt x="38340" y="20765"/>
                      <a:pt x="32836" y="25432"/>
                    </a:cubicBezTo>
                    <a:cubicBezTo>
                      <a:pt x="27332" y="30099"/>
                      <a:pt x="23725" y="36385"/>
                      <a:pt x="22017" y="4419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37"/>
              <p:cNvSpPr/>
              <p:nvPr/>
            </p:nvSpPr>
            <p:spPr>
              <a:xfrm>
                <a:off x="6122401" y="4682574"/>
                <a:ext cx="107333" cy="158114"/>
              </a:xfrm>
              <a:custGeom>
                <a:rect b="b" l="l" r="r" t="t"/>
                <a:pathLst>
                  <a:path extrusionOk="0" h="158114" w="107333">
                    <a:moveTo>
                      <a:pt x="56561" y="114300"/>
                    </a:moveTo>
                    <a:cubicBezTo>
                      <a:pt x="48684" y="114300"/>
                      <a:pt x="41567" y="112586"/>
                      <a:pt x="35113" y="109252"/>
                    </a:cubicBezTo>
                    <a:cubicBezTo>
                      <a:pt x="28660" y="105918"/>
                      <a:pt x="23630" y="101441"/>
                      <a:pt x="20119" y="95917"/>
                    </a:cubicBezTo>
                    <a:lnTo>
                      <a:pt x="19265" y="95917"/>
                    </a:lnTo>
                    <a:lnTo>
                      <a:pt x="20119" y="110776"/>
                    </a:lnTo>
                    <a:lnTo>
                      <a:pt x="20119" y="158115"/>
                    </a:lnTo>
                    <a:lnTo>
                      <a:pt x="0" y="158115"/>
                    </a:lnTo>
                    <a:lnTo>
                      <a:pt x="0" y="3524"/>
                    </a:lnTo>
                    <a:lnTo>
                      <a:pt x="19170" y="3524"/>
                    </a:lnTo>
                    <a:lnTo>
                      <a:pt x="19170" y="18383"/>
                    </a:lnTo>
                    <a:lnTo>
                      <a:pt x="20024" y="18383"/>
                    </a:lnTo>
                    <a:cubicBezTo>
                      <a:pt x="23536" y="12859"/>
                      <a:pt x="28470" y="8382"/>
                      <a:pt x="35019" y="5048"/>
                    </a:cubicBezTo>
                    <a:cubicBezTo>
                      <a:pt x="41472" y="1715"/>
                      <a:pt x="48684" y="0"/>
                      <a:pt x="56466" y="0"/>
                    </a:cubicBezTo>
                    <a:cubicBezTo>
                      <a:pt x="70606" y="0"/>
                      <a:pt x="82564" y="5524"/>
                      <a:pt x="92244" y="16669"/>
                    </a:cubicBezTo>
                    <a:cubicBezTo>
                      <a:pt x="102303" y="27908"/>
                      <a:pt x="107333" y="41434"/>
                      <a:pt x="107333" y="57150"/>
                    </a:cubicBezTo>
                    <a:cubicBezTo>
                      <a:pt x="107333" y="73057"/>
                      <a:pt x="102303" y="86582"/>
                      <a:pt x="92244" y="97631"/>
                    </a:cubicBezTo>
                    <a:cubicBezTo>
                      <a:pt x="82564" y="108776"/>
                      <a:pt x="70606" y="114300"/>
                      <a:pt x="56561" y="114300"/>
                    </a:cubicBezTo>
                    <a:close/>
                    <a:moveTo>
                      <a:pt x="53240" y="95917"/>
                    </a:moveTo>
                    <a:cubicBezTo>
                      <a:pt x="62825" y="95917"/>
                      <a:pt x="70891" y="92297"/>
                      <a:pt x="77439" y="84963"/>
                    </a:cubicBezTo>
                    <a:cubicBezTo>
                      <a:pt x="83987" y="77819"/>
                      <a:pt x="87309" y="68485"/>
                      <a:pt x="87309" y="57150"/>
                    </a:cubicBezTo>
                    <a:cubicBezTo>
                      <a:pt x="87309" y="45910"/>
                      <a:pt x="84082" y="36671"/>
                      <a:pt x="77439" y="29337"/>
                    </a:cubicBezTo>
                    <a:cubicBezTo>
                      <a:pt x="70891" y="22003"/>
                      <a:pt x="62825" y="18383"/>
                      <a:pt x="53240" y="18383"/>
                    </a:cubicBezTo>
                    <a:cubicBezTo>
                      <a:pt x="43465" y="18383"/>
                      <a:pt x="35303" y="22003"/>
                      <a:pt x="28755" y="29337"/>
                    </a:cubicBezTo>
                    <a:cubicBezTo>
                      <a:pt x="22397" y="36671"/>
                      <a:pt x="19170" y="45910"/>
                      <a:pt x="19170" y="57150"/>
                    </a:cubicBezTo>
                    <a:cubicBezTo>
                      <a:pt x="19170" y="68580"/>
                      <a:pt x="22397" y="77915"/>
                      <a:pt x="28755" y="85154"/>
                    </a:cubicBezTo>
                    <a:cubicBezTo>
                      <a:pt x="35398" y="92393"/>
                      <a:pt x="43465" y="95917"/>
                      <a:pt x="53240" y="9591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37"/>
              <p:cNvSpPr/>
              <p:nvPr/>
            </p:nvSpPr>
            <p:spPr>
              <a:xfrm>
                <a:off x="6251371" y="4636568"/>
                <a:ext cx="149848" cy="156876"/>
              </a:xfrm>
              <a:custGeom>
                <a:rect b="b" l="l" r="r" t="t"/>
                <a:pathLst>
                  <a:path extrusionOk="0" h="156876" w="149848">
                    <a:moveTo>
                      <a:pt x="20119" y="156877"/>
                    </a:moveTo>
                    <a:lnTo>
                      <a:pt x="0" y="156877"/>
                    </a:lnTo>
                    <a:lnTo>
                      <a:pt x="0" y="0"/>
                    </a:lnTo>
                    <a:lnTo>
                      <a:pt x="20119" y="0"/>
                    </a:lnTo>
                    <a:lnTo>
                      <a:pt x="74497" y="95536"/>
                    </a:lnTo>
                    <a:lnTo>
                      <a:pt x="75351" y="95536"/>
                    </a:lnTo>
                    <a:lnTo>
                      <a:pt x="129730" y="0"/>
                    </a:lnTo>
                    <a:lnTo>
                      <a:pt x="149849" y="0"/>
                    </a:lnTo>
                    <a:lnTo>
                      <a:pt x="149849" y="156877"/>
                    </a:lnTo>
                    <a:lnTo>
                      <a:pt x="129730" y="156877"/>
                    </a:lnTo>
                    <a:lnTo>
                      <a:pt x="129730" y="63722"/>
                    </a:lnTo>
                    <a:lnTo>
                      <a:pt x="130584" y="37433"/>
                    </a:lnTo>
                    <a:lnTo>
                      <a:pt x="129730" y="37433"/>
                    </a:lnTo>
                    <a:lnTo>
                      <a:pt x="80856" y="123539"/>
                    </a:lnTo>
                    <a:lnTo>
                      <a:pt x="69088" y="123539"/>
                    </a:lnTo>
                    <a:lnTo>
                      <a:pt x="20214" y="37433"/>
                    </a:lnTo>
                    <a:lnTo>
                      <a:pt x="19360" y="37433"/>
                    </a:lnTo>
                    <a:lnTo>
                      <a:pt x="20214" y="63722"/>
                    </a:lnTo>
                    <a:lnTo>
                      <a:pt x="20214" y="15687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37"/>
              <p:cNvSpPr/>
              <p:nvPr/>
            </p:nvSpPr>
            <p:spPr>
              <a:xfrm>
                <a:off x="6425515" y="4634759"/>
                <a:ext cx="28470" cy="158686"/>
              </a:xfrm>
              <a:custGeom>
                <a:rect b="b" l="l" r="r" t="t"/>
                <a:pathLst>
                  <a:path extrusionOk="0" h="158686" w="28470">
                    <a:moveTo>
                      <a:pt x="28470" y="14287"/>
                    </a:moveTo>
                    <a:cubicBezTo>
                      <a:pt x="28470" y="18193"/>
                      <a:pt x="27047" y="21622"/>
                      <a:pt x="24295" y="24384"/>
                    </a:cubicBezTo>
                    <a:cubicBezTo>
                      <a:pt x="21543" y="27146"/>
                      <a:pt x="18221" y="28575"/>
                      <a:pt x="14235" y="28575"/>
                    </a:cubicBezTo>
                    <a:cubicBezTo>
                      <a:pt x="10249" y="28575"/>
                      <a:pt x="6928" y="27146"/>
                      <a:pt x="4176" y="24384"/>
                    </a:cubicBezTo>
                    <a:cubicBezTo>
                      <a:pt x="1424" y="21622"/>
                      <a:pt x="0" y="18288"/>
                      <a:pt x="0" y="14287"/>
                    </a:cubicBezTo>
                    <a:cubicBezTo>
                      <a:pt x="0" y="10287"/>
                      <a:pt x="1424" y="6953"/>
                      <a:pt x="4176" y="4191"/>
                    </a:cubicBezTo>
                    <a:cubicBezTo>
                      <a:pt x="6928" y="1429"/>
                      <a:pt x="10249" y="0"/>
                      <a:pt x="14235" y="0"/>
                    </a:cubicBezTo>
                    <a:cubicBezTo>
                      <a:pt x="18221" y="0"/>
                      <a:pt x="21543" y="1429"/>
                      <a:pt x="24295" y="4191"/>
                    </a:cubicBezTo>
                    <a:cubicBezTo>
                      <a:pt x="27047" y="6953"/>
                      <a:pt x="28470" y="10287"/>
                      <a:pt x="28470" y="14287"/>
                    </a:cubicBezTo>
                    <a:close/>
                    <a:moveTo>
                      <a:pt x="24390" y="51340"/>
                    </a:moveTo>
                    <a:lnTo>
                      <a:pt x="24390" y="158687"/>
                    </a:lnTo>
                    <a:lnTo>
                      <a:pt x="4271" y="158687"/>
                    </a:lnTo>
                    <a:lnTo>
                      <a:pt x="4271" y="51340"/>
                    </a:lnTo>
                    <a:lnTo>
                      <a:pt x="24390" y="513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37"/>
              <p:cNvSpPr/>
              <p:nvPr/>
            </p:nvSpPr>
            <p:spPr>
              <a:xfrm>
                <a:off x="6473630" y="4682574"/>
                <a:ext cx="94806" cy="110775"/>
              </a:xfrm>
              <a:custGeom>
                <a:rect b="b" l="l" r="r" t="t"/>
                <a:pathLst>
                  <a:path extrusionOk="0" h="110775" w="94806">
                    <a:moveTo>
                      <a:pt x="95" y="3524"/>
                    </a:moveTo>
                    <a:lnTo>
                      <a:pt x="19265" y="3524"/>
                    </a:lnTo>
                    <a:lnTo>
                      <a:pt x="19265" y="18383"/>
                    </a:lnTo>
                    <a:lnTo>
                      <a:pt x="20119" y="18383"/>
                    </a:lnTo>
                    <a:cubicBezTo>
                      <a:pt x="23156" y="13145"/>
                      <a:pt x="27901" y="8763"/>
                      <a:pt x="34164" y="5239"/>
                    </a:cubicBezTo>
                    <a:cubicBezTo>
                      <a:pt x="40428" y="1715"/>
                      <a:pt x="47071" y="0"/>
                      <a:pt x="53904" y="0"/>
                    </a:cubicBezTo>
                    <a:cubicBezTo>
                      <a:pt x="67000" y="0"/>
                      <a:pt x="77060" y="3715"/>
                      <a:pt x="84177" y="11240"/>
                    </a:cubicBezTo>
                    <a:cubicBezTo>
                      <a:pt x="91200" y="18764"/>
                      <a:pt x="94806" y="29432"/>
                      <a:pt x="94806" y="43339"/>
                    </a:cubicBezTo>
                    <a:lnTo>
                      <a:pt x="94806" y="110776"/>
                    </a:lnTo>
                    <a:lnTo>
                      <a:pt x="74687" y="110776"/>
                    </a:lnTo>
                    <a:lnTo>
                      <a:pt x="74687" y="44577"/>
                    </a:lnTo>
                    <a:cubicBezTo>
                      <a:pt x="74213" y="27051"/>
                      <a:pt x="65482" y="18288"/>
                      <a:pt x="48305" y="18288"/>
                    </a:cubicBezTo>
                    <a:cubicBezTo>
                      <a:pt x="40333" y="18288"/>
                      <a:pt x="33595" y="21527"/>
                      <a:pt x="28186" y="28004"/>
                    </a:cubicBezTo>
                    <a:cubicBezTo>
                      <a:pt x="22776" y="34481"/>
                      <a:pt x="20119" y="42291"/>
                      <a:pt x="20119" y="51340"/>
                    </a:cubicBezTo>
                    <a:lnTo>
                      <a:pt x="20119" y="110681"/>
                    </a:lnTo>
                    <a:lnTo>
                      <a:pt x="0" y="110681"/>
                    </a:lnTo>
                    <a:lnTo>
                      <a:pt x="0" y="352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37"/>
              <p:cNvSpPr/>
              <p:nvPr/>
            </p:nvSpPr>
            <p:spPr>
              <a:xfrm>
                <a:off x="6584759" y="4636568"/>
                <a:ext cx="107428" cy="160305"/>
              </a:xfrm>
              <a:custGeom>
                <a:rect b="b" l="l" r="r" t="t"/>
                <a:pathLst>
                  <a:path extrusionOk="0" h="160305" w="107428">
                    <a:moveTo>
                      <a:pt x="50772" y="160306"/>
                    </a:moveTo>
                    <a:cubicBezTo>
                      <a:pt x="36822" y="160306"/>
                      <a:pt x="24769" y="154781"/>
                      <a:pt x="14805" y="143637"/>
                    </a:cubicBezTo>
                    <a:cubicBezTo>
                      <a:pt x="4935" y="132398"/>
                      <a:pt x="0" y="118872"/>
                      <a:pt x="0" y="103156"/>
                    </a:cubicBezTo>
                    <a:cubicBezTo>
                      <a:pt x="0" y="87440"/>
                      <a:pt x="4935" y="73914"/>
                      <a:pt x="14805" y="62675"/>
                    </a:cubicBezTo>
                    <a:cubicBezTo>
                      <a:pt x="24864" y="51530"/>
                      <a:pt x="36822" y="46006"/>
                      <a:pt x="50772" y="46006"/>
                    </a:cubicBezTo>
                    <a:cubicBezTo>
                      <a:pt x="58649" y="46006"/>
                      <a:pt x="65767" y="47720"/>
                      <a:pt x="72315" y="51054"/>
                    </a:cubicBezTo>
                    <a:cubicBezTo>
                      <a:pt x="78768" y="54388"/>
                      <a:pt x="83798" y="58865"/>
                      <a:pt x="87309" y="64389"/>
                    </a:cubicBezTo>
                    <a:lnTo>
                      <a:pt x="88163" y="64389"/>
                    </a:lnTo>
                    <a:lnTo>
                      <a:pt x="87309" y="49530"/>
                    </a:lnTo>
                    <a:lnTo>
                      <a:pt x="87309" y="0"/>
                    </a:lnTo>
                    <a:lnTo>
                      <a:pt x="107428" y="0"/>
                    </a:lnTo>
                    <a:lnTo>
                      <a:pt x="107428" y="156877"/>
                    </a:lnTo>
                    <a:lnTo>
                      <a:pt x="88258" y="156877"/>
                    </a:lnTo>
                    <a:lnTo>
                      <a:pt x="88258" y="142018"/>
                    </a:lnTo>
                    <a:lnTo>
                      <a:pt x="87404" y="142018"/>
                    </a:lnTo>
                    <a:cubicBezTo>
                      <a:pt x="83893" y="147542"/>
                      <a:pt x="78958" y="152019"/>
                      <a:pt x="72410" y="155353"/>
                    </a:cubicBezTo>
                    <a:cubicBezTo>
                      <a:pt x="65861" y="158687"/>
                      <a:pt x="58649" y="160306"/>
                      <a:pt x="50772" y="160306"/>
                    </a:cubicBezTo>
                    <a:close/>
                    <a:moveTo>
                      <a:pt x="54094" y="141923"/>
                    </a:moveTo>
                    <a:cubicBezTo>
                      <a:pt x="63963" y="141923"/>
                      <a:pt x="72030" y="138303"/>
                      <a:pt x="78293" y="131159"/>
                    </a:cubicBezTo>
                    <a:cubicBezTo>
                      <a:pt x="84842" y="124016"/>
                      <a:pt x="88163" y="114681"/>
                      <a:pt x="88163" y="103156"/>
                    </a:cubicBezTo>
                    <a:cubicBezTo>
                      <a:pt x="88163" y="91916"/>
                      <a:pt x="84842" y="82677"/>
                      <a:pt x="78293" y="75343"/>
                    </a:cubicBezTo>
                    <a:cubicBezTo>
                      <a:pt x="71935" y="68009"/>
                      <a:pt x="63774" y="64389"/>
                      <a:pt x="54094" y="64389"/>
                    </a:cubicBezTo>
                    <a:cubicBezTo>
                      <a:pt x="44509" y="64389"/>
                      <a:pt x="36442" y="68009"/>
                      <a:pt x="29894" y="75343"/>
                    </a:cubicBezTo>
                    <a:cubicBezTo>
                      <a:pt x="23346" y="82677"/>
                      <a:pt x="20024" y="91916"/>
                      <a:pt x="20024" y="103156"/>
                    </a:cubicBezTo>
                    <a:cubicBezTo>
                      <a:pt x="20024" y="114586"/>
                      <a:pt x="23346" y="123825"/>
                      <a:pt x="29894" y="130969"/>
                    </a:cubicBezTo>
                    <a:cubicBezTo>
                      <a:pt x="36347" y="138303"/>
                      <a:pt x="44414" y="141923"/>
                      <a:pt x="54094" y="14192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8" name="Google Shape;378;p37"/>
            <p:cNvGrpSpPr/>
            <p:nvPr/>
          </p:nvGrpSpPr>
          <p:grpSpPr>
            <a:xfrm>
              <a:off x="4965272" y="4619519"/>
              <a:ext cx="711757" cy="228504"/>
              <a:chOff x="4965272" y="4619519"/>
              <a:chExt cx="711757" cy="228504"/>
            </a:xfrm>
          </p:grpSpPr>
          <p:sp>
            <p:nvSpPr>
              <p:cNvPr id="379" name="Google Shape;379;p37"/>
              <p:cNvSpPr/>
              <p:nvPr/>
            </p:nvSpPr>
            <p:spPr>
              <a:xfrm>
                <a:off x="4965272" y="4619519"/>
                <a:ext cx="173004" cy="177355"/>
              </a:xfrm>
              <a:custGeom>
                <a:rect b="b" l="l" r="r" t="t"/>
                <a:pathLst>
                  <a:path extrusionOk="0" h="177355" w="173004">
                    <a:moveTo>
                      <a:pt x="90061" y="177356"/>
                    </a:moveTo>
                    <a:cubicBezTo>
                      <a:pt x="41092" y="177356"/>
                      <a:pt x="0" y="137541"/>
                      <a:pt x="0" y="88678"/>
                    </a:cubicBezTo>
                    <a:cubicBezTo>
                      <a:pt x="0" y="39815"/>
                      <a:pt x="41092" y="0"/>
                      <a:pt x="90061" y="0"/>
                    </a:cubicBezTo>
                    <a:cubicBezTo>
                      <a:pt x="117108" y="0"/>
                      <a:pt x="136373" y="10573"/>
                      <a:pt x="150893" y="24479"/>
                    </a:cubicBezTo>
                    <a:lnTo>
                      <a:pt x="133811" y="41529"/>
                    </a:lnTo>
                    <a:cubicBezTo>
                      <a:pt x="123371" y="31814"/>
                      <a:pt x="109326" y="24194"/>
                      <a:pt x="90061" y="24194"/>
                    </a:cubicBezTo>
                    <a:cubicBezTo>
                      <a:pt x="54378" y="24194"/>
                      <a:pt x="26383" y="52959"/>
                      <a:pt x="26383" y="88678"/>
                    </a:cubicBezTo>
                    <a:cubicBezTo>
                      <a:pt x="26383" y="124397"/>
                      <a:pt x="54283" y="153162"/>
                      <a:pt x="90061" y="153162"/>
                    </a:cubicBezTo>
                    <a:cubicBezTo>
                      <a:pt x="113217" y="153162"/>
                      <a:pt x="126408" y="143828"/>
                      <a:pt x="134854" y="135446"/>
                    </a:cubicBezTo>
                    <a:cubicBezTo>
                      <a:pt x="141782" y="128492"/>
                      <a:pt x="146338" y="118586"/>
                      <a:pt x="148046" y="104966"/>
                    </a:cubicBezTo>
                    <a:lnTo>
                      <a:pt x="90061" y="104966"/>
                    </a:lnTo>
                    <a:lnTo>
                      <a:pt x="90061" y="80677"/>
                    </a:lnTo>
                    <a:lnTo>
                      <a:pt x="171676" y="80677"/>
                    </a:lnTo>
                    <a:cubicBezTo>
                      <a:pt x="172530" y="84963"/>
                      <a:pt x="173005" y="90202"/>
                      <a:pt x="173005" y="95822"/>
                    </a:cubicBezTo>
                    <a:cubicBezTo>
                      <a:pt x="173005" y="114014"/>
                      <a:pt x="167975" y="136493"/>
                      <a:pt x="152032" y="152495"/>
                    </a:cubicBezTo>
                    <a:cubicBezTo>
                      <a:pt x="136373" y="168688"/>
                      <a:pt x="116444" y="177356"/>
                      <a:pt x="90061" y="17735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37"/>
              <p:cNvSpPr/>
              <p:nvPr/>
            </p:nvSpPr>
            <p:spPr>
              <a:xfrm>
                <a:off x="5151847" y="4682669"/>
                <a:ext cx="112552" cy="114109"/>
              </a:xfrm>
              <a:custGeom>
                <a:rect b="b" l="l" r="r" t="t"/>
                <a:pathLst>
                  <a:path extrusionOk="0" h="114109" w="112552">
                    <a:moveTo>
                      <a:pt x="112553" y="57055"/>
                    </a:moveTo>
                    <a:cubicBezTo>
                      <a:pt x="112553" y="89916"/>
                      <a:pt x="87214" y="114110"/>
                      <a:pt x="56276" y="114110"/>
                    </a:cubicBezTo>
                    <a:cubicBezTo>
                      <a:pt x="25339" y="114110"/>
                      <a:pt x="0" y="89916"/>
                      <a:pt x="0" y="57055"/>
                    </a:cubicBezTo>
                    <a:cubicBezTo>
                      <a:pt x="0" y="24003"/>
                      <a:pt x="25339"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631"/>
                      <a:pt x="87878" y="77438"/>
                      <a:pt x="87878" y="570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37"/>
              <p:cNvSpPr/>
              <p:nvPr/>
            </p:nvSpPr>
            <p:spPr>
              <a:xfrm>
                <a:off x="5278160" y="4682669"/>
                <a:ext cx="112552" cy="114109"/>
              </a:xfrm>
              <a:custGeom>
                <a:rect b="b" l="l" r="r" t="t"/>
                <a:pathLst>
                  <a:path extrusionOk="0" h="114109" w="112552">
                    <a:moveTo>
                      <a:pt x="112553" y="57055"/>
                    </a:moveTo>
                    <a:cubicBezTo>
                      <a:pt x="112553" y="89916"/>
                      <a:pt x="87309" y="114110"/>
                      <a:pt x="56276" y="114110"/>
                    </a:cubicBezTo>
                    <a:cubicBezTo>
                      <a:pt x="25244" y="114110"/>
                      <a:pt x="0" y="89916"/>
                      <a:pt x="0" y="57055"/>
                    </a:cubicBezTo>
                    <a:cubicBezTo>
                      <a:pt x="0" y="24003"/>
                      <a:pt x="25244" y="0"/>
                      <a:pt x="56276" y="0"/>
                    </a:cubicBezTo>
                    <a:cubicBezTo>
                      <a:pt x="87214" y="0"/>
                      <a:pt x="112553" y="24003"/>
                      <a:pt x="112553" y="57055"/>
                    </a:cubicBezTo>
                    <a:close/>
                    <a:moveTo>
                      <a:pt x="87878" y="57055"/>
                    </a:moveTo>
                    <a:cubicBezTo>
                      <a:pt x="87878" y="36481"/>
                      <a:pt x="73169" y="22479"/>
                      <a:pt x="56181" y="22479"/>
                    </a:cubicBezTo>
                    <a:cubicBezTo>
                      <a:pt x="39194" y="22479"/>
                      <a:pt x="24484" y="36576"/>
                      <a:pt x="24484" y="57055"/>
                    </a:cubicBezTo>
                    <a:cubicBezTo>
                      <a:pt x="24484" y="77343"/>
                      <a:pt x="39194" y="91631"/>
                      <a:pt x="56181" y="91631"/>
                    </a:cubicBezTo>
                    <a:cubicBezTo>
                      <a:pt x="73169" y="91726"/>
                      <a:pt x="87878" y="77438"/>
                      <a:pt x="87878" y="5705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37"/>
              <p:cNvSpPr/>
              <p:nvPr/>
            </p:nvSpPr>
            <p:spPr>
              <a:xfrm>
                <a:off x="5404284" y="4682574"/>
                <a:ext cx="109515" cy="165449"/>
              </a:xfrm>
              <a:custGeom>
                <a:rect b="b" l="l" r="r" t="t"/>
                <a:pathLst>
                  <a:path extrusionOk="0" h="165449" w="109515">
                    <a:moveTo>
                      <a:pt x="109516" y="3524"/>
                    </a:moveTo>
                    <a:lnTo>
                      <a:pt x="109516" y="106013"/>
                    </a:lnTo>
                    <a:cubicBezTo>
                      <a:pt x="109516" y="148209"/>
                      <a:pt x="84652" y="165449"/>
                      <a:pt x="55232" y="165449"/>
                    </a:cubicBezTo>
                    <a:cubicBezTo>
                      <a:pt x="27521" y="165449"/>
                      <a:pt x="10819" y="146876"/>
                      <a:pt x="4555" y="131731"/>
                    </a:cubicBezTo>
                    <a:lnTo>
                      <a:pt x="26383" y="122682"/>
                    </a:lnTo>
                    <a:cubicBezTo>
                      <a:pt x="30273" y="132017"/>
                      <a:pt x="39764" y="142970"/>
                      <a:pt x="55138" y="142970"/>
                    </a:cubicBezTo>
                    <a:cubicBezTo>
                      <a:pt x="73928" y="142970"/>
                      <a:pt x="85696" y="131255"/>
                      <a:pt x="85696" y="109442"/>
                    </a:cubicBezTo>
                    <a:lnTo>
                      <a:pt x="85696" y="101251"/>
                    </a:lnTo>
                    <a:lnTo>
                      <a:pt x="84842" y="101251"/>
                    </a:lnTo>
                    <a:cubicBezTo>
                      <a:pt x="79242" y="108204"/>
                      <a:pt x="68424" y="114205"/>
                      <a:pt x="54758" y="114205"/>
                    </a:cubicBezTo>
                    <a:cubicBezTo>
                      <a:pt x="26193" y="114205"/>
                      <a:pt x="0" y="89345"/>
                      <a:pt x="0" y="57341"/>
                    </a:cubicBezTo>
                    <a:cubicBezTo>
                      <a:pt x="0" y="25146"/>
                      <a:pt x="26193" y="0"/>
                      <a:pt x="54758" y="0"/>
                    </a:cubicBezTo>
                    <a:cubicBezTo>
                      <a:pt x="68424" y="0"/>
                      <a:pt x="79242" y="6096"/>
                      <a:pt x="84842" y="12764"/>
                    </a:cubicBezTo>
                    <a:lnTo>
                      <a:pt x="85696" y="12764"/>
                    </a:lnTo>
                    <a:lnTo>
                      <a:pt x="85696" y="3524"/>
                    </a:lnTo>
                    <a:lnTo>
                      <a:pt x="109516" y="3524"/>
                    </a:lnTo>
                    <a:close/>
                    <a:moveTo>
                      <a:pt x="87404" y="57436"/>
                    </a:moveTo>
                    <a:cubicBezTo>
                      <a:pt x="87404" y="37338"/>
                      <a:pt x="74023" y="22574"/>
                      <a:pt x="56846" y="22574"/>
                    </a:cubicBezTo>
                    <a:cubicBezTo>
                      <a:pt x="39574" y="22574"/>
                      <a:pt x="25054" y="37243"/>
                      <a:pt x="25054" y="57436"/>
                    </a:cubicBezTo>
                    <a:cubicBezTo>
                      <a:pt x="25054" y="77343"/>
                      <a:pt x="39574" y="91821"/>
                      <a:pt x="56846" y="91821"/>
                    </a:cubicBezTo>
                    <a:cubicBezTo>
                      <a:pt x="74023" y="91821"/>
                      <a:pt x="87404" y="77343"/>
                      <a:pt x="87404" y="5743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37"/>
              <p:cNvSpPr/>
              <p:nvPr/>
            </p:nvSpPr>
            <p:spPr>
              <a:xfrm>
                <a:off x="5532590" y="4625614"/>
                <a:ext cx="25148" cy="167830"/>
              </a:xfrm>
              <a:custGeom>
                <a:rect b="b" l="l" r="r" t="t"/>
                <a:pathLst>
                  <a:path extrusionOk="0" h="167830" w="25148">
                    <a:moveTo>
                      <a:pt x="25149" y="0"/>
                    </a:moveTo>
                    <a:lnTo>
                      <a:pt x="25149" y="167831"/>
                    </a:lnTo>
                    <a:lnTo>
                      <a:pt x="0" y="167831"/>
                    </a:lnTo>
                    <a:lnTo>
                      <a:pt x="0" y="0"/>
                    </a:lnTo>
                    <a:lnTo>
                      <a:pt x="25149"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37"/>
              <p:cNvSpPr/>
              <p:nvPr/>
            </p:nvSpPr>
            <p:spPr>
              <a:xfrm>
                <a:off x="5572354" y="4682764"/>
                <a:ext cx="104675" cy="114109"/>
              </a:xfrm>
              <a:custGeom>
                <a:rect b="b" l="l" r="r" t="t"/>
                <a:pathLst>
                  <a:path extrusionOk="0" h="114109" w="104675">
                    <a:moveTo>
                      <a:pt x="84082" y="75819"/>
                    </a:moveTo>
                    <a:lnTo>
                      <a:pt x="103537" y="88773"/>
                    </a:lnTo>
                    <a:cubicBezTo>
                      <a:pt x="97274" y="98108"/>
                      <a:pt x="82089" y="114110"/>
                      <a:pt x="55897" y="114110"/>
                    </a:cubicBezTo>
                    <a:cubicBezTo>
                      <a:pt x="23441" y="114110"/>
                      <a:pt x="0" y="89059"/>
                      <a:pt x="0" y="57055"/>
                    </a:cubicBezTo>
                    <a:cubicBezTo>
                      <a:pt x="0" y="23146"/>
                      <a:pt x="23630" y="0"/>
                      <a:pt x="53145" y="0"/>
                    </a:cubicBezTo>
                    <a:cubicBezTo>
                      <a:pt x="82754" y="0"/>
                      <a:pt x="97274" y="23527"/>
                      <a:pt x="102019" y="36290"/>
                    </a:cubicBezTo>
                    <a:lnTo>
                      <a:pt x="104676" y="42767"/>
                    </a:lnTo>
                    <a:lnTo>
                      <a:pt x="28280" y="74390"/>
                    </a:lnTo>
                    <a:cubicBezTo>
                      <a:pt x="34164" y="85820"/>
                      <a:pt x="43180" y="91726"/>
                      <a:pt x="55992" y="91726"/>
                    </a:cubicBezTo>
                    <a:cubicBezTo>
                      <a:pt x="68708" y="91631"/>
                      <a:pt x="77629" y="85344"/>
                      <a:pt x="84082" y="75819"/>
                    </a:cubicBezTo>
                    <a:close/>
                    <a:moveTo>
                      <a:pt x="24200" y="55245"/>
                    </a:moveTo>
                    <a:lnTo>
                      <a:pt x="75257" y="34100"/>
                    </a:lnTo>
                    <a:cubicBezTo>
                      <a:pt x="72410" y="26956"/>
                      <a:pt x="63963" y="22003"/>
                      <a:pt x="53999" y="22003"/>
                    </a:cubicBezTo>
                    <a:cubicBezTo>
                      <a:pt x="41282" y="22003"/>
                      <a:pt x="23535" y="33242"/>
                      <a:pt x="24200" y="552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z Colors">
  <p:cSld name="BLANK_1_2_1_1_1_1_1_1_1_1_1_1_1_1_1_1_2_1_1_1">
    <p:spTree>
      <p:nvGrpSpPr>
        <p:cNvPr id="385" name="Shape 385"/>
        <p:cNvGrpSpPr/>
        <p:nvPr/>
      </p:nvGrpSpPr>
      <p:grpSpPr>
        <a:xfrm>
          <a:off x="0" y="0"/>
          <a:ext cx="0" cy="0"/>
          <a:chOff x="0" y="0"/>
          <a:chExt cx="0" cy="0"/>
        </a:xfrm>
      </p:grpSpPr>
      <p:sp>
        <p:nvSpPr>
          <p:cNvPr id="386" name="Google Shape;386;p38"/>
          <p:cNvSpPr/>
          <p:nvPr/>
        </p:nvSpPr>
        <p:spPr>
          <a:xfrm>
            <a:off x="457200" y="457200"/>
            <a:ext cx="1645800" cy="423000"/>
          </a:xfrm>
          <a:prstGeom prst="rect">
            <a:avLst/>
          </a:prstGeom>
          <a:solidFill>
            <a:srgbClr val="174EA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900</a:t>
            </a:r>
            <a:endParaRPr sz="800">
              <a:solidFill>
                <a:schemeClr val="lt1"/>
              </a:solidFill>
              <a:latin typeface="Google Sans Mono"/>
              <a:ea typeface="Google Sans Mono"/>
              <a:cs typeface="Google Sans Mono"/>
              <a:sym typeface="Google Sans Mono"/>
            </a:endParaRPr>
          </a:p>
        </p:txBody>
      </p:sp>
      <p:sp>
        <p:nvSpPr>
          <p:cNvPr id="387" name="Google Shape;387;p38"/>
          <p:cNvSpPr/>
          <p:nvPr/>
        </p:nvSpPr>
        <p:spPr>
          <a:xfrm>
            <a:off x="457200" y="880286"/>
            <a:ext cx="1645800" cy="423000"/>
          </a:xfrm>
          <a:prstGeom prst="rect">
            <a:avLst/>
          </a:prstGeom>
          <a:solidFill>
            <a:srgbClr val="185AB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800</a:t>
            </a:r>
            <a:endParaRPr sz="800">
              <a:solidFill>
                <a:schemeClr val="lt1"/>
              </a:solidFill>
              <a:latin typeface="Google Sans Mono"/>
              <a:ea typeface="Google Sans Mono"/>
              <a:cs typeface="Google Sans Mono"/>
              <a:sym typeface="Google Sans Mono"/>
            </a:endParaRPr>
          </a:p>
        </p:txBody>
      </p:sp>
      <p:sp>
        <p:nvSpPr>
          <p:cNvPr id="388" name="Google Shape;388;p38"/>
          <p:cNvSpPr/>
          <p:nvPr/>
        </p:nvSpPr>
        <p:spPr>
          <a:xfrm>
            <a:off x="457200" y="1303372"/>
            <a:ext cx="1645800" cy="423000"/>
          </a:xfrm>
          <a:prstGeom prst="rect">
            <a:avLst/>
          </a:prstGeom>
          <a:solidFill>
            <a:srgbClr val="1967D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700</a:t>
            </a:r>
            <a:endParaRPr sz="800">
              <a:solidFill>
                <a:schemeClr val="lt1"/>
              </a:solidFill>
              <a:latin typeface="Google Sans Mono"/>
              <a:ea typeface="Google Sans Mono"/>
              <a:cs typeface="Google Sans Mono"/>
              <a:sym typeface="Google Sans Mono"/>
            </a:endParaRPr>
          </a:p>
        </p:txBody>
      </p:sp>
      <p:sp>
        <p:nvSpPr>
          <p:cNvPr id="389" name="Google Shape;389;p38"/>
          <p:cNvSpPr/>
          <p:nvPr/>
        </p:nvSpPr>
        <p:spPr>
          <a:xfrm>
            <a:off x="457200" y="1726458"/>
            <a:ext cx="1645800" cy="423000"/>
          </a:xfrm>
          <a:prstGeom prst="rect">
            <a:avLst/>
          </a:prstGeom>
          <a:solidFill>
            <a:srgbClr val="1A73E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600</a:t>
            </a:r>
            <a:endParaRPr sz="800">
              <a:solidFill>
                <a:schemeClr val="lt1"/>
              </a:solidFill>
              <a:latin typeface="Google Sans Mono"/>
              <a:ea typeface="Google Sans Mono"/>
              <a:cs typeface="Google Sans Mono"/>
              <a:sym typeface="Google Sans Mono"/>
            </a:endParaRPr>
          </a:p>
        </p:txBody>
      </p:sp>
      <p:sp>
        <p:nvSpPr>
          <p:cNvPr id="390" name="Google Shape;390;p38"/>
          <p:cNvSpPr/>
          <p:nvPr/>
        </p:nvSpPr>
        <p:spPr>
          <a:xfrm>
            <a:off x="457200" y="2149544"/>
            <a:ext cx="1645800" cy="423000"/>
          </a:xfrm>
          <a:prstGeom prst="rect">
            <a:avLst/>
          </a:prstGeom>
          <a:solidFill>
            <a:srgbClr val="4285F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500</a:t>
            </a:r>
            <a:endParaRPr sz="800">
              <a:solidFill>
                <a:schemeClr val="lt1"/>
              </a:solidFill>
              <a:latin typeface="Google Sans Mono"/>
              <a:ea typeface="Google Sans Mono"/>
              <a:cs typeface="Google Sans Mono"/>
              <a:sym typeface="Google Sans Mono"/>
            </a:endParaRPr>
          </a:p>
        </p:txBody>
      </p:sp>
      <p:sp>
        <p:nvSpPr>
          <p:cNvPr id="391" name="Google Shape;391;p38"/>
          <p:cNvSpPr/>
          <p:nvPr/>
        </p:nvSpPr>
        <p:spPr>
          <a:xfrm>
            <a:off x="457200" y="2572630"/>
            <a:ext cx="1645800" cy="423000"/>
          </a:xfrm>
          <a:prstGeom prst="rect">
            <a:avLst/>
          </a:prstGeom>
          <a:solidFill>
            <a:srgbClr val="669DF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400</a:t>
            </a:r>
            <a:endParaRPr sz="800">
              <a:solidFill>
                <a:schemeClr val="dk1"/>
              </a:solidFill>
              <a:latin typeface="Google Sans Mono"/>
              <a:ea typeface="Google Sans Mono"/>
              <a:cs typeface="Google Sans Mono"/>
              <a:sym typeface="Google Sans Mono"/>
            </a:endParaRPr>
          </a:p>
        </p:txBody>
      </p:sp>
      <p:sp>
        <p:nvSpPr>
          <p:cNvPr id="392" name="Google Shape;392;p38"/>
          <p:cNvSpPr/>
          <p:nvPr/>
        </p:nvSpPr>
        <p:spPr>
          <a:xfrm>
            <a:off x="457200" y="2995716"/>
            <a:ext cx="1645800" cy="423000"/>
          </a:xfrm>
          <a:prstGeom prst="rect">
            <a:avLst/>
          </a:prstGeom>
          <a:solidFill>
            <a:srgbClr val="8AB4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300</a:t>
            </a:r>
            <a:endParaRPr sz="800">
              <a:solidFill>
                <a:schemeClr val="dk1"/>
              </a:solidFill>
              <a:latin typeface="Google Sans Mono"/>
              <a:ea typeface="Google Sans Mono"/>
              <a:cs typeface="Google Sans Mono"/>
              <a:sym typeface="Google Sans Mono"/>
            </a:endParaRPr>
          </a:p>
        </p:txBody>
      </p:sp>
      <p:sp>
        <p:nvSpPr>
          <p:cNvPr id="393" name="Google Shape;393;p38"/>
          <p:cNvSpPr/>
          <p:nvPr/>
        </p:nvSpPr>
        <p:spPr>
          <a:xfrm>
            <a:off x="457200" y="3418802"/>
            <a:ext cx="1645800" cy="423000"/>
          </a:xfrm>
          <a:prstGeom prst="rect">
            <a:avLst/>
          </a:prstGeom>
          <a:solidFill>
            <a:srgbClr val="AECB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200</a:t>
            </a:r>
            <a:endParaRPr sz="800">
              <a:solidFill>
                <a:schemeClr val="dk1"/>
              </a:solidFill>
              <a:latin typeface="Google Sans Mono"/>
              <a:ea typeface="Google Sans Mono"/>
              <a:cs typeface="Google Sans Mono"/>
              <a:sym typeface="Google Sans Mono"/>
            </a:endParaRPr>
          </a:p>
        </p:txBody>
      </p:sp>
      <p:sp>
        <p:nvSpPr>
          <p:cNvPr id="394" name="Google Shape;394;p38"/>
          <p:cNvSpPr/>
          <p:nvPr/>
        </p:nvSpPr>
        <p:spPr>
          <a:xfrm>
            <a:off x="457200" y="3841888"/>
            <a:ext cx="1645800" cy="423000"/>
          </a:xfrm>
          <a:prstGeom prst="rect">
            <a:avLst/>
          </a:prstGeom>
          <a:solidFill>
            <a:srgbClr val="D2E3F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100</a:t>
            </a:r>
            <a:endParaRPr sz="800">
              <a:solidFill>
                <a:schemeClr val="dk1"/>
              </a:solidFill>
              <a:latin typeface="Google Sans Mono"/>
              <a:ea typeface="Google Sans Mono"/>
              <a:cs typeface="Google Sans Mono"/>
              <a:sym typeface="Google Sans Mono"/>
            </a:endParaRPr>
          </a:p>
        </p:txBody>
      </p:sp>
      <p:sp>
        <p:nvSpPr>
          <p:cNvPr id="395" name="Google Shape;395;p38"/>
          <p:cNvSpPr/>
          <p:nvPr/>
        </p:nvSpPr>
        <p:spPr>
          <a:xfrm>
            <a:off x="457200" y="4264974"/>
            <a:ext cx="1645800" cy="423000"/>
          </a:xfrm>
          <a:prstGeom prst="rect">
            <a:avLst/>
          </a:prstGeom>
          <a:solidFill>
            <a:srgbClr val="E8F0F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50</a:t>
            </a:r>
            <a:endParaRPr sz="800">
              <a:solidFill>
                <a:schemeClr val="dk1"/>
              </a:solidFill>
              <a:latin typeface="Google Sans Mono"/>
              <a:ea typeface="Google Sans Mono"/>
              <a:cs typeface="Google Sans Mono"/>
              <a:sym typeface="Google Sans Mono"/>
            </a:endParaRPr>
          </a:p>
        </p:txBody>
      </p:sp>
      <p:sp>
        <p:nvSpPr>
          <p:cNvPr id="396" name="Google Shape;396;p38"/>
          <p:cNvSpPr/>
          <p:nvPr/>
        </p:nvSpPr>
        <p:spPr>
          <a:xfrm>
            <a:off x="2103090" y="457200"/>
            <a:ext cx="1645800" cy="423000"/>
          </a:xfrm>
          <a:prstGeom prst="rect">
            <a:avLst/>
          </a:prstGeom>
          <a:solidFill>
            <a:srgbClr val="A50E0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900</a:t>
            </a:r>
            <a:endParaRPr sz="800">
              <a:solidFill>
                <a:schemeClr val="lt1"/>
              </a:solidFill>
              <a:latin typeface="Google Sans Mono"/>
              <a:ea typeface="Google Sans Mono"/>
              <a:cs typeface="Google Sans Mono"/>
              <a:sym typeface="Google Sans Mono"/>
            </a:endParaRPr>
          </a:p>
        </p:txBody>
      </p:sp>
      <p:sp>
        <p:nvSpPr>
          <p:cNvPr id="397" name="Google Shape;397;p38"/>
          <p:cNvSpPr/>
          <p:nvPr/>
        </p:nvSpPr>
        <p:spPr>
          <a:xfrm>
            <a:off x="2103090" y="880286"/>
            <a:ext cx="1645800" cy="423000"/>
          </a:xfrm>
          <a:prstGeom prst="rect">
            <a:avLst/>
          </a:prstGeom>
          <a:solidFill>
            <a:srgbClr val="B3141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800</a:t>
            </a:r>
            <a:endParaRPr sz="800">
              <a:solidFill>
                <a:schemeClr val="lt1"/>
              </a:solidFill>
              <a:latin typeface="Google Sans Mono"/>
              <a:ea typeface="Google Sans Mono"/>
              <a:cs typeface="Google Sans Mono"/>
              <a:sym typeface="Google Sans Mono"/>
            </a:endParaRPr>
          </a:p>
        </p:txBody>
      </p:sp>
      <p:sp>
        <p:nvSpPr>
          <p:cNvPr id="398" name="Google Shape;398;p38"/>
          <p:cNvSpPr/>
          <p:nvPr/>
        </p:nvSpPr>
        <p:spPr>
          <a:xfrm>
            <a:off x="2103090" y="1303372"/>
            <a:ext cx="1645800" cy="423000"/>
          </a:xfrm>
          <a:prstGeom prst="rect">
            <a:avLst/>
          </a:prstGeom>
          <a:solidFill>
            <a:srgbClr val="C5221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700</a:t>
            </a:r>
            <a:endParaRPr sz="800">
              <a:solidFill>
                <a:schemeClr val="lt1"/>
              </a:solidFill>
              <a:latin typeface="Google Sans Mono"/>
              <a:ea typeface="Google Sans Mono"/>
              <a:cs typeface="Google Sans Mono"/>
              <a:sym typeface="Google Sans Mono"/>
            </a:endParaRPr>
          </a:p>
        </p:txBody>
      </p:sp>
      <p:sp>
        <p:nvSpPr>
          <p:cNvPr id="399" name="Google Shape;399;p38"/>
          <p:cNvSpPr/>
          <p:nvPr/>
        </p:nvSpPr>
        <p:spPr>
          <a:xfrm>
            <a:off x="2103090" y="1726458"/>
            <a:ext cx="1645800" cy="423000"/>
          </a:xfrm>
          <a:prstGeom prst="rect">
            <a:avLst/>
          </a:prstGeom>
          <a:solidFill>
            <a:srgbClr val="D9302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600</a:t>
            </a:r>
            <a:endParaRPr sz="800">
              <a:solidFill>
                <a:schemeClr val="lt1"/>
              </a:solidFill>
              <a:latin typeface="Google Sans Mono"/>
              <a:ea typeface="Google Sans Mono"/>
              <a:cs typeface="Google Sans Mono"/>
              <a:sym typeface="Google Sans Mono"/>
            </a:endParaRPr>
          </a:p>
        </p:txBody>
      </p:sp>
      <p:sp>
        <p:nvSpPr>
          <p:cNvPr id="400" name="Google Shape;400;p38"/>
          <p:cNvSpPr/>
          <p:nvPr/>
        </p:nvSpPr>
        <p:spPr>
          <a:xfrm>
            <a:off x="2103090" y="2149544"/>
            <a:ext cx="1645800" cy="423000"/>
          </a:xfrm>
          <a:prstGeom prst="rect">
            <a:avLst/>
          </a:prstGeom>
          <a:solidFill>
            <a:srgbClr val="EA433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500</a:t>
            </a:r>
            <a:endParaRPr sz="800">
              <a:solidFill>
                <a:schemeClr val="lt1"/>
              </a:solidFill>
              <a:latin typeface="Google Sans Mono"/>
              <a:ea typeface="Google Sans Mono"/>
              <a:cs typeface="Google Sans Mono"/>
              <a:sym typeface="Google Sans Mono"/>
            </a:endParaRPr>
          </a:p>
        </p:txBody>
      </p:sp>
      <p:sp>
        <p:nvSpPr>
          <p:cNvPr id="401" name="Google Shape;401;p38"/>
          <p:cNvSpPr/>
          <p:nvPr/>
        </p:nvSpPr>
        <p:spPr>
          <a:xfrm>
            <a:off x="2103090" y="2572630"/>
            <a:ext cx="1645800" cy="423000"/>
          </a:xfrm>
          <a:prstGeom prst="rect">
            <a:avLst/>
          </a:prstGeom>
          <a:solidFill>
            <a:srgbClr val="EE675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400</a:t>
            </a:r>
            <a:endParaRPr sz="800">
              <a:solidFill>
                <a:schemeClr val="lt1"/>
              </a:solidFill>
              <a:latin typeface="Google Sans Mono"/>
              <a:ea typeface="Google Sans Mono"/>
              <a:cs typeface="Google Sans Mono"/>
              <a:sym typeface="Google Sans Mono"/>
            </a:endParaRPr>
          </a:p>
        </p:txBody>
      </p:sp>
      <p:sp>
        <p:nvSpPr>
          <p:cNvPr id="402" name="Google Shape;402;p38"/>
          <p:cNvSpPr/>
          <p:nvPr/>
        </p:nvSpPr>
        <p:spPr>
          <a:xfrm>
            <a:off x="2103090" y="2995716"/>
            <a:ext cx="1645800" cy="423000"/>
          </a:xfrm>
          <a:prstGeom prst="rect">
            <a:avLst/>
          </a:prstGeom>
          <a:solidFill>
            <a:srgbClr val="F28B8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300</a:t>
            </a:r>
            <a:endParaRPr sz="800">
              <a:solidFill>
                <a:schemeClr val="lt1"/>
              </a:solidFill>
              <a:latin typeface="Google Sans Mono"/>
              <a:ea typeface="Google Sans Mono"/>
              <a:cs typeface="Google Sans Mono"/>
              <a:sym typeface="Google Sans Mono"/>
            </a:endParaRPr>
          </a:p>
        </p:txBody>
      </p:sp>
      <p:sp>
        <p:nvSpPr>
          <p:cNvPr id="403" name="Google Shape;403;p38"/>
          <p:cNvSpPr/>
          <p:nvPr/>
        </p:nvSpPr>
        <p:spPr>
          <a:xfrm>
            <a:off x="2103090" y="3418802"/>
            <a:ext cx="1645800" cy="423000"/>
          </a:xfrm>
          <a:prstGeom prst="rect">
            <a:avLst/>
          </a:prstGeom>
          <a:solidFill>
            <a:srgbClr val="F6AEA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200</a:t>
            </a:r>
            <a:endParaRPr sz="800">
              <a:solidFill>
                <a:schemeClr val="dk1"/>
              </a:solidFill>
              <a:latin typeface="Google Sans Mono"/>
              <a:ea typeface="Google Sans Mono"/>
              <a:cs typeface="Google Sans Mono"/>
              <a:sym typeface="Google Sans Mono"/>
            </a:endParaRPr>
          </a:p>
        </p:txBody>
      </p:sp>
      <p:sp>
        <p:nvSpPr>
          <p:cNvPr id="404" name="Google Shape;404;p38"/>
          <p:cNvSpPr/>
          <p:nvPr/>
        </p:nvSpPr>
        <p:spPr>
          <a:xfrm>
            <a:off x="2103090" y="3841888"/>
            <a:ext cx="1645800" cy="423000"/>
          </a:xfrm>
          <a:prstGeom prst="rect">
            <a:avLst/>
          </a:prstGeom>
          <a:solidFill>
            <a:srgbClr val="FAD2C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100</a:t>
            </a:r>
            <a:endParaRPr sz="800">
              <a:solidFill>
                <a:schemeClr val="dk1"/>
              </a:solidFill>
              <a:latin typeface="Google Sans Mono"/>
              <a:ea typeface="Google Sans Mono"/>
              <a:cs typeface="Google Sans Mono"/>
              <a:sym typeface="Google Sans Mono"/>
            </a:endParaRPr>
          </a:p>
        </p:txBody>
      </p:sp>
      <p:sp>
        <p:nvSpPr>
          <p:cNvPr id="405" name="Google Shape;405;p38"/>
          <p:cNvSpPr/>
          <p:nvPr/>
        </p:nvSpPr>
        <p:spPr>
          <a:xfrm>
            <a:off x="2103090" y="4264974"/>
            <a:ext cx="1645800" cy="423000"/>
          </a:xfrm>
          <a:prstGeom prst="rect">
            <a:avLst/>
          </a:prstGeom>
          <a:solidFill>
            <a:srgbClr val="FCE8E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50</a:t>
            </a:r>
            <a:endParaRPr sz="800">
              <a:solidFill>
                <a:schemeClr val="dk1"/>
              </a:solidFill>
              <a:latin typeface="Google Sans Mono"/>
              <a:ea typeface="Google Sans Mono"/>
              <a:cs typeface="Google Sans Mono"/>
              <a:sym typeface="Google Sans Mono"/>
            </a:endParaRPr>
          </a:p>
        </p:txBody>
      </p:sp>
      <p:sp>
        <p:nvSpPr>
          <p:cNvPr id="406" name="Google Shape;406;p38"/>
          <p:cNvSpPr/>
          <p:nvPr/>
        </p:nvSpPr>
        <p:spPr>
          <a:xfrm>
            <a:off x="3749090" y="457200"/>
            <a:ext cx="1645800" cy="423000"/>
          </a:xfrm>
          <a:prstGeom prst="rect">
            <a:avLst/>
          </a:prstGeom>
          <a:solidFill>
            <a:srgbClr val="E374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900</a:t>
            </a:r>
            <a:endParaRPr sz="800">
              <a:solidFill>
                <a:schemeClr val="lt1"/>
              </a:solidFill>
              <a:latin typeface="Google Sans Mono"/>
              <a:ea typeface="Google Sans Mono"/>
              <a:cs typeface="Google Sans Mono"/>
              <a:sym typeface="Google Sans Mono"/>
            </a:endParaRPr>
          </a:p>
        </p:txBody>
      </p:sp>
      <p:sp>
        <p:nvSpPr>
          <p:cNvPr id="407" name="Google Shape;407;p38"/>
          <p:cNvSpPr/>
          <p:nvPr/>
        </p:nvSpPr>
        <p:spPr>
          <a:xfrm>
            <a:off x="3749090" y="880286"/>
            <a:ext cx="1645800" cy="423000"/>
          </a:xfrm>
          <a:prstGeom prst="rect">
            <a:avLst/>
          </a:prstGeom>
          <a:solidFill>
            <a:srgbClr val="EA86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800</a:t>
            </a:r>
            <a:endParaRPr sz="800">
              <a:solidFill>
                <a:schemeClr val="lt1"/>
              </a:solidFill>
              <a:latin typeface="Google Sans Mono"/>
              <a:ea typeface="Google Sans Mono"/>
              <a:cs typeface="Google Sans Mono"/>
              <a:sym typeface="Google Sans Mono"/>
            </a:endParaRPr>
          </a:p>
        </p:txBody>
      </p:sp>
      <p:sp>
        <p:nvSpPr>
          <p:cNvPr id="408" name="Google Shape;408;p38"/>
          <p:cNvSpPr/>
          <p:nvPr/>
        </p:nvSpPr>
        <p:spPr>
          <a:xfrm>
            <a:off x="3749090" y="1303372"/>
            <a:ext cx="1645800" cy="423000"/>
          </a:xfrm>
          <a:prstGeom prst="rect">
            <a:avLst/>
          </a:prstGeom>
          <a:solidFill>
            <a:srgbClr val="F2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700</a:t>
            </a:r>
            <a:endParaRPr sz="800">
              <a:solidFill>
                <a:schemeClr val="lt1"/>
              </a:solidFill>
              <a:latin typeface="Google Sans Mono"/>
              <a:ea typeface="Google Sans Mono"/>
              <a:cs typeface="Google Sans Mono"/>
              <a:sym typeface="Google Sans Mono"/>
            </a:endParaRPr>
          </a:p>
        </p:txBody>
      </p:sp>
      <p:sp>
        <p:nvSpPr>
          <p:cNvPr id="409" name="Google Shape;409;p38"/>
          <p:cNvSpPr/>
          <p:nvPr/>
        </p:nvSpPr>
        <p:spPr>
          <a:xfrm>
            <a:off x="3749090" y="1726458"/>
            <a:ext cx="1645800" cy="423000"/>
          </a:xfrm>
          <a:prstGeom prst="rect">
            <a:avLst/>
          </a:prstGeom>
          <a:solidFill>
            <a:srgbClr val="F9AB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600</a:t>
            </a:r>
            <a:endParaRPr sz="800">
              <a:solidFill>
                <a:schemeClr val="lt1"/>
              </a:solidFill>
              <a:latin typeface="Google Sans Mono"/>
              <a:ea typeface="Google Sans Mono"/>
              <a:cs typeface="Google Sans Mono"/>
              <a:sym typeface="Google Sans Mono"/>
            </a:endParaRPr>
          </a:p>
        </p:txBody>
      </p:sp>
      <p:sp>
        <p:nvSpPr>
          <p:cNvPr id="410" name="Google Shape;410;p38"/>
          <p:cNvSpPr/>
          <p:nvPr/>
        </p:nvSpPr>
        <p:spPr>
          <a:xfrm>
            <a:off x="3749090" y="2149544"/>
            <a:ext cx="1645800" cy="423000"/>
          </a:xfrm>
          <a:prstGeom prst="rect">
            <a:avLst/>
          </a:prstGeom>
          <a:solidFill>
            <a:srgbClr val="FBBC0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500</a:t>
            </a:r>
            <a:endParaRPr sz="800">
              <a:solidFill>
                <a:schemeClr val="dk1"/>
              </a:solidFill>
              <a:latin typeface="Google Sans Mono"/>
              <a:ea typeface="Google Sans Mono"/>
              <a:cs typeface="Google Sans Mono"/>
              <a:sym typeface="Google Sans Mono"/>
            </a:endParaRPr>
          </a:p>
        </p:txBody>
      </p:sp>
      <p:sp>
        <p:nvSpPr>
          <p:cNvPr id="411" name="Google Shape;411;p38"/>
          <p:cNvSpPr/>
          <p:nvPr/>
        </p:nvSpPr>
        <p:spPr>
          <a:xfrm>
            <a:off x="3749090" y="2572630"/>
            <a:ext cx="1645800" cy="423000"/>
          </a:xfrm>
          <a:prstGeom prst="rect">
            <a:avLst/>
          </a:prstGeom>
          <a:solidFill>
            <a:srgbClr val="FCC93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400</a:t>
            </a:r>
            <a:endParaRPr sz="800">
              <a:solidFill>
                <a:schemeClr val="dk1"/>
              </a:solidFill>
              <a:latin typeface="Google Sans Mono"/>
              <a:ea typeface="Google Sans Mono"/>
              <a:cs typeface="Google Sans Mono"/>
              <a:sym typeface="Google Sans Mono"/>
            </a:endParaRPr>
          </a:p>
        </p:txBody>
      </p:sp>
      <p:sp>
        <p:nvSpPr>
          <p:cNvPr id="412" name="Google Shape;412;p38"/>
          <p:cNvSpPr/>
          <p:nvPr/>
        </p:nvSpPr>
        <p:spPr>
          <a:xfrm>
            <a:off x="3749090" y="2995716"/>
            <a:ext cx="1645800" cy="423000"/>
          </a:xfrm>
          <a:prstGeom prst="rect">
            <a:avLst/>
          </a:prstGeom>
          <a:solidFill>
            <a:srgbClr val="FDD66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300</a:t>
            </a:r>
            <a:endParaRPr sz="800">
              <a:solidFill>
                <a:schemeClr val="dk1"/>
              </a:solidFill>
              <a:latin typeface="Google Sans Mono"/>
              <a:ea typeface="Google Sans Mono"/>
              <a:cs typeface="Google Sans Mono"/>
              <a:sym typeface="Google Sans Mono"/>
            </a:endParaRPr>
          </a:p>
        </p:txBody>
      </p:sp>
      <p:sp>
        <p:nvSpPr>
          <p:cNvPr id="413" name="Google Shape;413;p38"/>
          <p:cNvSpPr/>
          <p:nvPr/>
        </p:nvSpPr>
        <p:spPr>
          <a:xfrm>
            <a:off x="3749090" y="3418802"/>
            <a:ext cx="1645800" cy="423000"/>
          </a:xfrm>
          <a:prstGeom prst="rect">
            <a:avLst/>
          </a:prstGeom>
          <a:solidFill>
            <a:srgbClr val="FDE29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200</a:t>
            </a:r>
            <a:endParaRPr sz="800">
              <a:solidFill>
                <a:schemeClr val="dk1"/>
              </a:solidFill>
              <a:latin typeface="Google Sans Mono"/>
              <a:ea typeface="Google Sans Mono"/>
              <a:cs typeface="Google Sans Mono"/>
              <a:sym typeface="Google Sans Mono"/>
            </a:endParaRPr>
          </a:p>
        </p:txBody>
      </p:sp>
      <p:sp>
        <p:nvSpPr>
          <p:cNvPr id="414" name="Google Shape;414;p38"/>
          <p:cNvSpPr/>
          <p:nvPr/>
        </p:nvSpPr>
        <p:spPr>
          <a:xfrm>
            <a:off x="3749090" y="3841888"/>
            <a:ext cx="1645800" cy="423000"/>
          </a:xfrm>
          <a:prstGeom prst="rect">
            <a:avLst/>
          </a:prstGeom>
          <a:solidFill>
            <a:srgbClr val="FEEFC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100</a:t>
            </a:r>
            <a:endParaRPr sz="800">
              <a:solidFill>
                <a:schemeClr val="dk1"/>
              </a:solidFill>
              <a:latin typeface="Google Sans Mono"/>
              <a:ea typeface="Google Sans Mono"/>
              <a:cs typeface="Google Sans Mono"/>
              <a:sym typeface="Google Sans Mono"/>
            </a:endParaRPr>
          </a:p>
        </p:txBody>
      </p:sp>
      <p:sp>
        <p:nvSpPr>
          <p:cNvPr id="415" name="Google Shape;415;p38"/>
          <p:cNvSpPr/>
          <p:nvPr/>
        </p:nvSpPr>
        <p:spPr>
          <a:xfrm>
            <a:off x="3749090" y="4264974"/>
            <a:ext cx="1645800" cy="423000"/>
          </a:xfrm>
          <a:prstGeom prst="rect">
            <a:avLst/>
          </a:prstGeom>
          <a:solidFill>
            <a:srgbClr val="FEF7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50</a:t>
            </a:r>
            <a:endParaRPr sz="800">
              <a:solidFill>
                <a:schemeClr val="dk1"/>
              </a:solidFill>
              <a:latin typeface="Google Sans Mono"/>
              <a:ea typeface="Google Sans Mono"/>
              <a:cs typeface="Google Sans Mono"/>
              <a:sym typeface="Google Sans Mono"/>
            </a:endParaRPr>
          </a:p>
        </p:txBody>
      </p:sp>
      <p:sp>
        <p:nvSpPr>
          <p:cNvPr id="416" name="Google Shape;416;p38"/>
          <p:cNvSpPr/>
          <p:nvPr/>
        </p:nvSpPr>
        <p:spPr>
          <a:xfrm>
            <a:off x="5394890" y="457200"/>
            <a:ext cx="1645800" cy="423000"/>
          </a:xfrm>
          <a:prstGeom prst="rect">
            <a:avLst/>
          </a:prstGeom>
          <a:solidFill>
            <a:srgbClr val="0D652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900</a:t>
            </a:r>
            <a:endParaRPr sz="800">
              <a:solidFill>
                <a:schemeClr val="lt1"/>
              </a:solidFill>
              <a:latin typeface="Google Sans Mono"/>
              <a:ea typeface="Google Sans Mono"/>
              <a:cs typeface="Google Sans Mono"/>
              <a:sym typeface="Google Sans Mono"/>
            </a:endParaRPr>
          </a:p>
        </p:txBody>
      </p:sp>
      <p:sp>
        <p:nvSpPr>
          <p:cNvPr id="417" name="Google Shape;417;p38"/>
          <p:cNvSpPr/>
          <p:nvPr/>
        </p:nvSpPr>
        <p:spPr>
          <a:xfrm>
            <a:off x="5394890" y="880286"/>
            <a:ext cx="1645800" cy="423000"/>
          </a:xfrm>
          <a:prstGeom prst="rect">
            <a:avLst/>
          </a:prstGeom>
          <a:solidFill>
            <a:srgbClr val="13733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800</a:t>
            </a:r>
            <a:endParaRPr sz="800">
              <a:solidFill>
                <a:schemeClr val="lt1"/>
              </a:solidFill>
              <a:latin typeface="Google Sans Mono"/>
              <a:ea typeface="Google Sans Mono"/>
              <a:cs typeface="Google Sans Mono"/>
              <a:sym typeface="Google Sans Mono"/>
            </a:endParaRPr>
          </a:p>
        </p:txBody>
      </p:sp>
      <p:sp>
        <p:nvSpPr>
          <p:cNvPr id="418" name="Google Shape;418;p38"/>
          <p:cNvSpPr/>
          <p:nvPr/>
        </p:nvSpPr>
        <p:spPr>
          <a:xfrm>
            <a:off x="5394890" y="1303372"/>
            <a:ext cx="1645800" cy="423000"/>
          </a:xfrm>
          <a:prstGeom prst="rect">
            <a:avLst/>
          </a:prstGeom>
          <a:solidFill>
            <a:srgbClr val="18803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700</a:t>
            </a:r>
            <a:endParaRPr sz="800">
              <a:solidFill>
                <a:schemeClr val="lt1"/>
              </a:solidFill>
              <a:latin typeface="Google Sans Mono"/>
              <a:ea typeface="Google Sans Mono"/>
              <a:cs typeface="Google Sans Mono"/>
              <a:sym typeface="Google Sans Mono"/>
            </a:endParaRPr>
          </a:p>
        </p:txBody>
      </p:sp>
      <p:sp>
        <p:nvSpPr>
          <p:cNvPr id="419" name="Google Shape;419;p38"/>
          <p:cNvSpPr/>
          <p:nvPr/>
        </p:nvSpPr>
        <p:spPr>
          <a:xfrm>
            <a:off x="5394890" y="1726458"/>
            <a:ext cx="1645800" cy="423000"/>
          </a:xfrm>
          <a:prstGeom prst="rect">
            <a:avLst/>
          </a:prstGeom>
          <a:solidFill>
            <a:srgbClr val="1E8E3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600</a:t>
            </a:r>
            <a:endParaRPr sz="800">
              <a:solidFill>
                <a:schemeClr val="lt1"/>
              </a:solidFill>
              <a:latin typeface="Google Sans Mono"/>
              <a:ea typeface="Google Sans Mono"/>
              <a:cs typeface="Google Sans Mono"/>
              <a:sym typeface="Google Sans Mono"/>
            </a:endParaRPr>
          </a:p>
        </p:txBody>
      </p:sp>
      <p:sp>
        <p:nvSpPr>
          <p:cNvPr id="420" name="Google Shape;420;p38"/>
          <p:cNvSpPr/>
          <p:nvPr/>
        </p:nvSpPr>
        <p:spPr>
          <a:xfrm>
            <a:off x="5394890" y="2149544"/>
            <a:ext cx="1645800" cy="423000"/>
          </a:xfrm>
          <a:prstGeom prst="rect">
            <a:avLst/>
          </a:prstGeom>
          <a:solidFill>
            <a:srgbClr val="34A85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500</a:t>
            </a:r>
            <a:endParaRPr sz="800">
              <a:solidFill>
                <a:schemeClr val="lt1"/>
              </a:solidFill>
              <a:latin typeface="Google Sans Mono"/>
              <a:ea typeface="Google Sans Mono"/>
              <a:cs typeface="Google Sans Mono"/>
              <a:sym typeface="Google Sans Mono"/>
            </a:endParaRPr>
          </a:p>
        </p:txBody>
      </p:sp>
      <p:sp>
        <p:nvSpPr>
          <p:cNvPr id="421" name="Google Shape;421;p38"/>
          <p:cNvSpPr/>
          <p:nvPr/>
        </p:nvSpPr>
        <p:spPr>
          <a:xfrm>
            <a:off x="5394890" y="2572630"/>
            <a:ext cx="1645800" cy="423000"/>
          </a:xfrm>
          <a:prstGeom prst="rect">
            <a:avLst/>
          </a:prstGeom>
          <a:solidFill>
            <a:srgbClr val="5BB97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400</a:t>
            </a:r>
            <a:endParaRPr sz="800">
              <a:solidFill>
                <a:schemeClr val="dk1"/>
              </a:solidFill>
              <a:latin typeface="Google Sans Mono"/>
              <a:ea typeface="Google Sans Mono"/>
              <a:cs typeface="Google Sans Mono"/>
              <a:sym typeface="Google Sans Mono"/>
            </a:endParaRPr>
          </a:p>
        </p:txBody>
      </p:sp>
      <p:sp>
        <p:nvSpPr>
          <p:cNvPr id="422" name="Google Shape;422;p38"/>
          <p:cNvSpPr/>
          <p:nvPr/>
        </p:nvSpPr>
        <p:spPr>
          <a:xfrm>
            <a:off x="5394890" y="2995716"/>
            <a:ext cx="1645800" cy="423000"/>
          </a:xfrm>
          <a:prstGeom prst="rect">
            <a:avLst/>
          </a:prstGeom>
          <a:solidFill>
            <a:srgbClr val="81C99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300</a:t>
            </a:r>
            <a:endParaRPr sz="800">
              <a:solidFill>
                <a:schemeClr val="dk1"/>
              </a:solidFill>
              <a:latin typeface="Google Sans Mono"/>
              <a:ea typeface="Google Sans Mono"/>
              <a:cs typeface="Google Sans Mono"/>
              <a:sym typeface="Google Sans Mono"/>
            </a:endParaRPr>
          </a:p>
        </p:txBody>
      </p:sp>
      <p:sp>
        <p:nvSpPr>
          <p:cNvPr id="423" name="Google Shape;423;p38"/>
          <p:cNvSpPr/>
          <p:nvPr/>
        </p:nvSpPr>
        <p:spPr>
          <a:xfrm>
            <a:off x="5394890" y="3418802"/>
            <a:ext cx="1645800" cy="423000"/>
          </a:xfrm>
          <a:prstGeom prst="rect">
            <a:avLst/>
          </a:prstGeom>
          <a:solidFill>
            <a:srgbClr val="A8DAB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200</a:t>
            </a:r>
            <a:endParaRPr sz="800">
              <a:solidFill>
                <a:schemeClr val="dk1"/>
              </a:solidFill>
              <a:latin typeface="Google Sans Mono"/>
              <a:ea typeface="Google Sans Mono"/>
              <a:cs typeface="Google Sans Mono"/>
              <a:sym typeface="Google Sans Mono"/>
            </a:endParaRPr>
          </a:p>
        </p:txBody>
      </p:sp>
      <p:sp>
        <p:nvSpPr>
          <p:cNvPr id="424" name="Google Shape;424;p38"/>
          <p:cNvSpPr/>
          <p:nvPr/>
        </p:nvSpPr>
        <p:spPr>
          <a:xfrm>
            <a:off x="5394890" y="3841888"/>
            <a:ext cx="1645800" cy="423000"/>
          </a:xfrm>
          <a:prstGeom prst="rect">
            <a:avLst/>
          </a:prstGeom>
          <a:solidFill>
            <a:srgbClr val="CEEAD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100</a:t>
            </a:r>
            <a:endParaRPr sz="800">
              <a:solidFill>
                <a:schemeClr val="dk1"/>
              </a:solidFill>
              <a:latin typeface="Google Sans Mono"/>
              <a:ea typeface="Google Sans Mono"/>
              <a:cs typeface="Google Sans Mono"/>
              <a:sym typeface="Google Sans Mono"/>
            </a:endParaRPr>
          </a:p>
        </p:txBody>
      </p:sp>
      <p:sp>
        <p:nvSpPr>
          <p:cNvPr id="425" name="Google Shape;425;p38"/>
          <p:cNvSpPr/>
          <p:nvPr/>
        </p:nvSpPr>
        <p:spPr>
          <a:xfrm>
            <a:off x="5394890" y="4264974"/>
            <a:ext cx="1645800" cy="423000"/>
          </a:xfrm>
          <a:prstGeom prst="rect">
            <a:avLst/>
          </a:prstGeom>
          <a:solidFill>
            <a:srgbClr val="E6F4E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50</a:t>
            </a:r>
            <a:endParaRPr sz="800">
              <a:solidFill>
                <a:schemeClr val="dk1"/>
              </a:solidFill>
              <a:latin typeface="Google Sans Mono"/>
              <a:ea typeface="Google Sans Mono"/>
              <a:cs typeface="Google Sans Mono"/>
              <a:sym typeface="Google Sans Mono"/>
            </a:endParaRPr>
          </a:p>
        </p:txBody>
      </p:sp>
      <p:sp>
        <p:nvSpPr>
          <p:cNvPr id="426" name="Google Shape;426;p38"/>
          <p:cNvSpPr/>
          <p:nvPr/>
        </p:nvSpPr>
        <p:spPr>
          <a:xfrm>
            <a:off x="7040890" y="457200"/>
            <a:ext cx="1645800" cy="423000"/>
          </a:xfrm>
          <a:prstGeom prst="rect">
            <a:avLst/>
          </a:prstGeom>
          <a:solidFill>
            <a:srgbClr val="20212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900</a:t>
            </a:r>
            <a:endParaRPr sz="800">
              <a:solidFill>
                <a:schemeClr val="lt1"/>
              </a:solidFill>
              <a:latin typeface="Google Sans Mono"/>
              <a:ea typeface="Google Sans Mono"/>
              <a:cs typeface="Google Sans Mono"/>
              <a:sym typeface="Google Sans Mono"/>
            </a:endParaRPr>
          </a:p>
        </p:txBody>
      </p:sp>
      <p:sp>
        <p:nvSpPr>
          <p:cNvPr id="427" name="Google Shape;427;p38"/>
          <p:cNvSpPr/>
          <p:nvPr/>
        </p:nvSpPr>
        <p:spPr>
          <a:xfrm>
            <a:off x="7040890" y="880286"/>
            <a:ext cx="1645800" cy="423000"/>
          </a:xfrm>
          <a:prstGeom prst="rect">
            <a:avLst/>
          </a:prstGeom>
          <a:solidFill>
            <a:srgbClr val="3C404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800</a:t>
            </a:r>
            <a:endParaRPr sz="800">
              <a:solidFill>
                <a:schemeClr val="lt1"/>
              </a:solidFill>
              <a:latin typeface="Google Sans Mono"/>
              <a:ea typeface="Google Sans Mono"/>
              <a:cs typeface="Google Sans Mono"/>
              <a:sym typeface="Google Sans Mono"/>
            </a:endParaRPr>
          </a:p>
        </p:txBody>
      </p:sp>
      <p:sp>
        <p:nvSpPr>
          <p:cNvPr id="428" name="Google Shape;428;p38"/>
          <p:cNvSpPr/>
          <p:nvPr/>
        </p:nvSpPr>
        <p:spPr>
          <a:xfrm>
            <a:off x="7040890" y="1303372"/>
            <a:ext cx="1645800" cy="423000"/>
          </a:xfrm>
          <a:prstGeom prst="rect">
            <a:avLst/>
          </a:prstGeom>
          <a:solidFill>
            <a:srgbClr val="5F636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700</a:t>
            </a:r>
            <a:endParaRPr sz="800">
              <a:solidFill>
                <a:schemeClr val="lt1"/>
              </a:solidFill>
              <a:latin typeface="Google Sans Mono"/>
              <a:ea typeface="Google Sans Mono"/>
              <a:cs typeface="Google Sans Mono"/>
              <a:sym typeface="Google Sans Mono"/>
            </a:endParaRPr>
          </a:p>
        </p:txBody>
      </p:sp>
      <p:sp>
        <p:nvSpPr>
          <p:cNvPr id="429" name="Google Shape;429;p38"/>
          <p:cNvSpPr/>
          <p:nvPr/>
        </p:nvSpPr>
        <p:spPr>
          <a:xfrm>
            <a:off x="7040890" y="1726458"/>
            <a:ext cx="1645800" cy="423000"/>
          </a:xfrm>
          <a:prstGeom prst="rect">
            <a:avLst/>
          </a:prstGeom>
          <a:solidFill>
            <a:srgbClr val="80868B"/>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600</a:t>
            </a:r>
            <a:endParaRPr sz="800">
              <a:solidFill>
                <a:schemeClr val="lt1"/>
              </a:solidFill>
              <a:latin typeface="Google Sans Mono"/>
              <a:ea typeface="Google Sans Mono"/>
              <a:cs typeface="Google Sans Mono"/>
              <a:sym typeface="Google Sans Mono"/>
            </a:endParaRPr>
          </a:p>
        </p:txBody>
      </p:sp>
      <p:sp>
        <p:nvSpPr>
          <p:cNvPr id="430" name="Google Shape;430;p38"/>
          <p:cNvSpPr/>
          <p:nvPr/>
        </p:nvSpPr>
        <p:spPr>
          <a:xfrm>
            <a:off x="7040890" y="2149544"/>
            <a:ext cx="1645800" cy="423000"/>
          </a:xfrm>
          <a:prstGeom prst="rect">
            <a:avLst/>
          </a:prstGeom>
          <a:solidFill>
            <a:srgbClr val="9AA0A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Google Sans Mono"/>
                <a:ea typeface="Google Sans Mono"/>
                <a:cs typeface="Google Sans Mono"/>
                <a:sym typeface="Google Sans Mono"/>
              </a:rPr>
              <a:t>500</a:t>
            </a:r>
            <a:endParaRPr sz="800">
              <a:solidFill>
                <a:schemeClr val="lt1"/>
              </a:solidFill>
              <a:latin typeface="Google Sans Mono"/>
              <a:ea typeface="Google Sans Mono"/>
              <a:cs typeface="Google Sans Mono"/>
              <a:sym typeface="Google Sans Mono"/>
            </a:endParaRPr>
          </a:p>
        </p:txBody>
      </p:sp>
      <p:sp>
        <p:nvSpPr>
          <p:cNvPr id="431" name="Google Shape;431;p38"/>
          <p:cNvSpPr/>
          <p:nvPr/>
        </p:nvSpPr>
        <p:spPr>
          <a:xfrm>
            <a:off x="7040890" y="2572630"/>
            <a:ext cx="1645800" cy="423000"/>
          </a:xfrm>
          <a:prstGeom prst="rect">
            <a:avLst/>
          </a:prstGeom>
          <a:solidFill>
            <a:srgbClr val="BDC1C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400</a:t>
            </a:r>
            <a:endParaRPr sz="800">
              <a:solidFill>
                <a:schemeClr val="dk1"/>
              </a:solidFill>
              <a:latin typeface="Google Sans Mono"/>
              <a:ea typeface="Google Sans Mono"/>
              <a:cs typeface="Google Sans Mono"/>
              <a:sym typeface="Google Sans Mono"/>
            </a:endParaRPr>
          </a:p>
        </p:txBody>
      </p:sp>
      <p:sp>
        <p:nvSpPr>
          <p:cNvPr id="432" name="Google Shape;432;p38"/>
          <p:cNvSpPr/>
          <p:nvPr/>
        </p:nvSpPr>
        <p:spPr>
          <a:xfrm>
            <a:off x="7040890" y="2995716"/>
            <a:ext cx="1645800" cy="423000"/>
          </a:xfrm>
          <a:prstGeom prst="rect">
            <a:avLst/>
          </a:prstGeom>
          <a:solidFill>
            <a:srgbClr val="DADC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300</a:t>
            </a:r>
            <a:endParaRPr sz="800">
              <a:solidFill>
                <a:schemeClr val="dk1"/>
              </a:solidFill>
              <a:latin typeface="Google Sans Mono"/>
              <a:ea typeface="Google Sans Mono"/>
              <a:cs typeface="Google Sans Mono"/>
              <a:sym typeface="Google Sans Mono"/>
            </a:endParaRPr>
          </a:p>
        </p:txBody>
      </p:sp>
      <p:sp>
        <p:nvSpPr>
          <p:cNvPr id="433" name="Google Shape;433;p38"/>
          <p:cNvSpPr/>
          <p:nvPr/>
        </p:nvSpPr>
        <p:spPr>
          <a:xfrm>
            <a:off x="7040890" y="3418802"/>
            <a:ext cx="1645800" cy="423000"/>
          </a:xfrm>
          <a:prstGeom prst="rect">
            <a:avLst/>
          </a:prstGeom>
          <a:solidFill>
            <a:srgbClr val="E8EAE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200</a:t>
            </a:r>
            <a:endParaRPr sz="800">
              <a:solidFill>
                <a:schemeClr val="dk1"/>
              </a:solidFill>
              <a:latin typeface="Google Sans Mono"/>
              <a:ea typeface="Google Sans Mono"/>
              <a:cs typeface="Google Sans Mono"/>
              <a:sym typeface="Google Sans Mono"/>
            </a:endParaRPr>
          </a:p>
        </p:txBody>
      </p:sp>
      <p:sp>
        <p:nvSpPr>
          <p:cNvPr id="434" name="Google Shape;434;p38"/>
          <p:cNvSpPr/>
          <p:nvPr/>
        </p:nvSpPr>
        <p:spPr>
          <a:xfrm>
            <a:off x="7040890" y="3841888"/>
            <a:ext cx="1645800" cy="423000"/>
          </a:xfrm>
          <a:prstGeom prst="rect">
            <a:avLst/>
          </a:prstGeom>
          <a:solidFill>
            <a:srgbClr val="F1F3F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100</a:t>
            </a:r>
            <a:endParaRPr sz="800">
              <a:solidFill>
                <a:schemeClr val="dk1"/>
              </a:solidFill>
              <a:latin typeface="Google Sans Mono"/>
              <a:ea typeface="Google Sans Mono"/>
              <a:cs typeface="Google Sans Mono"/>
              <a:sym typeface="Google Sans Mono"/>
            </a:endParaRPr>
          </a:p>
        </p:txBody>
      </p:sp>
      <p:sp>
        <p:nvSpPr>
          <p:cNvPr id="435" name="Google Shape;435;p38"/>
          <p:cNvSpPr/>
          <p:nvPr/>
        </p:nvSpPr>
        <p:spPr>
          <a:xfrm>
            <a:off x="7040890" y="4264974"/>
            <a:ext cx="1645800" cy="423000"/>
          </a:xfrm>
          <a:prstGeom prst="rect">
            <a:avLst/>
          </a:prstGeom>
          <a:solidFill>
            <a:srgbClr val="F8F9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Google Sans Mono"/>
                <a:ea typeface="Google Sans Mono"/>
                <a:cs typeface="Google Sans Mono"/>
                <a:sym typeface="Google Sans Mono"/>
              </a:rPr>
              <a:t>50</a:t>
            </a:r>
            <a:endParaRPr sz="800">
              <a:solidFill>
                <a:schemeClr val="dk1"/>
              </a:solidFill>
              <a:latin typeface="Google Sans Mono"/>
              <a:ea typeface="Google Sans Mono"/>
              <a:cs typeface="Google Sans Mono"/>
              <a:sym typeface="Google Sans Mono"/>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6" name="Shape 436"/>
        <p:cNvGrpSpPr/>
        <p:nvPr/>
      </p:nvGrpSpPr>
      <p:grpSpPr>
        <a:xfrm>
          <a:off x="0" y="0"/>
          <a:ext cx="0" cy="0"/>
          <a:chOff x="0" y="0"/>
          <a:chExt cx="0" cy="0"/>
        </a:xfrm>
      </p:grpSpPr>
      <p:sp>
        <p:nvSpPr>
          <p:cNvPr id="437" name="Google Shape;437;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2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8" name="Google Shape;438;p39"/>
          <p:cNvSpPr txBox="1"/>
          <p:nvPr>
            <p:ph idx="1" type="body"/>
          </p:nvPr>
        </p:nvSpPr>
        <p:spPr>
          <a:xfrm>
            <a:off x="311700" y="1152475"/>
            <a:ext cx="8520600" cy="34164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39" name="Google Shape;439;p39"/>
          <p:cNvSpPr txBox="1"/>
          <p:nvPr>
            <p:ph idx="12" type="sldNum"/>
          </p:nvPr>
        </p:nvSpPr>
        <p:spPr>
          <a:xfrm>
            <a:off x="8472458" y="4663217"/>
            <a:ext cx="548700" cy="393600"/>
          </a:xfrm>
          <a:prstGeom prst="rect">
            <a:avLst/>
          </a:prstGeom>
        </p:spPr>
        <p:txBody>
          <a:bodyPr anchorCtr="0" anchor="ctr" bIns="0" lIns="91425" spcFirstLastPara="1" rIns="91425"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0" name="Shape 440"/>
        <p:cNvGrpSpPr/>
        <p:nvPr/>
      </p:nvGrpSpPr>
      <p:grpSpPr>
        <a:xfrm>
          <a:off x="0" y="0"/>
          <a:ext cx="0" cy="0"/>
          <a:chOff x="0" y="0"/>
          <a:chExt cx="0" cy="0"/>
        </a:xfrm>
      </p:grpSpPr>
      <p:sp>
        <p:nvSpPr>
          <p:cNvPr id="441" name="Google Shape;441;p40"/>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42" name="Google Shape;442;p40"/>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3" name="Google Shape;443;p40"/>
          <p:cNvSpPr txBox="1"/>
          <p:nvPr>
            <p:ph idx="12" type="sldNum"/>
          </p:nvPr>
        </p:nvSpPr>
        <p:spPr>
          <a:xfrm>
            <a:off x="8472458" y="4663217"/>
            <a:ext cx="548700" cy="393600"/>
          </a:xfrm>
          <a:prstGeom prst="rect">
            <a:avLst/>
          </a:prstGeom>
        </p:spPr>
        <p:txBody>
          <a:bodyPr anchorCtr="0" anchor="ctr" bIns="0" lIns="91425" spcFirstLastPara="1" rIns="91425"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2 Google footer">
  <p:cSld name="CUSTOM_8_2_1_1_1_1_1_2_1_1_1_4">
    <p:bg>
      <p:bgPr>
        <a:solidFill>
          <a:srgbClr val="000000"/>
        </a:solidFill>
      </p:bgPr>
    </p:bg>
    <p:spTree>
      <p:nvGrpSpPr>
        <p:cNvPr id="444" name="Shape 444"/>
        <p:cNvGrpSpPr/>
        <p:nvPr/>
      </p:nvGrpSpPr>
      <p:grpSpPr>
        <a:xfrm>
          <a:off x="0" y="0"/>
          <a:ext cx="0" cy="0"/>
          <a:chOff x="0" y="0"/>
          <a:chExt cx="0" cy="0"/>
        </a:xfrm>
      </p:grpSpPr>
      <p:sp>
        <p:nvSpPr>
          <p:cNvPr id="445" name="Google Shape;445;p41"/>
          <p:cNvSpPr txBox="1"/>
          <p:nvPr/>
        </p:nvSpPr>
        <p:spPr>
          <a:xfrm>
            <a:off x="6062195" y="4800600"/>
            <a:ext cx="2625000" cy="1410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Google Sans Text"/>
                <a:ea typeface="Google Sans Text"/>
                <a:cs typeface="Google Sans Text"/>
                <a:sym typeface="Google Sans Text"/>
              </a:rPr>
              <a:t>Proprietary &amp; Confidential</a:t>
            </a:r>
            <a:endParaRPr sz="800">
              <a:solidFill>
                <a:schemeClr val="dk1"/>
              </a:solidFill>
              <a:latin typeface="Google Sans Text"/>
              <a:ea typeface="Google Sans Text"/>
              <a:cs typeface="Google Sans Text"/>
              <a:sym typeface="Google Sans Text"/>
            </a:endParaRPr>
          </a:p>
        </p:txBody>
      </p:sp>
      <p:sp>
        <p:nvSpPr>
          <p:cNvPr id="446" name="Google Shape;446;p41"/>
          <p:cNvSpPr txBox="1"/>
          <p:nvPr>
            <p:ph type="title"/>
          </p:nvPr>
        </p:nvSpPr>
        <p:spPr>
          <a:xfrm>
            <a:off x="453825" y="641950"/>
            <a:ext cx="7924500" cy="1262400"/>
          </a:xfrm>
          <a:prstGeom prst="rect">
            <a:avLst/>
          </a:prstGeom>
          <a:noFill/>
        </p:spPr>
        <p:txBody>
          <a:bodyPr anchorCtr="0" anchor="t" bIns="0" lIns="0" spcFirstLastPara="1" rIns="0" wrap="square" tIns="0">
            <a:noAutofit/>
          </a:bodyPr>
          <a:lstStyle>
            <a:lvl1pPr lvl="0">
              <a:lnSpc>
                <a:spcPct val="90000"/>
              </a:lnSpc>
              <a:spcBef>
                <a:spcPts val="0"/>
              </a:spcBef>
              <a:spcAft>
                <a:spcPts val="0"/>
              </a:spcAft>
              <a:buSzPts val="3000"/>
              <a:buFont typeface="Google Sans"/>
              <a:buNone/>
              <a:defRPr b="1" sz="3000">
                <a:latin typeface="Google Sans"/>
                <a:ea typeface="Google Sans"/>
                <a:cs typeface="Google Sans"/>
                <a:sym typeface="Google Sans"/>
              </a:defRPr>
            </a:lvl1pPr>
            <a:lvl2pPr lvl="1">
              <a:lnSpc>
                <a:spcPct val="90000"/>
              </a:lnSpc>
              <a:spcBef>
                <a:spcPts val="0"/>
              </a:spcBef>
              <a:spcAft>
                <a:spcPts val="0"/>
              </a:spcAft>
              <a:buSzPts val="3000"/>
              <a:buFont typeface="Google Sans"/>
              <a:buNone/>
              <a:defRPr b="1" sz="3000">
                <a:latin typeface="Google Sans"/>
                <a:ea typeface="Google Sans"/>
                <a:cs typeface="Google Sans"/>
                <a:sym typeface="Google Sans"/>
              </a:defRPr>
            </a:lvl2pPr>
            <a:lvl3pPr lvl="2">
              <a:lnSpc>
                <a:spcPct val="90000"/>
              </a:lnSpc>
              <a:spcBef>
                <a:spcPts val="0"/>
              </a:spcBef>
              <a:spcAft>
                <a:spcPts val="0"/>
              </a:spcAft>
              <a:buSzPts val="3000"/>
              <a:buFont typeface="Google Sans"/>
              <a:buNone/>
              <a:defRPr b="1" sz="3000">
                <a:latin typeface="Google Sans"/>
                <a:ea typeface="Google Sans"/>
                <a:cs typeface="Google Sans"/>
                <a:sym typeface="Google Sans"/>
              </a:defRPr>
            </a:lvl3pPr>
            <a:lvl4pPr lvl="3">
              <a:lnSpc>
                <a:spcPct val="90000"/>
              </a:lnSpc>
              <a:spcBef>
                <a:spcPts val="0"/>
              </a:spcBef>
              <a:spcAft>
                <a:spcPts val="0"/>
              </a:spcAft>
              <a:buSzPts val="3000"/>
              <a:buFont typeface="Google Sans"/>
              <a:buNone/>
              <a:defRPr b="1" sz="3000">
                <a:latin typeface="Google Sans"/>
                <a:ea typeface="Google Sans"/>
                <a:cs typeface="Google Sans"/>
                <a:sym typeface="Google Sans"/>
              </a:defRPr>
            </a:lvl4pPr>
            <a:lvl5pPr lvl="4">
              <a:lnSpc>
                <a:spcPct val="90000"/>
              </a:lnSpc>
              <a:spcBef>
                <a:spcPts val="0"/>
              </a:spcBef>
              <a:spcAft>
                <a:spcPts val="0"/>
              </a:spcAft>
              <a:buSzPts val="3000"/>
              <a:buFont typeface="Google Sans"/>
              <a:buNone/>
              <a:defRPr b="1" sz="3000">
                <a:latin typeface="Google Sans"/>
                <a:ea typeface="Google Sans"/>
                <a:cs typeface="Google Sans"/>
                <a:sym typeface="Google Sans"/>
              </a:defRPr>
            </a:lvl5pPr>
            <a:lvl6pPr lvl="5">
              <a:lnSpc>
                <a:spcPct val="90000"/>
              </a:lnSpc>
              <a:spcBef>
                <a:spcPts val="0"/>
              </a:spcBef>
              <a:spcAft>
                <a:spcPts val="0"/>
              </a:spcAft>
              <a:buSzPts val="3000"/>
              <a:buFont typeface="Google Sans"/>
              <a:buNone/>
              <a:defRPr b="1" sz="3000">
                <a:latin typeface="Google Sans"/>
                <a:ea typeface="Google Sans"/>
                <a:cs typeface="Google Sans"/>
                <a:sym typeface="Google Sans"/>
              </a:defRPr>
            </a:lvl6pPr>
            <a:lvl7pPr lvl="6">
              <a:lnSpc>
                <a:spcPct val="90000"/>
              </a:lnSpc>
              <a:spcBef>
                <a:spcPts val="0"/>
              </a:spcBef>
              <a:spcAft>
                <a:spcPts val="0"/>
              </a:spcAft>
              <a:buSzPts val="3000"/>
              <a:buFont typeface="Google Sans"/>
              <a:buNone/>
              <a:defRPr b="1" sz="3000">
                <a:latin typeface="Google Sans"/>
                <a:ea typeface="Google Sans"/>
                <a:cs typeface="Google Sans"/>
                <a:sym typeface="Google Sans"/>
              </a:defRPr>
            </a:lvl7pPr>
            <a:lvl8pPr lvl="7">
              <a:lnSpc>
                <a:spcPct val="90000"/>
              </a:lnSpc>
              <a:spcBef>
                <a:spcPts val="0"/>
              </a:spcBef>
              <a:spcAft>
                <a:spcPts val="0"/>
              </a:spcAft>
              <a:buSzPts val="3000"/>
              <a:buFont typeface="Google Sans"/>
              <a:buNone/>
              <a:defRPr b="1" sz="3000">
                <a:latin typeface="Google Sans"/>
                <a:ea typeface="Google Sans"/>
                <a:cs typeface="Google Sans"/>
                <a:sym typeface="Google Sans"/>
              </a:defRPr>
            </a:lvl8pPr>
            <a:lvl9pPr lvl="8">
              <a:lnSpc>
                <a:spcPct val="90000"/>
              </a:lnSpc>
              <a:spcBef>
                <a:spcPts val="0"/>
              </a:spcBef>
              <a:spcAft>
                <a:spcPts val="0"/>
              </a:spcAft>
              <a:buSzPts val="3000"/>
              <a:buFont typeface="Google Sans"/>
              <a:buNone/>
              <a:defRPr b="1" sz="3000">
                <a:latin typeface="Google Sans"/>
                <a:ea typeface="Google Sans"/>
                <a:cs typeface="Google Sans"/>
                <a:sym typeface="Google Sans"/>
              </a:defRPr>
            </a:lvl9pPr>
          </a:lstStyle>
          <a:p/>
        </p:txBody>
      </p:sp>
    </p:spTree>
  </p:cSld>
  <p:clrMapOvr>
    <a:masterClrMapping/>
  </p:clrMapOvr>
  <p:extLst>
    <p:ext uri="{DCECCB84-F9BA-43D5-87BE-67443E8EF086}">
      <p15:sldGuideLst>
        <p15:guide id="1" pos="684">
          <p15:clr>
            <a:srgbClr val="E46962"/>
          </p15:clr>
        </p15:guide>
        <p15:guide id="2" orient="horz" pos="1008">
          <p15:clr>
            <a:srgbClr val="E46962"/>
          </p15:clr>
        </p15:guide>
        <p15:guide id="3" orient="horz" pos="972">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7">
  <p:cSld name="TITLE_AND_BODY_7">
    <p:spTree>
      <p:nvGrpSpPr>
        <p:cNvPr id="447" name="Shape 447"/>
        <p:cNvGrpSpPr/>
        <p:nvPr/>
      </p:nvGrpSpPr>
      <p:grpSpPr>
        <a:xfrm>
          <a:off x="0" y="0"/>
          <a:ext cx="0" cy="0"/>
          <a:chOff x="0" y="0"/>
          <a:chExt cx="0" cy="0"/>
        </a:xfrm>
      </p:grpSpPr>
      <p:sp>
        <p:nvSpPr>
          <p:cNvPr id="448" name="Google Shape;448;p42"/>
          <p:cNvSpPr txBox="1"/>
          <p:nvPr>
            <p:ph type="title"/>
          </p:nvPr>
        </p:nvSpPr>
        <p:spPr>
          <a:xfrm>
            <a:off x="311700" y="334325"/>
            <a:ext cx="8520600" cy="572700"/>
          </a:xfrm>
          <a:prstGeom prst="rect">
            <a:avLst/>
          </a:prstGeom>
        </p:spPr>
        <p:txBody>
          <a:bodyPr anchorCtr="0" anchor="t" bIns="0" lIns="0" spcFirstLastPara="1" rIns="0" wrap="square" tIns="0">
            <a:spAutoFit/>
          </a:bodyPr>
          <a:lstStyle>
            <a:lvl1pPr lvl="0">
              <a:spcBef>
                <a:spcPts val="0"/>
              </a:spcBef>
              <a:spcAft>
                <a:spcPts val="0"/>
              </a:spcAft>
              <a:buSzPts val="2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9" name="Google Shape;449;p42"/>
          <p:cNvSpPr txBox="1"/>
          <p:nvPr>
            <p:ph idx="1" type="body"/>
          </p:nvPr>
        </p:nvSpPr>
        <p:spPr>
          <a:xfrm>
            <a:off x="311700" y="1152475"/>
            <a:ext cx="8520600" cy="35337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0" name="Google Shape;450;p42"/>
          <p:cNvSpPr txBox="1"/>
          <p:nvPr>
            <p:ph idx="12" type="sldNum"/>
          </p:nvPr>
        </p:nvSpPr>
        <p:spPr>
          <a:xfrm>
            <a:off x="8472458" y="4663217"/>
            <a:ext cx="548700" cy="393600"/>
          </a:xfrm>
          <a:prstGeom prst="rect">
            <a:avLst/>
          </a:prstGeom>
        </p:spPr>
        <p:txBody>
          <a:bodyPr anchorCtr="0" anchor="ctr" bIns="0" lIns="91425" spcFirstLastPara="1" rIns="91425"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l Slide">
  <p:cSld name="Blank - Title_1_1_3_1_1_1">
    <p:spTree>
      <p:nvGrpSpPr>
        <p:cNvPr id="455" name="Shape 455"/>
        <p:cNvGrpSpPr/>
        <p:nvPr/>
      </p:nvGrpSpPr>
      <p:grpSpPr>
        <a:xfrm>
          <a:off x="0" y="0"/>
          <a:ext cx="0" cy="0"/>
          <a:chOff x="0" y="0"/>
          <a:chExt cx="0" cy="0"/>
        </a:xfrm>
      </p:grpSpPr>
      <p:sp>
        <p:nvSpPr>
          <p:cNvPr id="456" name="Google Shape;456;p44"/>
          <p:cNvSpPr/>
          <p:nvPr/>
        </p:nvSpPr>
        <p:spPr>
          <a:xfrm>
            <a:off x="0" y="0"/>
            <a:ext cx="9144000" cy="522600"/>
          </a:xfrm>
          <a:prstGeom prst="rect">
            <a:avLst/>
          </a:prstGeom>
          <a:solidFill>
            <a:srgbClr val="B314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FFFFFF"/>
                </a:solidFill>
                <a:latin typeface="Google Sans Medium"/>
                <a:ea typeface="Google Sans Medium"/>
                <a:cs typeface="Google Sans Medium"/>
                <a:sym typeface="Google Sans Medium"/>
              </a:rPr>
              <a:t>     THIS SLIDE IS </a:t>
            </a:r>
            <a:r>
              <a:rPr b="0" i="0" lang="en" sz="1400" u="none" cap="none" strike="noStrike">
                <a:solidFill>
                  <a:srgbClr val="FFFFFF"/>
                </a:solidFill>
                <a:latin typeface="Google Sans Medium"/>
                <a:ea typeface="Google Sans Medium"/>
                <a:cs typeface="Google Sans Medium"/>
                <a:sym typeface="Google Sans Medium"/>
              </a:rPr>
              <a:t>INTERNAL ONLY</a:t>
            </a:r>
            <a:endParaRPr b="0" i="0" sz="1400" u="none" cap="none" strike="noStrike">
              <a:solidFill>
                <a:srgbClr val="FFFFFF"/>
              </a:solidFill>
              <a:latin typeface="Google Sans Medium"/>
              <a:ea typeface="Google Sans Medium"/>
              <a:cs typeface="Google Sans Medium"/>
              <a:sym typeface="Google Sans Medium"/>
            </a:endParaRPr>
          </a:p>
        </p:txBody>
      </p:sp>
      <p:sp>
        <p:nvSpPr>
          <p:cNvPr id="457" name="Google Shape;457;p44"/>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sp>
        <p:nvSpPr>
          <p:cNvPr id="458" name="Google Shape;458;p44"/>
          <p:cNvSpPr/>
          <p:nvPr/>
        </p:nvSpPr>
        <p:spPr>
          <a:xfrm>
            <a:off x="3099100" y="149286"/>
            <a:ext cx="236400" cy="207300"/>
          </a:xfrm>
          <a:custGeom>
            <a:rect b="b" l="l" r="r" t="t"/>
            <a:pathLst>
              <a:path extrusionOk="0" h="120000" w="120000">
                <a:moveTo>
                  <a:pt x="0" y="119999"/>
                </a:moveTo>
                <a:lnTo>
                  <a:pt x="120000" y="119999"/>
                </a:lnTo>
                <a:lnTo>
                  <a:pt x="60000" y="0"/>
                </a:lnTo>
                <a:lnTo>
                  <a:pt x="0" y="119999"/>
                </a:lnTo>
                <a:close/>
                <a:moveTo>
                  <a:pt x="65480" y="100931"/>
                </a:moveTo>
                <a:lnTo>
                  <a:pt x="54519" y="100931"/>
                </a:lnTo>
                <a:lnTo>
                  <a:pt x="54519" y="88438"/>
                </a:lnTo>
                <a:lnTo>
                  <a:pt x="65480" y="88438"/>
                </a:lnTo>
                <a:lnTo>
                  <a:pt x="65480" y="100931"/>
                </a:lnTo>
                <a:close/>
                <a:moveTo>
                  <a:pt x="65480" y="75616"/>
                </a:moveTo>
                <a:lnTo>
                  <a:pt x="54519" y="75616"/>
                </a:lnTo>
                <a:lnTo>
                  <a:pt x="54519" y="50630"/>
                </a:lnTo>
                <a:lnTo>
                  <a:pt x="65480" y="50630"/>
                </a:lnTo>
                <a:lnTo>
                  <a:pt x="65480" y="7561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66666"/>
              </a:solidFill>
              <a:latin typeface="Arial"/>
              <a:ea typeface="Arial"/>
              <a:cs typeface="Arial"/>
              <a:sym typeface="Arial"/>
            </a:endParaRPr>
          </a:p>
        </p:txBody>
      </p:sp>
      <p:sp>
        <p:nvSpPr>
          <p:cNvPr id="459" name="Google Shape;459;p44"/>
          <p:cNvSpPr txBox="1"/>
          <p:nvPr>
            <p:ph idx="1" type="body"/>
          </p:nvPr>
        </p:nvSpPr>
        <p:spPr>
          <a:xfrm>
            <a:off x="435075" y="1128675"/>
            <a:ext cx="7782600" cy="3452700"/>
          </a:xfrm>
          <a:prstGeom prst="rect">
            <a:avLst/>
          </a:prstGeom>
          <a:noFill/>
          <a:ln>
            <a:noFill/>
          </a:ln>
        </p:spPr>
        <p:txBody>
          <a:bodyPr anchorCtr="0" anchor="t" bIns="91425" lIns="91425" spcFirstLastPara="1" rIns="91425" wrap="square" tIns="91425">
            <a:noAutofit/>
          </a:bodyPr>
          <a:lstStyle>
            <a:lvl1pPr indent="-285750" lvl="0" marL="4572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1pPr>
            <a:lvl2pPr indent="-285750" lvl="1" marL="9144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2pPr>
            <a:lvl3pPr indent="-285750" lvl="2" marL="13716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3pPr>
            <a:lvl4pPr indent="-285750" lvl="3" marL="18288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4pPr>
            <a:lvl5pPr indent="-285750" lvl="4" marL="22860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5pPr>
            <a:lvl6pPr indent="-285750" lvl="5" marL="27432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6pPr>
            <a:lvl7pPr indent="-285750" lvl="6" marL="32004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7pPr>
            <a:lvl8pPr indent="-285750" lvl="7" marL="36576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8pPr>
            <a:lvl9pPr indent="-285750" lvl="8" marL="41148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9pPr>
          </a:lstStyle>
          <a:p/>
        </p:txBody>
      </p:sp>
      <p:sp>
        <p:nvSpPr>
          <p:cNvPr id="460" name="Google Shape;460;p44"/>
          <p:cNvSpPr txBox="1"/>
          <p:nvPr>
            <p:ph type="title"/>
          </p:nvPr>
        </p:nvSpPr>
        <p:spPr>
          <a:xfrm>
            <a:off x="395700" y="640549"/>
            <a:ext cx="7877100" cy="4563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3C4043"/>
              </a:buClr>
              <a:buSzPts val="2400"/>
              <a:buFont typeface="Google Sans"/>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461" name="Google Shape;461;p44"/>
          <p:cNvGrpSpPr/>
          <p:nvPr/>
        </p:nvGrpSpPr>
        <p:grpSpPr>
          <a:xfrm>
            <a:off x="8469122" y="4803781"/>
            <a:ext cx="420491" cy="137010"/>
            <a:chOff x="0" y="0"/>
            <a:chExt cx="2077525" cy="676925"/>
          </a:xfrm>
        </p:grpSpPr>
        <p:sp>
          <p:nvSpPr>
            <p:cNvPr id="462" name="Google Shape;462;p44"/>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63" name="Google Shape;463;p44"/>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64" name="Google Shape;464;p44"/>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65" name="Google Shape;465;p44"/>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66" name="Google Shape;466;p44"/>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67" name="Google Shape;467;p44"/>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
    <p:spTree>
      <p:nvGrpSpPr>
        <p:cNvPr id="468" name="Shape 468"/>
        <p:cNvGrpSpPr/>
        <p:nvPr/>
      </p:nvGrpSpPr>
      <p:grpSpPr>
        <a:xfrm>
          <a:off x="0" y="0"/>
          <a:ext cx="0" cy="0"/>
          <a:chOff x="0" y="0"/>
          <a:chExt cx="0" cy="0"/>
        </a:xfrm>
      </p:grpSpPr>
      <p:sp>
        <p:nvSpPr>
          <p:cNvPr id="469" name="Google Shape;469;p45"/>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cxnSp>
        <p:nvCxnSpPr>
          <p:cNvPr id="470" name="Google Shape;470;p45"/>
          <p:cNvCxnSpPr/>
          <p:nvPr/>
        </p:nvCxnSpPr>
        <p:spPr>
          <a:xfrm rot="10800000">
            <a:off x="559254" y="1427358"/>
            <a:ext cx="0" cy="1869900"/>
          </a:xfrm>
          <a:prstGeom prst="straightConnector1">
            <a:avLst/>
          </a:prstGeom>
          <a:noFill/>
          <a:ln cap="flat" cmpd="sng" w="25400">
            <a:solidFill>
              <a:srgbClr val="FFFFFF"/>
            </a:solidFill>
            <a:prstDash val="solid"/>
            <a:miter lim="400000"/>
            <a:headEnd len="sm" w="sm" type="none"/>
            <a:tailEnd len="sm" w="sm" type="none"/>
          </a:ln>
        </p:spPr>
      </p:cxnSp>
      <p:grpSp>
        <p:nvGrpSpPr>
          <p:cNvPr id="471" name="Google Shape;471;p45"/>
          <p:cNvGrpSpPr/>
          <p:nvPr/>
        </p:nvGrpSpPr>
        <p:grpSpPr>
          <a:xfrm>
            <a:off x="8469122" y="4803781"/>
            <a:ext cx="420491" cy="137010"/>
            <a:chOff x="0" y="0"/>
            <a:chExt cx="2077525" cy="676925"/>
          </a:xfrm>
        </p:grpSpPr>
        <p:sp>
          <p:nvSpPr>
            <p:cNvPr id="472" name="Google Shape;472;p45"/>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73" name="Google Shape;473;p45"/>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74" name="Google Shape;474;p45"/>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75" name="Google Shape;475;p45"/>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76" name="Google Shape;476;p45"/>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77" name="Google Shape;477;p45"/>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478" name="Google Shape;478;p45"/>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Core Blue">
  <p:cSld name="CUSTOM">
    <p:spTree>
      <p:nvGrpSpPr>
        <p:cNvPr id="479" name="Shape 479"/>
        <p:cNvGrpSpPr/>
        <p:nvPr/>
      </p:nvGrpSpPr>
      <p:grpSpPr>
        <a:xfrm>
          <a:off x="0" y="0"/>
          <a:ext cx="0" cy="0"/>
          <a:chOff x="0" y="0"/>
          <a:chExt cx="0" cy="0"/>
        </a:xfrm>
      </p:grpSpPr>
      <p:sp>
        <p:nvSpPr>
          <p:cNvPr id="480" name="Google Shape;480;p46"/>
          <p:cNvSpPr/>
          <p:nvPr/>
        </p:nvSpPr>
        <p:spPr>
          <a:xfrm>
            <a:off x="50" y="0"/>
            <a:ext cx="9144000" cy="4524000"/>
          </a:xfrm>
          <a:prstGeom prst="rect">
            <a:avLst/>
          </a:prstGeom>
          <a:solidFill>
            <a:schemeClr val="accent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cxnSp>
        <p:nvCxnSpPr>
          <p:cNvPr id="481" name="Google Shape;481;p46"/>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sp>
        <p:nvSpPr>
          <p:cNvPr id="482" name="Google Shape;482;p46"/>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483" name="Google Shape;483;p46"/>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pic>
        <p:nvPicPr>
          <p:cNvPr id="484" name="Google Shape;484;p46"/>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ogle Cover Slide">
  <p:cSld name="CUSTOM_2_1">
    <p:spTree>
      <p:nvGrpSpPr>
        <p:cNvPr id="485" name="Shape 485"/>
        <p:cNvGrpSpPr/>
        <p:nvPr/>
      </p:nvGrpSpPr>
      <p:grpSpPr>
        <a:xfrm>
          <a:off x="0" y="0"/>
          <a:ext cx="0" cy="0"/>
          <a:chOff x="0" y="0"/>
          <a:chExt cx="0" cy="0"/>
        </a:xfrm>
      </p:grpSpPr>
      <p:pic>
        <p:nvPicPr>
          <p:cNvPr id="486" name="Google Shape;486;p47"/>
          <p:cNvPicPr preferRelativeResize="0"/>
          <p:nvPr/>
        </p:nvPicPr>
        <p:blipFill rotWithShape="1">
          <a:blip r:embed="rId2">
            <a:alphaModFix/>
          </a:blip>
          <a:srcRect b="0" l="0" r="-4482" t="0"/>
          <a:stretch/>
        </p:blipFill>
        <p:spPr>
          <a:xfrm>
            <a:off x="522575" y="319550"/>
            <a:ext cx="772876" cy="239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lue">
  <p:cSld name="TITLE_2">
    <p:spTree>
      <p:nvGrpSpPr>
        <p:cNvPr id="487" name="Shape 487"/>
        <p:cNvGrpSpPr/>
        <p:nvPr/>
      </p:nvGrpSpPr>
      <p:grpSpPr>
        <a:xfrm>
          <a:off x="0" y="0"/>
          <a:ext cx="0" cy="0"/>
          <a:chOff x="0" y="0"/>
          <a:chExt cx="0" cy="0"/>
        </a:xfrm>
      </p:grpSpPr>
      <p:sp>
        <p:nvSpPr>
          <p:cNvPr id="488" name="Google Shape;488;p48"/>
          <p:cNvSpPr/>
          <p:nvPr/>
        </p:nvSpPr>
        <p:spPr>
          <a:xfrm>
            <a:off x="426300" y="4929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489" name="Google Shape;489;p48"/>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490" name="Google Shape;490;p48"/>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grpSp>
        <p:nvGrpSpPr>
          <p:cNvPr id="491" name="Google Shape;491;p48"/>
          <p:cNvGrpSpPr/>
          <p:nvPr/>
        </p:nvGrpSpPr>
        <p:grpSpPr>
          <a:xfrm>
            <a:off x="8469122" y="4803781"/>
            <a:ext cx="420491" cy="137010"/>
            <a:chOff x="0" y="0"/>
            <a:chExt cx="2077525" cy="676925"/>
          </a:xfrm>
        </p:grpSpPr>
        <p:sp>
          <p:nvSpPr>
            <p:cNvPr id="492" name="Google Shape;492;p48"/>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93" name="Google Shape;493;p48"/>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94" name="Google Shape;494;p48"/>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95" name="Google Shape;495;p48"/>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96" name="Google Shape;496;p48"/>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97" name="Google Shape;497;p48"/>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asic Text - Blue">
  <p:cSld name="TITLE_2_3">
    <p:spTree>
      <p:nvGrpSpPr>
        <p:cNvPr id="498" name="Shape 498"/>
        <p:cNvGrpSpPr/>
        <p:nvPr/>
      </p:nvGrpSpPr>
      <p:grpSpPr>
        <a:xfrm>
          <a:off x="0" y="0"/>
          <a:ext cx="0" cy="0"/>
          <a:chOff x="0" y="0"/>
          <a:chExt cx="0" cy="0"/>
        </a:xfrm>
      </p:grpSpPr>
      <p:sp>
        <p:nvSpPr>
          <p:cNvPr id="499" name="Google Shape;499;p49"/>
          <p:cNvSpPr txBox="1"/>
          <p:nvPr>
            <p:ph idx="1" type="body"/>
          </p:nvPr>
        </p:nvSpPr>
        <p:spPr>
          <a:xfrm>
            <a:off x="344500" y="1957700"/>
            <a:ext cx="3946200" cy="1606800"/>
          </a:xfrm>
          <a:prstGeom prst="rect">
            <a:avLst/>
          </a:prstGeom>
          <a:noFill/>
          <a:ln>
            <a:noFill/>
          </a:ln>
        </p:spPr>
        <p:txBody>
          <a:bodyPr anchorCtr="0" anchor="t" bIns="91425" lIns="91425" spcFirstLastPara="1" rIns="91425" wrap="square" tIns="91425">
            <a:noAutofit/>
          </a:bodyPr>
          <a:lstStyle>
            <a:lvl1pPr indent="-285750" lvl="0" marL="4572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500" name="Google Shape;500;p49"/>
          <p:cNvSpPr/>
          <p:nvPr/>
        </p:nvSpPr>
        <p:spPr>
          <a:xfrm>
            <a:off x="426300" y="4929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501" name="Google Shape;501;p49"/>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502" name="Google Shape;502;p49"/>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grpSp>
        <p:nvGrpSpPr>
          <p:cNvPr id="503" name="Google Shape;503;p49"/>
          <p:cNvGrpSpPr/>
          <p:nvPr/>
        </p:nvGrpSpPr>
        <p:grpSpPr>
          <a:xfrm>
            <a:off x="8469122" y="4803781"/>
            <a:ext cx="420491" cy="137010"/>
            <a:chOff x="0" y="0"/>
            <a:chExt cx="2077525" cy="676925"/>
          </a:xfrm>
        </p:grpSpPr>
        <p:sp>
          <p:nvSpPr>
            <p:cNvPr id="504" name="Google Shape;504;p49"/>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05" name="Google Shape;505;p49"/>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06" name="Google Shape;506;p49"/>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07" name="Google Shape;507;p49"/>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08" name="Google Shape;508;p49"/>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09" name="Google Shape;509;p49"/>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510" name="Google Shape;510;p49"/>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ulleted List - Blue">
  <p:cSld name="TITLE_2_3_1">
    <p:spTree>
      <p:nvGrpSpPr>
        <p:cNvPr id="511" name="Shape 511"/>
        <p:cNvGrpSpPr/>
        <p:nvPr/>
      </p:nvGrpSpPr>
      <p:grpSpPr>
        <a:xfrm>
          <a:off x="0" y="0"/>
          <a:ext cx="0" cy="0"/>
          <a:chOff x="0" y="0"/>
          <a:chExt cx="0" cy="0"/>
        </a:xfrm>
      </p:grpSpPr>
      <p:sp>
        <p:nvSpPr>
          <p:cNvPr id="512" name="Google Shape;512;p50"/>
          <p:cNvSpPr txBox="1"/>
          <p:nvPr>
            <p:ph idx="1" type="body"/>
          </p:nvPr>
        </p:nvSpPr>
        <p:spPr>
          <a:xfrm>
            <a:off x="837575" y="1716000"/>
            <a:ext cx="46974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513" name="Google Shape;513;p50"/>
          <p:cNvSpPr/>
          <p:nvPr/>
        </p:nvSpPr>
        <p:spPr>
          <a:xfrm>
            <a:off x="297376" y="40612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514" name="Google Shape;514;p50"/>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515" name="Google Shape;515;p50"/>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516" name="Google Shape;516;p50"/>
          <p:cNvGrpSpPr/>
          <p:nvPr/>
        </p:nvGrpSpPr>
        <p:grpSpPr>
          <a:xfrm>
            <a:off x="8469122" y="4803781"/>
            <a:ext cx="420491" cy="137010"/>
            <a:chOff x="0" y="0"/>
            <a:chExt cx="2077525" cy="676925"/>
          </a:xfrm>
        </p:grpSpPr>
        <p:sp>
          <p:nvSpPr>
            <p:cNvPr id="517" name="Google Shape;517;p50"/>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18" name="Google Shape;518;p50"/>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19" name="Google Shape;519;p50"/>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0" name="Google Shape;520;p50"/>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1" name="Google Shape;521;p50"/>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2" name="Google Shape;522;p50"/>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23" name="Shape 523"/>
        <p:cNvGrpSpPr/>
        <p:nvPr/>
      </p:nvGrpSpPr>
      <p:grpSpPr>
        <a:xfrm>
          <a:off x="0" y="0"/>
          <a:ext cx="0" cy="0"/>
          <a:chOff x="0" y="0"/>
          <a:chExt cx="0" cy="0"/>
        </a:xfrm>
      </p:grpSpPr>
      <p:grpSp>
        <p:nvGrpSpPr>
          <p:cNvPr id="524" name="Google Shape;524;p51"/>
          <p:cNvGrpSpPr/>
          <p:nvPr/>
        </p:nvGrpSpPr>
        <p:grpSpPr>
          <a:xfrm>
            <a:off x="8469122" y="4803781"/>
            <a:ext cx="420491" cy="137010"/>
            <a:chOff x="0" y="0"/>
            <a:chExt cx="2077525" cy="676925"/>
          </a:xfrm>
        </p:grpSpPr>
        <p:sp>
          <p:nvSpPr>
            <p:cNvPr id="525" name="Google Shape;525;p51"/>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6" name="Google Shape;526;p51"/>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7" name="Google Shape;527;p51"/>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8" name="Google Shape;528;p51"/>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29" name="Google Shape;529;p51"/>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30" name="Google Shape;530;p51"/>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Core Yellow">
  <p:cSld name="CUSTOM_1">
    <p:spTree>
      <p:nvGrpSpPr>
        <p:cNvPr id="531" name="Shape 531"/>
        <p:cNvGrpSpPr/>
        <p:nvPr/>
      </p:nvGrpSpPr>
      <p:grpSpPr>
        <a:xfrm>
          <a:off x="0" y="0"/>
          <a:ext cx="0" cy="0"/>
          <a:chOff x="0" y="0"/>
          <a:chExt cx="0" cy="0"/>
        </a:xfrm>
      </p:grpSpPr>
      <p:sp>
        <p:nvSpPr>
          <p:cNvPr id="532" name="Google Shape;532;p52"/>
          <p:cNvSpPr/>
          <p:nvPr/>
        </p:nvSpPr>
        <p:spPr>
          <a:xfrm>
            <a:off x="50" y="0"/>
            <a:ext cx="9144000" cy="4524000"/>
          </a:xfrm>
          <a:prstGeom prst="rect">
            <a:avLst/>
          </a:prstGeom>
          <a:solidFill>
            <a:srgbClr val="FBBC0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533" name="Google Shape;533;p52"/>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534" name="Google Shape;534;p52"/>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535" name="Google Shape;535;p52"/>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536" name="Google Shape;536;p52"/>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Yellow">
  <p:cSld name="TITLE_2_1">
    <p:spTree>
      <p:nvGrpSpPr>
        <p:cNvPr id="537" name="Shape 537"/>
        <p:cNvGrpSpPr/>
        <p:nvPr/>
      </p:nvGrpSpPr>
      <p:grpSpPr>
        <a:xfrm>
          <a:off x="0" y="0"/>
          <a:ext cx="0" cy="0"/>
          <a:chOff x="0" y="0"/>
          <a:chExt cx="0" cy="0"/>
        </a:xfrm>
      </p:grpSpPr>
      <p:sp>
        <p:nvSpPr>
          <p:cNvPr id="538" name="Google Shape;538;p53"/>
          <p:cNvSpPr/>
          <p:nvPr/>
        </p:nvSpPr>
        <p:spPr>
          <a:xfrm>
            <a:off x="426300" y="4929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539" name="Google Shape;539;p53"/>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540" name="Google Shape;540;p53"/>
          <p:cNvSpPr/>
          <p:nvPr/>
        </p:nvSpPr>
        <p:spPr>
          <a:xfrm>
            <a:off x="-22468" y="235365"/>
            <a:ext cx="57900" cy="4672800"/>
          </a:xfrm>
          <a:prstGeom prst="rect">
            <a:avLst/>
          </a:prstGeom>
          <a:solidFill>
            <a:srgbClr val="FBBC0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grpSp>
        <p:nvGrpSpPr>
          <p:cNvPr id="541" name="Google Shape;541;p53"/>
          <p:cNvGrpSpPr/>
          <p:nvPr/>
        </p:nvGrpSpPr>
        <p:grpSpPr>
          <a:xfrm>
            <a:off x="8469122" y="4803781"/>
            <a:ext cx="420491" cy="137010"/>
            <a:chOff x="0" y="0"/>
            <a:chExt cx="2077525" cy="676925"/>
          </a:xfrm>
        </p:grpSpPr>
        <p:sp>
          <p:nvSpPr>
            <p:cNvPr id="542" name="Google Shape;542;p53"/>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43" name="Google Shape;543;p53"/>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44" name="Google Shape;544;p53"/>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45" name="Google Shape;545;p53"/>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46" name="Google Shape;546;p53"/>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47" name="Google Shape;547;p53"/>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Yellow">
  <p:cSld name="TITLE_2_1_2_1">
    <p:spTree>
      <p:nvGrpSpPr>
        <p:cNvPr id="548" name="Shape 548"/>
        <p:cNvGrpSpPr/>
        <p:nvPr/>
      </p:nvGrpSpPr>
      <p:grpSpPr>
        <a:xfrm>
          <a:off x="0" y="0"/>
          <a:ext cx="0" cy="0"/>
          <a:chOff x="0" y="0"/>
          <a:chExt cx="0" cy="0"/>
        </a:xfrm>
      </p:grpSpPr>
      <p:sp>
        <p:nvSpPr>
          <p:cNvPr id="549" name="Google Shape;549;p54"/>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551" name="Google Shape;551;p54"/>
          <p:cNvSpPr/>
          <p:nvPr/>
        </p:nvSpPr>
        <p:spPr>
          <a:xfrm>
            <a:off x="-22468" y="235365"/>
            <a:ext cx="57900" cy="4672800"/>
          </a:xfrm>
          <a:prstGeom prst="rect">
            <a:avLst/>
          </a:prstGeom>
          <a:solidFill>
            <a:srgbClr val="FBBC0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552" name="Google Shape;552;p54"/>
          <p:cNvSpPr txBox="1"/>
          <p:nvPr>
            <p:ph idx="1" type="body"/>
          </p:nvPr>
        </p:nvSpPr>
        <p:spPr>
          <a:xfrm>
            <a:off x="344501" y="2175900"/>
            <a:ext cx="29766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553" name="Google Shape;553;p54"/>
          <p:cNvSpPr txBox="1"/>
          <p:nvPr>
            <p:ph type="title"/>
          </p:nvPr>
        </p:nvSpPr>
        <p:spPr>
          <a:xfrm>
            <a:off x="344501" y="1365900"/>
            <a:ext cx="38646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
        <p:nvSpPr>
          <p:cNvPr id="554" name="Google Shape;554;p54"/>
          <p:cNvSpPr txBox="1"/>
          <p:nvPr>
            <p:ph idx="2" type="body"/>
          </p:nvPr>
        </p:nvSpPr>
        <p:spPr>
          <a:xfrm>
            <a:off x="344501" y="4743625"/>
            <a:ext cx="4345800" cy="375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1pPr>
            <a:lvl2pPr indent="-228600" lvl="1" marL="914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2pPr>
            <a:lvl3pPr indent="-228600" lvl="2" marL="1371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3pPr>
            <a:lvl4pPr indent="-228600" lvl="3" marL="1828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4pPr>
            <a:lvl5pPr indent="-228600" lvl="4" marL="22860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5pPr>
            <a:lvl6pPr indent="-228600" lvl="5" marL="2743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6pPr>
            <a:lvl7pPr indent="-228600" lvl="6" marL="3200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7pPr>
            <a:lvl8pPr indent="-228600" lvl="7" marL="3657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8pPr>
            <a:lvl9pPr indent="-228600" lvl="8" marL="4114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9pPr>
          </a:lstStyle>
          <a:p/>
        </p:txBody>
      </p:sp>
      <p:grpSp>
        <p:nvGrpSpPr>
          <p:cNvPr id="555" name="Google Shape;555;p54"/>
          <p:cNvGrpSpPr/>
          <p:nvPr/>
        </p:nvGrpSpPr>
        <p:grpSpPr>
          <a:xfrm>
            <a:off x="8469122" y="4803781"/>
            <a:ext cx="420491" cy="137010"/>
            <a:chOff x="0" y="0"/>
            <a:chExt cx="2077525" cy="676925"/>
          </a:xfrm>
        </p:grpSpPr>
        <p:sp>
          <p:nvSpPr>
            <p:cNvPr id="556" name="Google Shape;556;p54"/>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57" name="Google Shape;557;p54"/>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58" name="Google Shape;558;p54"/>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59" name="Google Shape;559;p54"/>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60" name="Google Shape;560;p54"/>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61" name="Google Shape;561;p54"/>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Core Green">
  <p:cSld name="CUSTOM_1_1">
    <p:spTree>
      <p:nvGrpSpPr>
        <p:cNvPr id="562" name="Shape 562"/>
        <p:cNvGrpSpPr/>
        <p:nvPr/>
      </p:nvGrpSpPr>
      <p:grpSpPr>
        <a:xfrm>
          <a:off x="0" y="0"/>
          <a:ext cx="0" cy="0"/>
          <a:chOff x="0" y="0"/>
          <a:chExt cx="0" cy="0"/>
        </a:xfrm>
      </p:grpSpPr>
      <p:sp>
        <p:nvSpPr>
          <p:cNvPr id="563" name="Google Shape;563;p55"/>
          <p:cNvSpPr/>
          <p:nvPr/>
        </p:nvSpPr>
        <p:spPr>
          <a:xfrm>
            <a:off x="50" y="0"/>
            <a:ext cx="9144000" cy="4524000"/>
          </a:xfrm>
          <a:prstGeom prst="rect">
            <a:avLst/>
          </a:prstGeom>
          <a:solidFill>
            <a:srgbClr val="34A85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564" name="Google Shape;564;p55"/>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565" name="Google Shape;565;p55"/>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566" name="Google Shape;566;p55"/>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567" name="Google Shape;567;p55"/>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Green">
  <p:cSld name="TITLE_2_1_1">
    <p:spTree>
      <p:nvGrpSpPr>
        <p:cNvPr id="568" name="Shape 568"/>
        <p:cNvGrpSpPr/>
        <p:nvPr/>
      </p:nvGrpSpPr>
      <p:grpSpPr>
        <a:xfrm>
          <a:off x="0" y="0"/>
          <a:ext cx="0" cy="0"/>
          <a:chOff x="0" y="0"/>
          <a:chExt cx="0" cy="0"/>
        </a:xfrm>
      </p:grpSpPr>
      <p:sp>
        <p:nvSpPr>
          <p:cNvPr id="569" name="Google Shape;569;p56"/>
          <p:cNvSpPr/>
          <p:nvPr/>
        </p:nvSpPr>
        <p:spPr>
          <a:xfrm>
            <a:off x="426300" y="4929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570" name="Google Shape;570;p56"/>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571" name="Google Shape;571;p56"/>
          <p:cNvSpPr/>
          <p:nvPr/>
        </p:nvSpPr>
        <p:spPr>
          <a:xfrm>
            <a:off x="-22468" y="235365"/>
            <a:ext cx="57900" cy="4672800"/>
          </a:xfrm>
          <a:prstGeom prst="rect">
            <a:avLst/>
          </a:prstGeom>
          <a:solidFill>
            <a:srgbClr val="34A85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grpSp>
        <p:nvGrpSpPr>
          <p:cNvPr id="572" name="Google Shape;572;p56"/>
          <p:cNvGrpSpPr/>
          <p:nvPr/>
        </p:nvGrpSpPr>
        <p:grpSpPr>
          <a:xfrm>
            <a:off x="8469122" y="4803781"/>
            <a:ext cx="420491" cy="137010"/>
            <a:chOff x="0" y="0"/>
            <a:chExt cx="2077525" cy="676925"/>
          </a:xfrm>
        </p:grpSpPr>
        <p:sp>
          <p:nvSpPr>
            <p:cNvPr id="573" name="Google Shape;573;p56"/>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74" name="Google Shape;574;p56"/>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75" name="Google Shape;575;p56"/>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76" name="Google Shape;576;p56"/>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77" name="Google Shape;577;p56"/>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78" name="Google Shape;578;p56"/>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Core Red">
  <p:cSld name="CUSTOM_1_1_1">
    <p:spTree>
      <p:nvGrpSpPr>
        <p:cNvPr id="579" name="Shape 579"/>
        <p:cNvGrpSpPr/>
        <p:nvPr/>
      </p:nvGrpSpPr>
      <p:grpSpPr>
        <a:xfrm>
          <a:off x="0" y="0"/>
          <a:ext cx="0" cy="0"/>
          <a:chOff x="0" y="0"/>
          <a:chExt cx="0" cy="0"/>
        </a:xfrm>
      </p:grpSpPr>
      <p:sp>
        <p:nvSpPr>
          <p:cNvPr id="580" name="Google Shape;580;p57"/>
          <p:cNvSpPr/>
          <p:nvPr/>
        </p:nvSpPr>
        <p:spPr>
          <a:xfrm>
            <a:off x="50" y="0"/>
            <a:ext cx="9144000" cy="4524000"/>
          </a:xfrm>
          <a:prstGeom prst="rect">
            <a:avLst/>
          </a:prstGeom>
          <a:solidFill>
            <a:srgbClr val="EA433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581" name="Google Shape;581;p57"/>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582" name="Google Shape;582;p57"/>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583" name="Google Shape;583;p57"/>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584" name="Google Shape;584;p57"/>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Red">
  <p:cSld name="TITLE_2_1_1_1">
    <p:spTree>
      <p:nvGrpSpPr>
        <p:cNvPr id="585" name="Shape 585"/>
        <p:cNvGrpSpPr/>
        <p:nvPr/>
      </p:nvGrpSpPr>
      <p:grpSpPr>
        <a:xfrm>
          <a:off x="0" y="0"/>
          <a:ext cx="0" cy="0"/>
          <a:chOff x="0" y="0"/>
          <a:chExt cx="0" cy="0"/>
        </a:xfrm>
      </p:grpSpPr>
      <p:sp>
        <p:nvSpPr>
          <p:cNvPr id="586" name="Google Shape;586;p58"/>
          <p:cNvSpPr/>
          <p:nvPr/>
        </p:nvSpPr>
        <p:spPr>
          <a:xfrm>
            <a:off x="426300" y="4929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587" name="Google Shape;587;p58"/>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588" name="Google Shape;588;p58"/>
          <p:cNvSpPr/>
          <p:nvPr/>
        </p:nvSpPr>
        <p:spPr>
          <a:xfrm>
            <a:off x="-22468" y="235365"/>
            <a:ext cx="57900" cy="4672800"/>
          </a:xfrm>
          <a:prstGeom prst="rect">
            <a:avLst/>
          </a:prstGeom>
          <a:solidFill>
            <a:srgbClr val="EA433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grpSp>
        <p:nvGrpSpPr>
          <p:cNvPr id="589" name="Google Shape;589;p58"/>
          <p:cNvGrpSpPr/>
          <p:nvPr/>
        </p:nvGrpSpPr>
        <p:grpSpPr>
          <a:xfrm>
            <a:off x="8469122" y="4803781"/>
            <a:ext cx="420491" cy="137010"/>
            <a:chOff x="0" y="0"/>
            <a:chExt cx="2077525" cy="676925"/>
          </a:xfrm>
        </p:grpSpPr>
        <p:sp>
          <p:nvSpPr>
            <p:cNvPr id="590" name="Google Shape;590;p58"/>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91" name="Google Shape;591;p58"/>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92" name="Google Shape;592;p58"/>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93" name="Google Shape;593;p58"/>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94" name="Google Shape;594;p58"/>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95" name="Google Shape;595;p58"/>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Blue">
  <p:cSld name="TITLE_2_2_1">
    <p:spTree>
      <p:nvGrpSpPr>
        <p:cNvPr id="596" name="Shape 596"/>
        <p:cNvGrpSpPr/>
        <p:nvPr/>
      </p:nvGrpSpPr>
      <p:grpSpPr>
        <a:xfrm>
          <a:off x="0" y="0"/>
          <a:ext cx="0" cy="0"/>
          <a:chOff x="0" y="0"/>
          <a:chExt cx="0" cy="0"/>
        </a:xfrm>
      </p:grpSpPr>
      <p:sp>
        <p:nvSpPr>
          <p:cNvPr id="597" name="Google Shape;597;p59"/>
          <p:cNvSpPr txBox="1"/>
          <p:nvPr>
            <p:ph idx="1" type="body"/>
          </p:nvPr>
        </p:nvSpPr>
        <p:spPr>
          <a:xfrm>
            <a:off x="344501" y="2175900"/>
            <a:ext cx="29766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598" name="Google Shape;598;p59"/>
          <p:cNvSpPr txBox="1"/>
          <p:nvPr>
            <p:ph type="title"/>
          </p:nvPr>
        </p:nvSpPr>
        <p:spPr>
          <a:xfrm>
            <a:off x="344501" y="1365900"/>
            <a:ext cx="38646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
        <p:nvSpPr>
          <p:cNvPr id="599" name="Google Shape;599;p59"/>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59"/>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601" name="Google Shape;601;p59"/>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602" name="Google Shape;602;p59"/>
          <p:cNvSpPr txBox="1"/>
          <p:nvPr>
            <p:ph idx="2" type="body"/>
          </p:nvPr>
        </p:nvSpPr>
        <p:spPr>
          <a:xfrm>
            <a:off x="344501" y="4743625"/>
            <a:ext cx="4345800" cy="375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1pPr>
            <a:lvl2pPr indent="-228600" lvl="1" marL="914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2pPr>
            <a:lvl3pPr indent="-228600" lvl="2" marL="1371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3pPr>
            <a:lvl4pPr indent="-228600" lvl="3" marL="1828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4pPr>
            <a:lvl5pPr indent="-228600" lvl="4" marL="22860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5pPr>
            <a:lvl6pPr indent="-228600" lvl="5" marL="2743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6pPr>
            <a:lvl7pPr indent="-228600" lvl="6" marL="3200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7pPr>
            <a:lvl8pPr indent="-228600" lvl="7" marL="3657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8pPr>
            <a:lvl9pPr indent="-228600" lvl="8" marL="4114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9pPr>
          </a:lstStyle>
          <a:p/>
        </p:txBody>
      </p:sp>
      <p:grpSp>
        <p:nvGrpSpPr>
          <p:cNvPr id="603" name="Google Shape;603;p59"/>
          <p:cNvGrpSpPr/>
          <p:nvPr/>
        </p:nvGrpSpPr>
        <p:grpSpPr>
          <a:xfrm>
            <a:off x="8469122" y="4803781"/>
            <a:ext cx="420491" cy="137010"/>
            <a:chOff x="0" y="0"/>
            <a:chExt cx="2077525" cy="676925"/>
          </a:xfrm>
        </p:grpSpPr>
        <p:sp>
          <p:nvSpPr>
            <p:cNvPr id="604" name="Google Shape;604;p59"/>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05" name="Google Shape;605;p59"/>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06" name="Google Shape;606;p59"/>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07" name="Google Shape;607;p59"/>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08" name="Google Shape;608;p59"/>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09" name="Google Shape;609;p59"/>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Green">
  <p:cSld name="TITLE_2_1_1_2_1">
    <p:spTree>
      <p:nvGrpSpPr>
        <p:cNvPr id="610" name="Shape 610"/>
        <p:cNvGrpSpPr/>
        <p:nvPr/>
      </p:nvGrpSpPr>
      <p:grpSpPr>
        <a:xfrm>
          <a:off x="0" y="0"/>
          <a:ext cx="0" cy="0"/>
          <a:chOff x="0" y="0"/>
          <a:chExt cx="0" cy="0"/>
        </a:xfrm>
      </p:grpSpPr>
      <p:sp>
        <p:nvSpPr>
          <p:cNvPr id="611" name="Google Shape;611;p60"/>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60"/>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613" name="Google Shape;613;p60"/>
          <p:cNvSpPr/>
          <p:nvPr/>
        </p:nvSpPr>
        <p:spPr>
          <a:xfrm>
            <a:off x="-22468" y="235365"/>
            <a:ext cx="57900" cy="4672800"/>
          </a:xfrm>
          <a:prstGeom prst="rect">
            <a:avLst/>
          </a:prstGeom>
          <a:solidFill>
            <a:srgbClr val="34A85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614" name="Google Shape;614;p60"/>
          <p:cNvSpPr txBox="1"/>
          <p:nvPr>
            <p:ph idx="1" type="body"/>
          </p:nvPr>
        </p:nvSpPr>
        <p:spPr>
          <a:xfrm>
            <a:off x="344501" y="2175900"/>
            <a:ext cx="29766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615" name="Google Shape;615;p60"/>
          <p:cNvSpPr txBox="1"/>
          <p:nvPr>
            <p:ph type="title"/>
          </p:nvPr>
        </p:nvSpPr>
        <p:spPr>
          <a:xfrm>
            <a:off x="344501" y="1365900"/>
            <a:ext cx="38646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
        <p:nvSpPr>
          <p:cNvPr id="616" name="Google Shape;616;p60"/>
          <p:cNvSpPr txBox="1"/>
          <p:nvPr>
            <p:ph idx="2" type="body"/>
          </p:nvPr>
        </p:nvSpPr>
        <p:spPr>
          <a:xfrm>
            <a:off x="344501" y="4743625"/>
            <a:ext cx="4345800" cy="375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1pPr>
            <a:lvl2pPr indent="-228600" lvl="1" marL="914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2pPr>
            <a:lvl3pPr indent="-228600" lvl="2" marL="1371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3pPr>
            <a:lvl4pPr indent="-228600" lvl="3" marL="1828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4pPr>
            <a:lvl5pPr indent="-228600" lvl="4" marL="22860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5pPr>
            <a:lvl6pPr indent="-228600" lvl="5" marL="2743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6pPr>
            <a:lvl7pPr indent="-228600" lvl="6" marL="3200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7pPr>
            <a:lvl8pPr indent="-228600" lvl="7" marL="3657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8pPr>
            <a:lvl9pPr indent="-228600" lvl="8" marL="4114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9pPr>
          </a:lstStyle>
          <a:p/>
        </p:txBody>
      </p:sp>
      <p:grpSp>
        <p:nvGrpSpPr>
          <p:cNvPr id="617" name="Google Shape;617;p60"/>
          <p:cNvGrpSpPr/>
          <p:nvPr/>
        </p:nvGrpSpPr>
        <p:grpSpPr>
          <a:xfrm>
            <a:off x="8469122" y="4803781"/>
            <a:ext cx="420491" cy="137010"/>
            <a:chOff x="0" y="0"/>
            <a:chExt cx="2077525" cy="676925"/>
          </a:xfrm>
        </p:grpSpPr>
        <p:sp>
          <p:nvSpPr>
            <p:cNvPr id="618" name="Google Shape;618;p60"/>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19" name="Google Shape;619;p60"/>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20" name="Google Shape;620;p60"/>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21" name="Google Shape;621;p60"/>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22" name="Google Shape;622;p60"/>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23" name="Google Shape;623;p60"/>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Red">
  <p:cSld name="TITLE_2_1_1_1_1_1">
    <p:spTree>
      <p:nvGrpSpPr>
        <p:cNvPr id="624" name="Shape 624"/>
        <p:cNvGrpSpPr/>
        <p:nvPr/>
      </p:nvGrpSpPr>
      <p:grpSpPr>
        <a:xfrm>
          <a:off x="0" y="0"/>
          <a:ext cx="0" cy="0"/>
          <a:chOff x="0" y="0"/>
          <a:chExt cx="0" cy="0"/>
        </a:xfrm>
      </p:grpSpPr>
      <p:sp>
        <p:nvSpPr>
          <p:cNvPr id="625" name="Google Shape;625;p61"/>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61"/>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627" name="Google Shape;627;p61"/>
          <p:cNvSpPr/>
          <p:nvPr/>
        </p:nvSpPr>
        <p:spPr>
          <a:xfrm>
            <a:off x="-22468" y="235365"/>
            <a:ext cx="57900" cy="4672800"/>
          </a:xfrm>
          <a:prstGeom prst="rect">
            <a:avLst/>
          </a:prstGeom>
          <a:solidFill>
            <a:srgbClr val="EA433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628" name="Google Shape;628;p61"/>
          <p:cNvSpPr txBox="1"/>
          <p:nvPr>
            <p:ph idx="1" type="body"/>
          </p:nvPr>
        </p:nvSpPr>
        <p:spPr>
          <a:xfrm>
            <a:off x="344501" y="2175900"/>
            <a:ext cx="29766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629" name="Google Shape;629;p61"/>
          <p:cNvSpPr txBox="1"/>
          <p:nvPr>
            <p:ph type="title"/>
          </p:nvPr>
        </p:nvSpPr>
        <p:spPr>
          <a:xfrm>
            <a:off x="344501" y="1365900"/>
            <a:ext cx="38646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
        <p:nvSpPr>
          <p:cNvPr id="630" name="Google Shape;630;p61"/>
          <p:cNvSpPr txBox="1"/>
          <p:nvPr>
            <p:ph idx="2" type="body"/>
          </p:nvPr>
        </p:nvSpPr>
        <p:spPr>
          <a:xfrm>
            <a:off x="344501" y="4743625"/>
            <a:ext cx="4345800" cy="375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1pPr>
            <a:lvl2pPr indent="-228600" lvl="1" marL="914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2pPr>
            <a:lvl3pPr indent="-228600" lvl="2" marL="1371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3pPr>
            <a:lvl4pPr indent="-228600" lvl="3" marL="1828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4pPr>
            <a:lvl5pPr indent="-228600" lvl="4" marL="22860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5pPr>
            <a:lvl6pPr indent="-228600" lvl="5" marL="2743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6pPr>
            <a:lvl7pPr indent="-228600" lvl="6" marL="3200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7pPr>
            <a:lvl8pPr indent="-228600" lvl="7" marL="3657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8pPr>
            <a:lvl9pPr indent="-228600" lvl="8" marL="4114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9pPr>
          </a:lstStyle>
          <a:p/>
        </p:txBody>
      </p:sp>
      <p:grpSp>
        <p:nvGrpSpPr>
          <p:cNvPr id="631" name="Google Shape;631;p61"/>
          <p:cNvGrpSpPr/>
          <p:nvPr/>
        </p:nvGrpSpPr>
        <p:grpSpPr>
          <a:xfrm>
            <a:off x="8469122" y="4803781"/>
            <a:ext cx="420491" cy="137010"/>
            <a:chOff x="0" y="0"/>
            <a:chExt cx="2077525" cy="676925"/>
          </a:xfrm>
        </p:grpSpPr>
        <p:sp>
          <p:nvSpPr>
            <p:cNvPr id="632" name="Google Shape;632;p61"/>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33" name="Google Shape;633;p61"/>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34" name="Google Shape;634;p61"/>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35" name="Google Shape;635;p61"/>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36" name="Google Shape;636;p61"/>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37" name="Google Shape;637;p61"/>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900">
  <p:cSld name="CUSTOM_1_1_1_1_1_1">
    <p:spTree>
      <p:nvGrpSpPr>
        <p:cNvPr id="638" name="Shape 638"/>
        <p:cNvGrpSpPr/>
        <p:nvPr/>
      </p:nvGrpSpPr>
      <p:grpSpPr>
        <a:xfrm>
          <a:off x="0" y="0"/>
          <a:ext cx="0" cy="0"/>
          <a:chOff x="0" y="0"/>
          <a:chExt cx="0" cy="0"/>
        </a:xfrm>
      </p:grpSpPr>
      <p:sp>
        <p:nvSpPr>
          <p:cNvPr id="639" name="Google Shape;639;p62"/>
          <p:cNvSpPr/>
          <p:nvPr/>
        </p:nvSpPr>
        <p:spPr>
          <a:xfrm>
            <a:off x="50" y="0"/>
            <a:ext cx="9144000" cy="4524000"/>
          </a:xfrm>
          <a:prstGeom prst="rect">
            <a:avLst/>
          </a:prstGeom>
          <a:solidFill>
            <a:srgbClr val="185ABC"/>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640" name="Google Shape;640;p62"/>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641" name="Google Shape;641;p62"/>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642" name="Google Shape;642;p62"/>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643" name="Google Shape;643;p62"/>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Yellow 700">
  <p:cSld name="CUSTOM_1_1_1_1_1_1_1_1_1">
    <p:spTree>
      <p:nvGrpSpPr>
        <p:cNvPr id="644" name="Shape 644"/>
        <p:cNvGrpSpPr/>
        <p:nvPr/>
      </p:nvGrpSpPr>
      <p:grpSpPr>
        <a:xfrm>
          <a:off x="0" y="0"/>
          <a:ext cx="0" cy="0"/>
          <a:chOff x="0" y="0"/>
          <a:chExt cx="0" cy="0"/>
        </a:xfrm>
      </p:grpSpPr>
      <p:sp>
        <p:nvSpPr>
          <p:cNvPr id="645" name="Google Shape;645;p63"/>
          <p:cNvSpPr/>
          <p:nvPr/>
        </p:nvSpPr>
        <p:spPr>
          <a:xfrm>
            <a:off x="50" y="0"/>
            <a:ext cx="9144000" cy="4524000"/>
          </a:xfrm>
          <a:prstGeom prst="rect">
            <a:avLst/>
          </a:prstGeom>
          <a:solidFill>
            <a:srgbClr val="EA86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646" name="Google Shape;646;p63"/>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647" name="Google Shape;647;p63"/>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648" name="Google Shape;648;p63"/>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649" name="Google Shape;649;p63"/>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Green 900">
  <p:cSld name="CUSTOM_1_1_1_1_1_1_1_1">
    <p:spTree>
      <p:nvGrpSpPr>
        <p:cNvPr id="650" name="Shape 650"/>
        <p:cNvGrpSpPr/>
        <p:nvPr/>
      </p:nvGrpSpPr>
      <p:grpSpPr>
        <a:xfrm>
          <a:off x="0" y="0"/>
          <a:ext cx="0" cy="0"/>
          <a:chOff x="0" y="0"/>
          <a:chExt cx="0" cy="0"/>
        </a:xfrm>
      </p:grpSpPr>
      <p:sp>
        <p:nvSpPr>
          <p:cNvPr id="651" name="Google Shape;651;p64"/>
          <p:cNvSpPr/>
          <p:nvPr/>
        </p:nvSpPr>
        <p:spPr>
          <a:xfrm>
            <a:off x="50" y="0"/>
            <a:ext cx="9144000" cy="4524000"/>
          </a:xfrm>
          <a:prstGeom prst="rect">
            <a:avLst/>
          </a:prstGeom>
          <a:solidFill>
            <a:srgbClr val="13733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652" name="Google Shape;652;p64"/>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653" name="Google Shape;653;p64"/>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654" name="Google Shape;654;p64"/>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655" name="Google Shape;655;p64"/>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Red 800">
  <p:cSld name="CUSTOM_1_1_1_1_1">
    <p:spTree>
      <p:nvGrpSpPr>
        <p:cNvPr id="656" name="Shape 656"/>
        <p:cNvGrpSpPr/>
        <p:nvPr/>
      </p:nvGrpSpPr>
      <p:grpSpPr>
        <a:xfrm>
          <a:off x="0" y="0"/>
          <a:ext cx="0" cy="0"/>
          <a:chOff x="0" y="0"/>
          <a:chExt cx="0" cy="0"/>
        </a:xfrm>
      </p:grpSpPr>
      <p:sp>
        <p:nvSpPr>
          <p:cNvPr id="657" name="Google Shape;657;p65"/>
          <p:cNvSpPr/>
          <p:nvPr/>
        </p:nvSpPr>
        <p:spPr>
          <a:xfrm>
            <a:off x="50" y="0"/>
            <a:ext cx="9144000" cy="4524000"/>
          </a:xfrm>
          <a:prstGeom prst="rect">
            <a:avLst/>
          </a:prstGeom>
          <a:solidFill>
            <a:srgbClr val="B3141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Light"/>
              <a:buNone/>
            </a:pPr>
            <a:r>
              <a:t/>
            </a:r>
            <a:endParaRPr b="0" i="0" sz="1200" u="none" cap="none" strike="noStrike">
              <a:solidFill>
                <a:srgbClr val="FFFFFF"/>
              </a:solidFill>
              <a:latin typeface="Helvetica Neue Light"/>
              <a:ea typeface="Helvetica Neue Light"/>
              <a:cs typeface="Helvetica Neue Light"/>
              <a:sym typeface="Helvetica Neue Light"/>
            </a:endParaRPr>
          </a:p>
        </p:txBody>
      </p:sp>
      <p:sp>
        <p:nvSpPr>
          <p:cNvPr id="658" name="Google Shape;658;p65"/>
          <p:cNvSpPr txBox="1"/>
          <p:nvPr>
            <p:ph type="title"/>
          </p:nvPr>
        </p:nvSpPr>
        <p:spPr>
          <a:xfrm>
            <a:off x="962188" y="2048788"/>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Google Sans"/>
              <a:buNone/>
              <a:defRPr b="0" i="0" sz="3600" u="none" cap="none" strike="noStrike">
                <a:solidFill>
                  <a:srgbClr val="FFFFFF"/>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3600" u="none" cap="none" strike="noStrike">
                <a:solidFill>
                  <a:schemeClr val="lt1"/>
                </a:solidFill>
                <a:latin typeface="Helvetica Neue Light"/>
                <a:ea typeface="Helvetica Neue Light"/>
                <a:cs typeface="Helvetica Neue Light"/>
                <a:sym typeface="Helvetica Neue Light"/>
              </a:defRPr>
            </a:lvl9pPr>
          </a:lstStyle>
          <a:p/>
        </p:txBody>
      </p:sp>
      <p:sp>
        <p:nvSpPr>
          <p:cNvPr id="659" name="Google Shape;659;p65"/>
          <p:cNvSpPr txBox="1"/>
          <p:nvPr/>
        </p:nvSpPr>
        <p:spPr>
          <a:xfrm>
            <a:off x="7933350" y="214236"/>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cxnSp>
        <p:nvCxnSpPr>
          <p:cNvPr id="660" name="Google Shape;660;p65"/>
          <p:cNvCxnSpPr/>
          <p:nvPr/>
        </p:nvCxnSpPr>
        <p:spPr>
          <a:xfrm rot="10800000">
            <a:off x="426304" y="1476158"/>
            <a:ext cx="0" cy="1869900"/>
          </a:xfrm>
          <a:prstGeom prst="straightConnector1">
            <a:avLst/>
          </a:prstGeom>
          <a:noFill/>
          <a:ln cap="flat" cmpd="sng" w="25400">
            <a:solidFill>
              <a:srgbClr val="FFFFFF"/>
            </a:solidFill>
            <a:prstDash val="solid"/>
            <a:miter lim="400000"/>
            <a:headEnd len="sm" w="sm" type="none"/>
            <a:tailEnd len="sm" w="sm" type="none"/>
          </a:ln>
        </p:spPr>
      </p:cxnSp>
      <p:pic>
        <p:nvPicPr>
          <p:cNvPr id="661" name="Google Shape;661;p65"/>
          <p:cNvPicPr preferRelativeResize="0"/>
          <p:nvPr/>
        </p:nvPicPr>
        <p:blipFill>
          <a:blip r:embed="rId2">
            <a:alphaModFix/>
          </a:blip>
          <a:stretch>
            <a:fillRect/>
          </a:stretch>
        </p:blipFill>
        <p:spPr>
          <a:xfrm>
            <a:off x="8465703" y="4799509"/>
            <a:ext cx="438912" cy="1431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l Intro/Context Slide">
  <p:cSld name="Blank - Title_1_1_3_1_1">
    <p:spTree>
      <p:nvGrpSpPr>
        <p:cNvPr id="662" name="Shape 662"/>
        <p:cNvGrpSpPr/>
        <p:nvPr/>
      </p:nvGrpSpPr>
      <p:grpSpPr>
        <a:xfrm>
          <a:off x="0" y="0"/>
          <a:ext cx="0" cy="0"/>
          <a:chOff x="0" y="0"/>
          <a:chExt cx="0" cy="0"/>
        </a:xfrm>
      </p:grpSpPr>
      <p:sp>
        <p:nvSpPr>
          <p:cNvPr id="663" name="Google Shape;663;p66"/>
          <p:cNvSpPr/>
          <p:nvPr/>
        </p:nvSpPr>
        <p:spPr>
          <a:xfrm>
            <a:off x="0" y="0"/>
            <a:ext cx="9144000" cy="493800"/>
          </a:xfrm>
          <a:prstGeom prst="rect">
            <a:avLst/>
          </a:prstGeom>
          <a:solidFill>
            <a:srgbClr val="B314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     INTERNAL ONLY</a:t>
            </a:r>
            <a:endParaRPr b="0" i="0" sz="1400" u="none" cap="none" strike="noStrike">
              <a:solidFill>
                <a:srgbClr val="FFFFFF"/>
              </a:solidFill>
              <a:latin typeface="Google Sans Medium"/>
              <a:ea typeface="Google Sans Medium"/>
              <a:cs typeface="Google Sans Medium"/>
              <a:sym typeface="Google Sans Medium"/>
            </a:endParaRPr>
          </a:p>
        </p:txBody>
      </p:sp>
      <p:sp>
        <p:nvSpPr>
          <p:cNvPr id="664" name="Google Shape;664;p66"/>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sp>
        <p:nvSpPr>
          <p:cNvPr id="665" name="Google Shape;665;p66"/>
          <p:cNvSpPr/>
          <p:nvPr/>
        </p:nvSpPr>
        <p:spPr>
          <a:xfrm>
            <a:off x="3773600" y="178350"/>
            <a:ext cx="156000" cy="137100"/>
          </a:xfrm>
          <a:custGeom>
            <a:rect b="b" l="l" r="r" t="t"/>
            <a:pathLst>
              <a:path extrusionOk="0" h="120000" w="120000">
                <a:moveTo>
                  <a:pt x="0" y="119999"/>
                </a:moveTo>
                <a:lnTo>
                  <a:pt x="120000" y="119999"/>
                </a:lnTo>
                <a:lnTo>
                  <a:pt x="60000" y="0"/>
                </a:lnTo>
                <a:lnTo>
                  <a:pt x="0" y="119999"/>
                </a:lnTo>
                <a:close/>
                <a:moveTo>
                  <a:pt x="65480" y="100931"/>
                </a:moveTo>
                <a:lnTo>
                  <a:pt x="54519" y="100931"/>
                </a:lnTo>
                <a:lnTo>
                  <a:pt x="54519" y="88438"/>
                </a:lnTo>
                <a:lnTo>
                  <a:pt x="65480" y="88438"/>
                </a:lnTo>
                <a:lnTo>
                  <a:pt x="65480" y="100931"/>
                </a:lnTo>
                <a:close/>
                <a:moveTo>
                  <a:pt x="65480" y="75616"/>
                </a:moveTo>
                <a:lnTo>
                  <a:pt x="54519" y="75616"/>
                </a:lnTo>
                <a:lnTo>
                  <a:pt x="54519" y="50630"/>
                </a:lnTo>
                <a:lnTo>
                  <a:pt x="65480" y="50630"/>
                </a:lnTo>
                <a:lnTo>
                  <a:pt x="65480" y="7561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66666"/>
              </a:solidFill>
              <a:latin typeface="Arial"/>
              <a:ea typeface="Arial"/>
              <a:cs typeface="Arial"/>
              <a:sym typeface="Arial"/>
            </a:endParaRPr>
          </a:p>
        </p:txBody>
      </p:sp>
      <p:grpSp>
        <p:nvGrpSpPr>
          <p:cNvPr id="666" name="Google Shape;666;p66"/>
          <p:cNvGrpSpPr/>
          <p:nvPr/>
        </p:nvGrpSpPr>
        <p:grpSpPr>
          <a:xfrm>
            <a:off x="8469122" y="4803781"/>
            <a:ext cx="420491" cy="137010"/>
            <a:chOff x="0" y="0"/>
            <a:chExt cx="2077525" cy="676925"/>
          </a:xfrm>
        </p:grpSpPr>
        <p:sp>
          <p:nvSpPr>
            <p:cNvPr id="667" name="Google Shape;667;p66"/>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68" name="Google Shape;668;p66"/>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69" name="Google Shape;669;p66"/>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70" name="Google Shape;670;p66"/>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71" name="Google Shape;671;p66"/>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72" name="Google Shape;672;p66"/>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673" name="Google Shape;673;p66"/>
          <p:cNvSpPr txBox="1"/>
          <p:nvPr>
            <p:ph idx="1" type="body"/>
          </p:nvPr>
        </p:nvSpPr>
        <p:spPr>
          <a:xfrm>
            <a:off x="340663" y="1128663"/>
            <a:ext cx="7877100" cy="3452700"/>
          </a:xfrm>
          <a:prstGeom prst="rect">
            <a:avLst/>
          </a:prstGeom>
          <a:noFill/>
          <a:ln>
            <a:noFill/>
          </a:ln>
        </p:spPr>
        <p:txBody>
          <a:bodyPr anchorCtr="0" anchor="t" bIns="91425" lIns="91425" spcFirstLastPara="1" rIns="91425" wrap="square" tIns="91425">
            <a:noAutofit/>
          </a:bodyPr>
          <a:lstStyle>
            <a:lvl1pPr indent="-285750" lvl="0" marL="4572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1pPr>
            <a:lvl2pPr indent="-285750" lvl="1" marL="9144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2pPr>
            <a:lvl3pPr indent="-285750" lvl="2" marL="13716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3pPr>
            <a:lvl4pPr indent="-285750" lvl="3" marL="18288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4pPr>
            <a:lvl5pPr indent="-285750" lvl="4" marL="22860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5pPr>
            <a:lvl6pPr indent="-285750" lvl="5" marL="27432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6pPr>
            <a:lvl7pPr indent="-285750" lvl="6" marL="32004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7pPr>
            <a:lvl8pPr indent="-285750" lvl="7" marL="36576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8pPr>
            <a:lvl9pPr indent="-285750" lvl="8" marL="4114800" marR="0" algn="l">
              <a:lnSpc>
                <a:spcPct val="100000"/>
              </a:lnSpc>
              <a:spcBef>
                <a:spcPts val="2200"/>
              </a:spcBef>
              <a:spcAft>
                <a:spcPts val="0"/>
              </a:spcAft>
              <a:buClr>
                <a:srgbClr val="3C4043"/>
              </a:buClr>
              <a:buSzPts val="900"/>
              <a:buFont typeface="Roboto"/>
              <a:buChar char="•"/>
              <a:defRPr b="0" i="0" sz="900" u="none" cap="none" strike="noStrike">
                <a:solidFill>
                  <a:srgbClr val="3C4043"/>
                </a:solidFill>
                <a:latin typeface="Roboto"/>
                <a:ea typeface="Roboto"/>
                <a:cs typeface="Roboto"/>
                <a:sym typeface="Roboto"/>
              </a:defRPr>
            </a:lvl9pPr>
          </a:lstStyle>
          <a:p/>
        </p:txBody>
      </p:sp>
      <p:sp>
        <p:nvSpPr>
          <p:cNvPr id="674" name="Google Shape;674;p66"/>
          <p:cNvSpPr txBox="1"/>
          <p:nvPr>
            <p:ph type="title"/>
          </p:nvPr>
        </p:nvSpPr>
        <p:spPr>
          <a:xfrm>
            <a:off x="395688" y="493663"/>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3C4043"/>
              </a:buClr>
              <a:buSzPts val="2400"/>
              <a:buFont typeface="Google Sans"/>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3C4043"/>
              </a:buClr>
              <a:buSzPts val="4200"/>
              <a:buFont typeface="Helvetica Neue Light"/>
              <a:buNone/>
              <a:defRPr b="0" i="0" sz="4200" u="none" cap="none" strike="noStrike">
                <a:solidFill>
                  <a:srgbClr val="3C4043"/>
                </a:solidFill>
                <a:latin typeface="Helvetica Neue Light"/>
                <a:ea typeface="Helvetica Neue Light"/>
                <a:cs typeface="Helvetica Neue Light"/>
                <a:sym typeface="Helvetica Neue Light"/>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l header">
  <p:cSld name="Blank - Title_1_1_3_1_1_2">
    <p:spTree>
      <p:nvGrpSpPr>
        <p:cNvPr id="675" name="Shape 675"/>
        <p:cNvGrpSpPr/>
        <p:nvPr/>
      </p:nvGrpSpPr>
      <p:grpSpPr>
        <a:xfrm>
          <a:off x="0" y="0"/>
          <a:ext cx="0" cy="0"/>
          <a:chOff x="0" y="0"/>
          <a:chExt cx="0" cy="0"/>
        </a:xfrm>
      </p:grpSpPr>
      <p:sp>
        <p:nvSpPr>
          <p:cNvPr id="676" name="Google Shape;676;p67"/>
          <p:cNvSpPr/>
          <p:nvPr/>
        </p:nvSpPr>
        <p:spPr>
          <a:xfrm>
            <a:off x="0" y="0"/>
            <a:ext cx="9144000" cy="493800"/>
          </a:xfrm>
          <a:prstGeom prst="rect">
            <a:avLst/>
          </a:prstGeom>
          <a:solidFill>
            <a:srgbClr val="B314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     INTERNAL ONLY</a:t>
            </a:r>
            <a:endParaRPr b="0" i="0" sz="1400" u="none" cap="none" strike="noStrike">
              <a:solidFill>
                <a:srgbClr val="FFFFFF"/>
              </a:solidFill>
              <a:latin typeface="Google Sans Medium"/>
              <a:ea typeface="Google Sans Medium"/>
              <a:cs typeface="Google Sans Medium"/>
              <a:sym typeface="Google Sans Medium"/>
            </a:endParaRPr>
          </a:p>
        </p:txBody>
      </p:sp>
      <p:sp>
        <p:nvSpPr>
          <p:cNvPr id="677" name="Google Shape;677;p67"/>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Proprietary + Confidential</a:t>
            </a:r>
            <a:endParaRPr b="0" i="0" sz="600" u="none" cap="none" strike="noStrike">
              <a:solidFill>
                <a:srgbClr val="FFFFFF"/>
              </a:solidFill>
              <a:latin typeface="Roboto"/>
              <a:ea typeface="Roboto"/>
              <a:cs typeface="Roboto"/>
              <a:sym typeface="Roboto"/>
            </a:endParaRPr>
          </a:p>
        </p:txBody>
      </p:sp>
      <p:sp>
        <p:nvSpPr>
          <p:cNvPr id="678" name="Google Shape;678;p67"/>
          <p:cNvSpPr/>
          <p:nvPr/>
        </p:nvSpPr>
        <p:spPr>
          <a:xfrm>
            <a:off x="3773600" y="178350"/>
            <a:ext cx="156000" cy="137100"/>
          </a:xfrm>
          <a:custGeom>
            <a:rect b="b" l="l" r="r" t="t"/>
            <a:pathLst>
              <a:path extrusionOk="0" h="120000" w="120000">
                <a:moveTo>
                  <a:pt x="0" y="119999"/>
                </a:moveTo>
                <a:lnTo>
                  <a:pt x="120000" y="119999"/>
                </a:lnTo>
                <a:lnTo>
                  <a:pt x="60000" y="0"/>
                </a:lnTo>
                <a:lnTo>
                  <a:pt x="0" y="119999"/>
                </a:lnTo>
                <a:close/>
                <a:moveTo>
                  <a:pt x="65480" y="100931"/>
                </a:moveTo>
                <a:lnTo>
                  <a:pt x="54519" y="100931"/>
                </a:lnTo>
                <a:lnTo>
                  <a:pt x="54519" y="88438"/>
                </a:lnTo>
                <a:lnTo>
                  <a:pt x="65480" y="88438"/>
                </a:lnTo>
                <a:lnTo>
                  <a:pt x="65480" y="100931"/>
                </a:lnTo>
                <a:close/>
                <a:moveTo>
                  <a:pt x="65480" y="75616"/>
                </a:moveTo>
                <a:lnTo>
                  <a:pt x="54519" y="75616"/>
                </a:lnTo>
                <a:lnTo>
                  <a:pt x="54519" y="50630"/>
                </a:lnTo>
                <a:lnTo>
                  <a:pt x="65480" y="50630"/>
                </a:lnTo>
                <a:lnTo>
                  <a:pt x="65480" y="7561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66666"/>
              </a:solidFill>
              <a:latin typeface="Arial"/>
              <a:ea typeface="Arial"/>
              <a:cs typeface="Arial"/>
              <a:sym typeface="Arial"/>
            </a:endParaRPr>
          </a:p>
        </p:txBody>
      </p:sp>
      <p:grpSp>
        <p:nvGrpSpPr>
          <p:cNvPr id="679" name="Google Shape;679;p67"/>
          <p:cNvGrpSpPr/>
          <p:nvPr/>
        </p:nvGrpSpPr>
        <p:grpSpPr>
          <a:xfrm>
            <a:off x="8469122" y="4803781"/>
            <a:ext cx="420491" cy="137010"/>
            <a:chOff x="0" y="0"/>
            <a:chExt cx="2077525" cy="676925"/>
          </a:xfrm>
        </p:grpSpPr>
        <p:sp>
          <p:nvSpPr>
            <p:cNvPr id="680" name="Google Shape;680;p67"/>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81" name="Google Shape;681;p67"/>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82" name="Google Shape;682;p67"/>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83" name="Google Shape;683;p67"/>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84" name="Google Shape;684;p67"/>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85" name="Google Shape;685;p67"/>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Yellow">
  <p:cSld name="TITLE_2_1_2">
    <p:spTree>
      <p:nvGrpSpPr>
        <p:cNvPr id="686" name="Shape 686"/>
        <p:cNvGrpSpPr/>
        <p:nvPr/>
      </p:nvGrpSpPr>
      <p:grpSpPr>
        <a:xfrm>
          <a:off x="0" y="0"/>
          <a:ext cx="0" cy="0"/>
          <a:chOff x="0" y="0"/>
          <a:chExt cx="0" cy="0"/>
        </a:xfrm>
      </p:grpSpPr>
      <p:sp>
        <p:nvSpPr>
          <p:cNvPr id="687" name="Google Shape;687;p68"/>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68"/>
          <p:cNvSpPr/>
          <p:nvPr/>
        </p:nvSpPr>
        <p:spPr>
          <a:xfrm>
            <a:off x="426300" y="4929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689" name="Google Shape;689;p68"/>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690" name="Google Shape;690;p68"/>
          <p:cNvSpPr/>
          <p:nvPr/>
        </p:nvSpPr>
        <p:spPr>
          <a:xfrm>
            <a:off x="-22468" y="235365"/>
            <a:ext cx="57900" cy="4672800"/>
          </a:xfrm>
          <a:prstGeom prst="rect">
            <a:avLst/>
          </a:prstGeom>
          <a:solidFill>
            <a:srgbClr val="FBBC0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691" name="Google Shape;691;p68"/>
          <p:cNvSpPr txBox="1"/>
          <p:nvPr>
            <p:ph idx="1" type="body"/>
          </p:nvPr>
        </p:nvSpPr>
        <p:spPr>
          <a:xfrm>
            <a:off x="362563" y="2175900"/>
            <a:ext cx="29766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692" name="Google Shape;692;p68"/>
          <p:cNvSpPr txBox="1"/>
          <p:nvPr>
            <p:ph type="title"/>
          </p:nvPr>
        </p:nvSpPr>
        <p:spPr>
          <a:xfrm>
            <a:off x="362563" y="1365900"/>
            <a:ext cx="38646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693" name="Google Shape;693;p68"/>
          <p:cNvGrpSpPr/>
          <p:nvPr/>
        </p:nvGrpSpPr>
        <p:grpSpPr>
          <a:xfrm>
            <a:off x="8469122" y="4803781"/>
            <a:ext cx="420491" cy="137010"/>
            <a:chOff x="0" y="0"/>
            <a:chExt cx="2077525" cy="676925"/>
          </a:xfrm>
        </p:grpSpPr>
        <p:sp>
          <p:nvSpPr>
            <p:cNvPr id="694" name="Google Shape;694;p68"/>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95" name="Google Shape;695;p68"/>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96" name="Google Shape;696;p68"/>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97" name="Google Shape;697;p68"/>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98" name="Google Shape;698;p68"/>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99" name="Google Shape;699;p68"/>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asic Text - Yellow">
  <p:cSld name="TITLE_2_3_3_1">
    <p:spTree>
      <p:nvGrpSpPr>
        <p:cNvPr id="700" name="Shape 700"/>
        <p:cNvGrpSpPr/>
        <p:nvPr/>
      </p:nvGrpSpPr>
      <p:grpSpPr>
        <a:xfrm>
          <a:off x="0" y="0"/>
          <a:ext cx="0" cy="0"/>
          <a:chOff x="0" y="0"/>
          <a:chExt cx="0" cy="0"/>
        </a:xfrm>
      </p:grpSpPr>
      <p:sp>
        <p:nvSpPr>
          <p:cNvPr id="701" name="Google Shape;701;p69"/>
          <p:cNvSpPr txBox="1"/>
          <p:nvPr>
            <p:ph idx="1" type="body"/>
          </p:nvPr>
        </p:nvSpPr>
        <p:spPr>
          <a:xfrm>
            <a:off x="344500" y="1957700"/>
            <a:ext cx="3946200" cy="1606800"/>
          </a:xfrm>
          <a:prstGeom prst="rect">
            <a:avLst/>
          </a:prstGeom>
          <a:noFill/>
          <a:ln>
            <a:noFill/>
          </a:ln>
        </p:spPr>
        <p:txBody>
          <a:bodyPr anchorCtr="0" anchor="t" bIns="91425" lIns="91425" spcFirstLastPara="1" rIns="91425" wrap="square" tIns="91425">
            <a:noAutofit/>
          </a:bodyPr>
          <a:lstStyle>
            <a:lvl1pPr indent="-285750" lvl="0" marL="4572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702" name="Google Shape;702;p69"/>
          <p:cNvSpPr/>
          <p:nvPr/>
        </p:nvSpPr>
        <p:spPr>
          <a:xfrm>
            <a:off x="344501" y="4167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703" name="Google Shape;703;p69"/>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704" name="Google Shape;704;p69"/>
          <p:cNvSpPr/>
          <p:nvPr/>
        </p:nvSpPr>
        <p:spPr>
          <a:xfrm>
            <a:off x="-22468" y="235365"/>
            <a:ext cx="57900" cy="4672800"/>
          </a:xfrm>
          <a:prstGeom prst="rect">
            <a:avLst/>
          </a:prstGeom>
          <a:solidFill>
            <a:srgbClr val="FBBC0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705" name="Google Shape;705;p69"/>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706" name="Google Shape;706;p69"/>
          <p:cNvGrpSpPr/>
          <p:nvPr/>
        </p:nvGrpSpPr>
        <p:grpSpPr>
          <a:xfrm>
            <a:off x="8469122" y="4803781"/>
            <a:ext cx="420491" cy="137010"/>
            <a:chOff x="0" y="0"/>
            <a:chExt cx="2077525" cy="676925"/>
          </a:xfrm>
        </p:grpSpPr>
        <p:sp>
          <p:nvSpPr>
            <p:cNvPr id="707" name="Google Shape;707;p69"/>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08" name="Google Shape;708;p69"/>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09" name="Google Shape;709;p69"/>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10" name="Google Shape;710;p69"/>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11" name="Google Shape;711;p69"/>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12" name="Google Shape;712;p69"/>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ulleted List - Yellow">
  <p:cSld name="TITLE_2_3_1_1">
    <p:spTree>
      <p:nvGrpSpPr>
        <p:cNvPr id="713" name="Shape 713"/>
        <p:cNvGrpSpPr/>
        <p:nvPr/>
      </p:nvGrpSpPr>
      <p:grpSpPr>
        <a:xfrm>
          <a:off x="0" y="0"/>
          <a:ext cx="0" cy="0"/>
          <a:chOff x="0" y="0"/>
          <a:chExt cx="0" cy="0"/>
        </a:xfrm>
      </p:grpSpPr>
      <p:sp>
        <p:nvSpPr>
          <p:cNvPr id="714" name="Google Shape;714;p70"/>
          <p:cNvSpPr txBox="1"/>
          <p:nvPr>
            <p:ph idx="1" type="body"/>
          </p:nvPr>
        </p:nvSpPr>
        <p:spPr>
          <a:xfrm>
            <a:off x="837575" y="1716000"/>
            <a:ext cx="46974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715" name="Google Shape;715;p70"/>
          <p:cNvSpPr/>
          <p:nvPr/>
        </p:nvSpPr>
        <p:spPr>
          <a:xfrm>
            <a:off x="297376" y="40612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716" name="Google Shape;716;p70"/>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717" name="Google Shape;717;p70"/>
          <p:cNvSpPr/>
          <p:nvPr/>
        </p:nvSpPr>
        <p:spPr>
          <a:xfrm>
            <a:off x="-22468" y="235365"/>
            <a:ext cx="57900" cy="4672800"/>
          </a:xfrm>
          <a:prstGeom prst="rect">
            <a:avLst/>
          </a:prstGeom>
          <a:solidFill>
            <a:srgbClr val="FBBC0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718" name="Google Shape;718;p70"/>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719" name="Google Shape;719;p70"/>
          <p:cNvGrpSpPr/>
          <p:nvPr/>
        </p:nvGrpSpPr>
        <p:grpSpPr>
          <a:xfrm>
            <a:off x="8469122" y="4803781"/>
            <a:ext cx="420491" cy="137010"/>
            <a:chOff x="0" y="0"/>
            <a:chExt cx="2077525" cy="676925"/>
          </a:xfrm>
        </p:grpSpPr>
        <p:sp>
          <p:nvSpPr>
            <p:cNvPr id="720" name="Google Shape;720;p70"/>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21" name="Google Shape;721;p70"/>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22" name="Google Shape;722;p70"/>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23" name="Google Shape;723;p70"/>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24" name="Google Shape;724;p70"/>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25" name="Google Shape;725;p70"/>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asic Text - Green">
  <p:cSld name="TITLE_2_3_3_1_1">
    <p:spTree>
      <p:nvGrpSpPr>
        <p:cNvPr id="726" name="Shape 726"/>
        <p:cNvGrpSpPr/>
        <p:nvPr/>
      </p:nvGrpSpPr>
      <p:grpSpPr>
        <a:xfrm>
          <a:off x="0" y="0"/>
          <a:ext cx="0" cy="0"/>
          <a:chOff x="0" y="0"/>
          <a:chExt cx="0" cy="0"/>
        </a:xfrm>
      </p:grpSpPr>
      <p:sp>
        <p:nvSpPr>
          <p:cNvPr id="727" name="Google Shape;727;p71"/>
          <p:cNvSpPr txBox="1"/>
          <p:nvPr>
            <p:ph idx="1" type="body"/>
          </p:nvPr>
        </p:nvSpPr>
        <p:spPr>
          <a:xfrm>
            <a:off x="344500" y="1957700"/>
            <a:ext cx="3946200" cy="1606800"/>
          </a:xfrm>
          <a:prstGeom prst="rect">
            <a:avLst/>
          </a:prstGeom>
          <a:noFill/>
          <a:ln>
            <a:noFill/>
          </a:ln>
        </p:spPr>
        <p:txBody>
          <a:bodyPr anchorCtr="0" anchor="t" bIns="91425" lIns="91425" spcFirstLastPara="1" rIns="91425" wrap="square" tIns="91425">
            <a:noAutofit/>
          </a:bodyPr>
          <a:lstStyle>
            <a:lvl1pPr indent="-285750" lvl="0" marL="4572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728" name="Google Shape;728;p71"/>
          <p:cNvSpPr/>
          <p:nvPr/>
        </p:nvSpPr>
        <p:spPr>
          <a:xfrm>
            <a:off x="344501" y="4167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729" name="Google Shape;729;p71"/>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730" name="Google Shape;730;p71"/>
          <p:cNvSpPr/>
          <p:nvPr/>
        </p:nvSpPr>
        <p:spPr>
          <a:xfrm>
            <a:off x="-22468" y="235365"/>
            <a:ext cx="57900" cy="4672800"/>
          </a:xfrm>
          <a:prstGeom prst="rect">
            <a:avLst/>
          </a:prstGeom>
          <a:solidFill>
            <a:srgbClr val="34A85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731" name="Google Shape;731;p71"/>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732" name="Google Shape;732;p71"/>
          <p:cNvGrpSpPr/>
          <p:nvPr/>
        </p:nvGrpSpPr>
        <p:grpSpPr>
          <a:xfrm>
            <a:off x="8469122" y="4803781"/>
            <a:ext cx="420491" cy="137010"/>
            <a:chOff x="0" y="0"/>
            <a:chExt cx="2077525" cy="676925"/>
          </a:xfrm>
        </p:grpSpPr>
        <p:sp>
          <p:nvSpPr>
            <p:cNvPr id="733" name="Google Shape;733;p71"/>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34" name="Google Shape;734;p71"/>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35" name="Google Shape;735;p71"/>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36" name="Google Shape;736;p71"/>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37" name="Google Shape;737;p71"/>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38" name="Google Shape;738;p71"/>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ulleted List - Green">
  <p:cSld name="TITLE_2_3_1_1_1">
    <p:spTree>
      <p:nvGrpSpPr>
        <p:cNvPr id="739" name="Shape 739"/>
        <p:cNvGrpSpPr/>
        <p:nvPr/>
      </p:nvGrpSpPr>
      <p:grpSpPr>
        <a:xfrm>
          <a:off x="0" y="0"/>
          <a:ext cx="0" cy="0"/>
          <a:chOff x="0" y="0"/>
          <a:chExt cx="0" cy="0"/>
        </a:xfrm>
      </p:grpSpPr>
      <p:sp>
        <p:nvSpPr>
          <p:cNvPr id="740" name="Google Shape;740;p72"/>
          <p:cNvSpPr txBox="1"/>
          <p:nvPr>
            <p:ph idx="1" type="body"/>
          </p:nvPr>
        </p:nvSpPr>
        <p:spPr>
          <a:xfrm>
            <a:off x="364025" y="4743625"/>
            <a:ext cx="4345800" cy="375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1pPr>
            <a:lvl2pPr indent="-228600" lvl="1" marL="914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2pPr>
            <a:lvl3pPr indent="-228600" lvl="2" marL="1371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3pPr>
            <a:lvl4pPr indent="-228600" lvl="3" marL="1828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4pPr>
            <a:lvl5pPr indent="-228600" lvl="4" marL="22860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5pPr>
            <a:lvl6pPr indent="-228600" lvl="5" marL="27432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6pPr>
            <a:lvl7pPr indent="-228600" lvl="6" marL="32004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7pPr>
            <a:lvl8pPr indent="-228600" lvl="7" marL="36576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8pPr>
            <a:lvl9pPr indent="-228600" lvl="8" marL="4114800" marR="0" algn="l">
              <a:lnSpc>
                <a:spcPct val="100000"/>
              </a:lnSpc>
              <a:spcBef>
                <a:spcPts val="0"/>
              </a:spcBef>
              <a:spcAft>
                <a:spcPts val="0"/>
              </a:spcAft>
              <a:buClr>
                <a:srgbClr val="000000"/>
              </a:buClr>
              <a:buSzPts val="1100"/>
              <a:buFont typeface="Arial"/>
              <a:buNone/>
              <a:defRPr b="0" i="0" sz="600" u="none" cap="none" strike="noStrike">
                <a:solidFill>
                  <a:srgbClr val="D5D5D5"/>
                </a:solidFill>
                <a:latin typeface="Roboto"/>
                <a:ea typeface="Roboto"/>
                <a:cs typeface="Roboto"/>
                <a:sym typeface="Roboto"/>
              </a:defRPr>
            </a:lvl9pPr>
          </a:lstStyle>
          <a:p/>
        </p:txBody>
      </p:sp>
      <p:sp>
        <p:nvSpPr>
          <p:cNvPr id="741" name="Google Shape;741;p72"/>
          <p:cNvSpPr txBox="1"/>
          <p:nvPr>
            <p:ph idx="2" type="body"/>
          </p:nvPr>
        </p:nvSpPr>
        <p:spPr>
          <a:xfrm>
            <a:off x="837575" y="1716000"/>
            <a:ext cx="46974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742" name="Google Shape;742;p72"/>
          <p:cNvSpPr/>
          <p:nvPr/>
        </p:nvSpPr>
        <p:spPr>
          <a:xfrm>
            <a:off x="297376" y="40612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743" name="Google Shape;743;p72"/>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744" name="Google Shape;744;p72"/>
          <p:cNvSpPr/>
          <p:nvPr/>
        </p:nvSpPr>
        <p:spPr>
          <a:xfrm>
            <a:off x="-22468" y="235365"/>
            <a:ext cx="57900" cy="4672800"/>
          </a:xfrm>
          <a:prstGeom prst="rect">
            <a:avLst/>
          </a:prstGeom>
          <a:solidFill>
            <a:srgbClr val="34A85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745" name="Google Shape;745;p72"/>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746" name="Google Shape;746;p72"/>
          <p:cNvGrpSpPr/>
          <p:nvPr/>
        </p:nvGrpSpPr>
        <p:grpSpPr>
          <a:xfrm>
            <a:off x="8469122" y="4803781"/>
            <a:ext cx="420491" cy="137010"/>
            <a:chOff x="0" y="0"/>
            <a:chExt cx="2077525" cy="676925"/>
          </a:xfrm>
        </p:grpSpPr>
        <p:sp>
          <p:nvSpPr>
            <p:cNvPr id="747" name="Google Shape;747;p72"/>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48" name="Google Shape;748;p72"/>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49" name="Google Shape;749;p72"/>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50" name="Google Shape;750;p72"/>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51" name="Google Shape;751;p72"/>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52" name="Google Shape;752;p72"/>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asic Text - Red">
  <p:cSld name="TITLE_2_3_3_2">
    <p:spTree>
      <p:nvGrpSpPr>
        <p:cNvPr id="753" name="Shape 753"/>
        <p:cNvGrpSpPr/>
        <p:nvPr/>
      </p:nvGrpSpPr>
      <p:grpSpPr>
        <a:xfrm>
          <a:off x="0" y="0"/>
          <a:ext cx="0" cy="0"/>
          <a:chOff x="0" y="0"/>
          <a:chExt cx="0" cy="0"/>
        </a:xfrm>
      </p:grpSpPr>
      <p:sp>
        <p:nvSpPr>
          <p:cNvPr id="754" name="Google Shape;754;p73"/>
          <p:cNvSpPr txBox="1"/>
          <p:nvPr>
            <p:ph idx="1" type="body"/>
          </p:nvPr>
        </p:nvSpPr>
        <p:spPr>
          <a:xfrm>
            <a:off x="344500" y="1957700"/>
            <a:ext cx="3946200" cy="1606800"/>
          </a:xfrm>
          <a:prstGeom prst="rect">
            <a:avLst/>
          </a:prstGeom>
          <a:noFill/>
          <a:ln>
            <a:noFill/>
          </a:ln>
        </p:spPr>
        <p:txBody>
          <a:bodyPr anchorCtr="0" anchor="t" bIns="91425" lIns="91425" spcFirstLastPara="1" rIns="91425" wrap="square" tIns="91425">
            <a:noAutofit/>
          </a:bodyPr>
          <a:lstStyle>
            <a:lvl1pPr indent="-285750" lvl="0" marL="4572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13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13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755" name="Google Shape;755;p73"/>
          <p:cNvSpPr/>
          <p:nvPr/>
        </p:nvSpPr>
        <p:spPr>
          <a:xfrm>
            <a:off x="344501" y="41677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756" name="Google Shape;756;p73"/>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757" name="Google Shape;757;p73"/>
          <p:cNvSpPr/>
          <p:nvPr/>
        </p:nvSpPr>
        <p:spPr>
          <a:xfrm>
            <a:off x="-22468" y="235365"/>
            <a:ext cx="57900" cy="4672800"/>
          </a:xfrm>
          <a:prstGeom prst="rect">
            <a:avLst/>
          </a:prstGeom>
          <a:solidFill>
            <a:srgbClr val="EA433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758" name="Google Shape;758;p73"/>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759" name="Google Shape;759;p73"/>
          <p:cNvGrpSpPr/>
          <p:nvPr/>
        </p:nvGrpSpPr>
        <p:grpSpPr>
          <a:xfrm>
            <a:off x="8469122" y="4803781"/>
            <a:ext cx="420491" cy="137010"/>
            <a:chOff x="0" y="0"/>
            <a:chExt cx="2077525" cy="676925"/>
          </a:xfrm>
        </p:grpSpPr>
        <p:sp>
          <p:nvSpPr>
            <p:cNvPr id="760" name="Google Shape;760;p73"/>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61" name="Google Shape;761;p73"/>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62" name="Google Shape;762;p73"/>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63" name="Google Shape;763;p73"/>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64" name="Google Shape;764;p73"/>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65" name="Google Shape;765;p73"/>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Bulleted List - Red">
  <p:cSld name="TITLE_2_3_1_1_1_1">
    <p:spTree>
      <p:nvGrpSpPr>
        <p:cNvPr id="766" name="Shape 766"/>
        <p:cNvGrpSpPr/>
        <p:nvPr/>
      </p:nvGrpSpPr>
      <p:grpSpPr>
        <a:xfrm>
          <a:off x="0" y="0"/>
          <a:ext cx="0" cy="0"/>
          <a:chOff x="0" y="0"/>
          <a:chExt cx="0" cy="0"/>
        </a:xfrm>
      </p:grpSpPr>
      <p:sp>
        <p:nvSpPr>
          <p:cNvPr id="767" name="Google Shape;767;p74"/>
          <p:cNvSpPr txBox="1"/>
          <p:nvPr>
            <p:ph idx="1" type="body"/>
          </p:nvPr>
        </p:nvSpPr>
        <p:spPr>
          <a:xfrm>
            <a:off x="837575" y="1716000"/>
            <a:ext cx="4697400" cy="2046300"/>
          </a:xfrm>
          <a:prstGeom prst="rect">
            <a:avLst/>
          </a:prstGeom>
          <a:noFill/>
          <a:ln>
            <a:noFill/>
          </a:ln>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1pPr>
            <a:lvl2pPr indent="-285750" lvl="1" marL="914400" marR="0" algn="l">
              <a:lnSpc>
                <a:spcPct val="260000"/>
              </a:lnSpc>
              <a:spcBef>
                <a:spcPts val="0"/>
              </a:spcBef>
              <a:spcAft>
                <a:spcPts val="0"/>
              </a:spcAft>
              <a:buClr>
                <a:srgbClr val="80868B"/>
              </a:buClr>
              <a:buSzPts val="900"/>
              <a:buFont typeface="Roboto"/>
              <a:buChar char="○"/>
              <a:defRPr b="0" i="0" sz="1100" u="none" cap="none" strike="noStrike">
                <a:solidFill>
                  <a:srgbClr val="5F6368"/>
                </a:solidFill>
                <a:latin typeface="Roboto"/>
                <a:ea typeface="Roboto"/>
                <a:cs typeface="Roboto"/>
                <a:sym typeface="Roboto"/>
              </a:defRPr>
            </a:lvl2pPr>
            <a:lvl3pPr indent="-298450" lvl="2" marL="1371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3pPr>
            <a:lvl4pPr indent="-298450" lvl="3" marL="1828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4pPr>
            <a:lvl5pPr indent="-298450" lvl="4" marL="22860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5pPr>
            <a:lvl6pPr indent="-298450" lvl="5" marL="27432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6pPr>
            <a:lvl7pPr indent="-298450" lvl="6" marL="32004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7pPr>
            <a:lvl8pPr indent="-298450" lvl="7" marL="36576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8pPr>
            <a:lvl9pPr indent="-298450" lvl="8" marL="4114800" marR="0" algn="l">
              <a:lnSpc>
                <a:spcPct val="260000"/>
              </a:lnSpc>
              <a:spcBef>
                <a:spcPts val="0"/>
              </a:spcBef>
              <a:spcAft>
                <a:spcPts val="0"/>
              </a:spcAft>
              <a:buClr>
                <a:srgbClr val="5F6368"/>
              </a:buClr>
              <a:buSzPts val="1100"/>
              <a:buFont typeface="Roboto"/>
              <a:buChar char="■"/>
              <a:defRPr b="0" i="0" sz="1100" u="none" cap="none" strike="noStrike">
                <a:solidFill>
                  <a:srgbClr val="5F6368"/>
                </a:solidFill>
                <a:latin typeface="Roboto"/>
                <a:ea typeface="Roboto"/>
                <a:cs typeface="Roboto"/>
                <a:sym typeface="Roboto"/>
              </a:defRPr>
            </a:lvl9pPr>
          </a:lstStyle>
          <a:p/>
        </p:txBody>
      </p:sp>
      <p:sp>
        <p:nvSpPr>
          <p:cNvPr id="768" name="Google Shape;768;p74"/>
          <p:cNvSpPr/>
          <p:nvPr/>
        </p:nvSpPr>
        <p:spPr>
          <a:xfrm>
            <a:off x="297376" y="406125"/>
            <a:ext cx="7797000" cy="414300"/>
          </a:xfrm>
          <a:prstGeom prst="rect">
            <a:avLst/>
          </a:prstGeom>
          <a:noFill/>
          <a:ln>
            <a:noFill/>
          </a:ln>
        </p:spPr>
        <p:txBody>
          <a:bodyPr anchorCtr="0" anchor="t" bIns="19050" lIns="19050" spcFirstLastPara="1" rIns="19050" wrap="square" tIns="19050">
            <a:noAutofit/>
          </a:bodyPr>
          <a:lstStyle/>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3C4043"/>
              </a:solidFill>
              <a:latin typeface="Google Sans"/>
              <a:ea typeface="Google Sans"/>
              <a:cs typeface="Google Sans"/>
              <a:sym typeface="Google Sans"/>
            </a:endParaRPr>
          </a:p>
        </p:txBody>
      </p:sp>
      <p:sp>
        <p:nvSpPr>
          <p:cNvPr id="769" name="Google Shape;769;p74"/>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770" name="Google Shape;770;p74"/>
          <p:cNvSpPr/>
          <p:nvPr/>
        </p:nvSpPr>
        <p:spPr>
          <a:xfrm>
            <a:off x="-22468" y="235365"/>
            <a:ext cx="57900" cy="4672800"/>
          </a:xfrm>
          <a:prstGeom prst="rect">
            <a:avLst/>
          </a:prstGeom>
          <a:solidFill>
            <a:srgbClr val="EA433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771" name="Google Shape;771;p74"/>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772" name="Google Shape;772;p74"/>
          <p:cNvGrpSpPr/>
          <p:nvPr/>
        </p:nvGrpSpPr>
        <p:grpSpPr>
          <a:xfrm>
            <a:off x="8469122" y="4803781"/>
            <a:ext cx="420491" cy="137010"/>
            <a:chOff x="0" y="0"/>
            <a:chExt cx="2077525" cy="676925"/>
          </a:xfrm>
        </p:grpSpPr>
        <p:sp>
          <p:nvSpPr>
            <p:cNvPr id="773" name="Google Shape;773;p74"/>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74" name="Google Shape;774;p74"/>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75" name="Google Shape;775;p74"/>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76" name="Google Shape;776;p74"/>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77" name="Google Shape;777;p74"/>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78" name="Google Shape;778;p74"/>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Blank">
  <p:cSld name="Blank_3">
    <p:spTree>
      <p:nvGrpSpPr>
        <p:cNvPr id="779" name="Shape 779"/>
        <p:cNvGrpSpPr/>
        <p:nvPr/>
      </p:nvGrpSpPr>
      <p:grpSpPr>
        <a:xfrm>
          <a:off x="0" y="0"/>
          <a:ext cx="0" cy="0"/>
          <a:chOff x="0" y="0"/>
          <a:chExt cx="0" cy="0"/>
        </a:xfrm>
      </p:grpSpPr>
      <p:sp>
        <p:nvSpPr>
          <p:cNvPr id="780" name="Google Shape;780;p75"/>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1" name="Google Shape;781;p75"/>
          <p:cNvGrpSpPr/>
          <p:nvPr/>
        </p:nvGrpSpPr>
        <p:grpSpPr>
          <a:xfrm>
            <a:off x="8469122" y="4803781"/>
            <a:ext cx="420491" cy="137010"/>
            <a:chOff x="0" y="0"/>
            <a:chExt cx="2077525" cy="676925"/>
          </a:xfrm>
        </p:grpSpPr>
        <p:sp>
          <p:nvSpPr>
            <p:cNvPr id="782" name="Google Shape;782;p75"/>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83" name="Google Shape;783;p75"/>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84" name="Google Shape;784;p75"/>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85" name="Google Shape;785;p75"/>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86" name="Google Shape;786;p75"/>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87" name="Google Shape;787;p75"/>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uTube">
  <p:cSld name="Blank_2">
    <p:spTree>
      <p:nvGrpSpPr>
        <p:cNvPr id="788" name="Shape 788"/>
        <p:cNvGrpSpPr/>
        <p:nvPr/>
      </p:nvGrpSpPr>
      <p:grpSpPr>
        <a:xfrm>
          <a:off x="0" y="0"/>
          <a:ext cx="0" cy="0"/>
          <a:chOff x="0" y="0"/>
          <a:chExt cx="0" cy="0"/>
        </a:xfrm>
      </p:grpSpPr>
      <p:grpSp>
        <p:nvGrpSpPr>
          <p:cNvPr id="789" name="Google Shape;789;p76"/>
          <p:cNvGrpSpPr/>
          <p:nvPr/>
        </p:nvGrpSpPr>
        <p:grpSpPr>
          <a:xfrm>
            <a:off x="7742997" y="4803993"/>
            <a:ext cx="420491" cy="137010"/>
            <a:chOff x="0" y="0"/>
            <a:chExt cx="2077525" cy="676925"/>
          </a:xfrm>
        </p:grpSpPr>
        <p:sp>
          <p:nvSpPr>
            <p:cNvPr id="790" name="Google Shape;790;p76"/>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91" name="Google Shape;791;p76"/>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92" name="Google Shape;792;p76"/>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93" name="Google Shape;793;p76"/>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94" name="Google Shape;794;p76"/>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95" name="Google Shape;795;p76"/>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796" name="Google Shape;796;p76"/>
          <p:cNvGrpSpPr/>
          <p:nvPr/>
        </p:nvGrpSpPr>
        <p:grpSpPr>
          <a:xfrm>
            <a:off x="8327424" y="4803984"/>
            <a:ext cx="562213" cy="125428"/>
            <a:chOff x="238125" y="2060625"/>
            <a:chExt cx="7143750" cy="1593750"/>
          </a:xfrm>
        </p:grpSpPr>
        <p:sp>
          <p:nvSpPr>
            <p:cNvPr id="797" name="Google Shape;797;p76"/>
            <p:cNvSpPr/>
            <p:nvPr/>
          </p:nvSpPr>
          <p:spPr>
            <a:xfrm>
              <a:off x="238125" y="2060625"/>
              <a:ext cx="2278125" cy="1593750"/>
            </a:xfrm>
            <a:custGeom>
              <a:rect b="b" l="l" r="r" t="t"/>
              <a:pathLst>
                <a:path extrusionOk="0" h="63750" w="91125">
                  <a:moveTo>
                    <a:pt x="36563" y="18188"/>
                  </a:moveTo>
                  <a:lnTo>
                    <a:pt x="60188" y="31875"/>
                  </a:lnTo>
                  <a:lnTo>
                    <a:pt x="36563" y="45563"/>
                  </a:lnTo>
                  <a:lnTo>
                    <a:pt x="36563" y="18188"/>
                  </a:lnTo>
                  <a:close/>
                  <a:moveTo>
                    <a:pt x="41063" y="0"/>
                  </a:moveTo>
                  <a:lnTo>
                    <a:pt x="30563" y="188"/>
                  </a:lnTo>
                  <a:lnTo>
                    <a:pt x="24375" y="375"/>
                  </a:lnTo>
                  <a:lnTo>
                    <a:pt x="18563" y="750"/>
                  </a:lnTo>
                  <a:lnTo>
                    <a:pt x="13500" y="1313"/>
                  </a:lnTo>
                  <a:lnTo>
                    <a:pt x="11625" y="1500"/>
                  </a:lnTo>
                  <a:lnTo>
                    <a:pt x="9938" y="1875"/>
                  </a:lnTo>
                  <a:lnTo>
                    <a:pt x="8625" y="2438"/>
                  </a:lnTo>
                  <a:lnTo>
                    <a:pt x="7313" y="3000"/>
                  </a:lnTo>
                  <a:lnTo>
                    <a:pt x="6000" y="3938"/>
                  </a:lnTo>
                  <a:lnTo>
                    <a:pt x="4875" y="4875"/>
                  </a:lnTo>
                  <a:lnTo>
                    <a:pt x="3938" y="6000"/>
                  </a:lnTo>
                  <a:lnTo>
                    <a:pt x="3188" y="7125"/>
                  </a:lnTo>
                  <a:lnTo>
                    <a:pt x="2438" y="8438"/>
                  </a:lnTo>
                  <a:lnTo>
                    <a:pt x="1875" y="9938"/>
                  </a:lnTo>
                  <a:lnTo>
                    <a:pt x="1313" y="12938"/>
                  </a:lnTo>
                  <a:lnTo>
                    <a:pt x="938" y="16313"/>
                  </a:lnTo>
                  <a:lnTo>
                    <a:pt x="563" y="20063"/>
                  </a:lnTo>
                  <a:lnTo>
                    <a:pt x="375" y="23625"/>
                  </a:lnTo>
                  <a:lnTo>
                    <a:pt x="0" y="29438"/>
                  </a:lnTo>
                  <a:lnTo>
                    <a:pt x="0" y="31875"/>
                  </a:lnTo>
                  <a:lnTo>
                    <a:pt x="0" y="34313"/>
                  </a:lnTo>
                  <a:lnTo>
                    <a:pt x="375" y="40125"/>
                  </a:lnTo>
                  <a:lnTo>
                    <a:pt x="563" y="43688"/>
                  </a:lnTo>
                  <a:lnTo>
                    <a:pt x="938" y="47438"/>
                  </a:lnTo>
                  <a:lnTo>
                    <a:pt x="1313" y="50813"/>
                  </a:lnTo>
                  <a:lnTo>
                    <a:pt x="1875" y="53813"/>
                  </a:lnTo>
                  <a:lnTo>
                    <a:pt x="2438" y="55125"/>
                  </a:lnTo>
                  <a:lnTo>
                    <a:pt x="3188" y="56625"/>
                  </a:lnTo>
                  <a:lnTo>
                    <a:pt x="3938" y="57750"/>
                  </a:lnTo>
                  <a:lnTo>
                    <a:pt x="4875" y="58875"/>
                  </a:lnTo>
                  <a:lnTo>
                    <a:pt x="6000" y="59813"/>
                  </a:lnTo>
                  <a:lnTo>
                    <a:pt x="7313" y="60750"/>
                  </a:lnTo>
                  <a:lnTo>
                    <a:pt x="8625" y="61313"/>
                  </a:lnTo>
                  <a:lnTo>
                    <a:pt x="9938" y="61875"/>
                  </a:lnTo>
                  <a:lnTo>
                    <a:pt x="11625" y="62250"/>
                  </a:lnTo>
                  <a:lnTo>
                    <a:pt x="13500" y="62438"/>
                  </a:lnTo>
                  <a:lnTo>
                    <a:pt x="18563" y="63000"/>
                  </a:lnTo>
                  <a:lnTo>
                    <a:pt x="24375" y="63375"/>
                  </a:lnTo>
                  <a:lnTo>
                    <a:pt x="30563" y="63563"/>
                  </a:lnTo>
                  <a:lnTo>
                    <a:pt x="41063" y="63750"/>
                  </a:lnTo>
                  <a:lnTo>
                    <a:pt x="50250" y="63750"/>
                  </a:lnTo>
                  <a:lnTo>
                    <a:pt x="60750" y="63563"/>
                  </a:lnTo>
                  <a:lnTo>
                    <a:pt x="66750" y="63375"/>
                  </a:lnTo>
                  <a:lnTo>
                    <a:pt x="72563" y="63000"/>
                  </a:lnTo>
                  <a:lnTo>
                    <a:pt x="77625" y="62438"/>
                  </a:lnTo>
                  <a:lnTo>
                    <a:pt x="79688" y="62250"/>
                  </a:lnTo>
                  <a:lnTo>
                    <a:pt x="81188" y="61875"/>
                  </a:lnTo>
                  <a:lnTo>
                    <a:pt x="82688" y="61313"/>
                  </a:lnTo>
                  <a:lnTo>
                    <a:pt x="84000" y="60750"/>
                  </a:lnTo>
                  <a:lnTo>
                    <a:pt x="85125" y="59813"/>
                  </a:lnTo>
                  <a:lnTo>
                    <a:pt x="86250" y="58875"/>
                  </a:lnTo>
                  <a:lnTo>
                    <a:pt x="87375" y="57750"/>
                  </a:lnTo>
                  <a:lnTo>
                    <a:pt x="88125" y="56625"/>
                  </a:lnTo>
                  <a:lnTo>
                    <a:pt x="88875" y="55125"/>
                  </a:lnTo>
                  <a:lnTo>
                    <a:pt x="89250" y="53813"/>
                  </a:lnTo>
                  <a:lnTo>
                    <a:pt x="89813" y="50813"/>
                  </a:lnTo>
                  <a:lnTo>
                    <a:pt x="90375" y="47438"/>
                  </a:lnTo>
                  <a:lnTo>
                    <a:pt x="90750" y="43688"/>
                  </a:lnTo>
                  <a:lnTo>
                    <a:pt x="90938" y="40125"/>
                  </a:lnTo>
                  <a:lnTo>
                    <a:pt x="91125" y="34313"/>
                  </a:lnTo>
                  <a:lnTo>
                    <a:pt x="91125" y="31875"/>
                  </a:lnTo>
                  <a:lnTo>
                    <a:pt x="91125" y="29438"/>
                  </a:lnTo>
                  <a:lnTo>
                    <a:pt x="90938" y="23625"/>
                  </a:lnTo>
                  <a:lnTo>
                    <a:pt x="90750" y="20063"/>
                  </a:lnTo>
                  <a:lnTo>
                    <a:pt x="90375" y="16313"/>
                  </a:lnTo>
                  <a:lnTo>
                    <a:pt x="89813" y="12938"/>
                  </a:lnTo>
                  <a:lnTo>
                    <a:pt x="89250" y="9938"/>
                  </a:lnTo>
                  <a:lnTo>
                    <a:pt x="88875" y="8438"/>
                  </a:lnTo>
                  <a:lnTo>
                    <a:pt x="88125" y="7125"/>
                  </a:lnTo>
                  <a:lnTo>
                    <a:pt x="87375" y="6000"/>
                  </a:lnTo>
                  <a:lnTo>
                    <a:pt x="86250" y="4875"/>
                  </a:lnTo>
                  <a:lnTo>
                    <a:pt x="85125" y="3938"/>
                  </a:lnTo>
                  <a:lnTo>
                    <a:pt x="84000" y="3000"/>
                  </a:lnTo>
                  <a:lnTo>
                    <a:pt x="82688" y="2438"/>
                  </a:lnTo>
                  <a:lnTo>
                    <a:pt x="81188" y="1875"/>
                  </a:lnTo>
                  <a:lnTo>
                    <a:pt x="79688" y="1500"/>
                  </a:lnTo>
                  <a:lnTo>
                    <a:pt x="77625" y="1313"/>
                  </a:lnTo>
                  <a:lnTo>
                    <a:pt x="72563" y="750"/>
                  </a:lnTo>
                  <a:lnTo>
                    <a:pt x="66750" y="375"/>
                  </a:lnTo>
                  <a:lnTo>
                    <a:pt x="60750" y="188"/>
                  </a:lnTo>
                  <a:lnTo>
                    <a:pt x="50250" y="0"/>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76"/>
            <p:cNvSpPr/>
            <p:nvPr/>
          </p:nvSpPr>
          <p:spPr>
            <a:xfrm>
              <a:off x="3420925" y="2520000"/>
              <a:ext cx="623450" cy="1035950"/>
            </a:xfrm>
            <a:custGeom>
              <a:rect b="b" l="l" r="r" t="t"/>
              <a:pathLst>
                <a:path extrusionOk="0" h="41438" w="24938">
                  <a:moveTo>
                    <a:pt x="12376" y="6188"/>
                  </a:moveTo>
                  <a:lnTo>
                    <a:pt x="13313" y="6375"/>
                  </a:lnTo>
                  <a:lnTo>
                    <a:pt x="14063" y="6750"/>
                  </a:lnTo>
                  <a:lnTo>
                    <a:pt x="14626" y="7313"/>
                  </a:lnTo>
                  <a:lnTo>
                    <a:pt x="15188" y="8250"/>
                  </a:lnTo>
                  <a:lnTo>
                    <a:pt x="15376" y="9375"/>
                  </a:lnTo>
                  <a:lnTo>
                    <a:pt x="15751" y="10875"/>
                  </a:lnTo>
                  <a:lnTo>
                    <a:pt x="15938" y="14438"/>
                  </a:lnTo>
                  <a:lnTo>
                    <a:pt x="15938" y="27000"/>
                  </a:lnTo>
                  <a:lnTo>
                    <a:pt x="15751" y="30750"/>
                  </a:lnTo>
                  <a:lnTo>
                    <a:pt x="15376" y="32250"/>
                  </a:lnTo>
                  <a:lnTo>
                    <a:pt x="15188" y="33375"/>
                  </a:lnTo>
                  <a:lnTo>
                    <a:pt x="14626" y="34125"/>
                  </a:lnTo>
                  <a:lnTo>
                    <a:pt x="14063" y="34875"/>
                  </a:lnTo>
                  <a:lnTo>
                    <a:pt x="13313" y="35250"/>
                  </a:lnTo>
                  <a:lnTo>
                    <a:pt x="11626" y="35250"/>
                  </a:lnTo>
                  <a:lnTo>
                    <a:pt x="10876" y="34875"/>
                  </a:lnTo>
                  <a:lnTo>
                    <a:pt x="10313" y="34125"/>
                  </a:lnTo>
                  <a:lnTo>
                    <a:pt x="9938" y="33375"/>
                  </a:lnTo>
                  <a:lnTo>
                    <a:pt x="9563" y="32250"/>
                  </a:lnTo>
                  <a:lnTo>
                    <a:pt x="9376" y="30750"/>
                  </a:lnTo>
                  <a:lnTo>
                    <a:pt x="9188" y="27000"/>
                  </a:lnTo>
                  <a:lnTo>
                    <a:pt x="9188" y="14438"/>
                  </a:lnTo>
                  <a:lnTo>
                    <a:pt x="9376" y="10875"/>
                  </a:lnTo>
                  <a:lnTo>
                    <a:pt x="9563" y="9375"/>
                  </a:lnTo>
                  <a:lnTo>
                    <a:pt x="9938" y="8250"/>
                  </a:lnTo>
                  <a:lnTo>
                    <a:pt x="10313" y="7313"/>
                  </a:lnTo>
                  <a:lnTo>
                    <a:pt x="10876" y="6750"/>
                  </a:lnTo>
                  <a:lnTo>
                    <a:pt x="11626" y="6375"/>
                  </a:lnTo>
                  <a:lnTo>
                    <a:pt x="12376" y="6188"/>
                  </a:lnTo>
                  <a:close/>
                  <a:moveTo>
                    <a:pt x="12751" y="0"/>
                  </a:moveTo>
                  <a:lnTo>
                    <a:pt x="10501" y="188"/>
                  </a:lnTo>
                  <a:lnTo>
                    <a:pt x="8626" y="563"/>
                  </a:lnTo>
                  <a:lnTo>
                    <a:pt x="6938" y="1125"/>
                  </a:lnTo>
                  <a:lnTo>
                    <a:pt x="5438" y="1875"/>
                  </a:lnTo>
                  <a:lnTo>
                    <a:pt x="4126" y="2813"/>
                  </a:lnTo>
                  <a:lnTo>
                    <a:pt x="3001" y="4125"/>
                  </a:lnTo>
                  <a:lnTo>
                    <a:pt x="2063" y="5813"/>
                  </a:lnTo>
                  <a:lnTo>
                    <a:pt x="1313" y="7500"/>
                  </a:lnTo>
                  <a:lnTo>
                    <a:pt x="751" y="9750"/>
                  </a:lnTo>
                  <a:lnTo>
                    <a:pt x="376" y="12188"/>
                  </a:lnTo>
                  <a:lnTo>
                    <a:pt x="188" y="14813"/>
                  </a:lnTo>
                  <a:lnTo>
                    <a:pt x="1" y="18000"/>
                  </a:lnTo>
                  <a:lnTo>
                    <a:pt x="1" y="23625"/>
                  </a:lnTo>
                  <a:lnTo>
                    <a:pt x="1" y="26813"/>
                  </a:lnTo>
                  <a:lnTo>
                    <a:pt x="376" y="29438"/>
                  </a:lnTo>
                  <a:lnTo>
                    <a:pt x="751" y="31875"/>
                  </a:lnTo>
                  <a:lnTo>
                    <a:pt x="1126" y="33938"/>
                  </a:lnTo>
                  <a:lnTo>
                    <a:pt x="1876" y="35813"/>
                  </a:lnTo>
                  <a:lnTo>
                    <a:pt x="2626" y="37313"/>
                  </a:lnTo>
                  <a:lnTo>
                    <a:pt x="3751" y="38625"/>
                  </a:lnTo>
                  <a:lnTo>
                    <a:pt x="5063" y="39563"/>
                  </a:lnTo>
                  <a:lnTo>
                    <a:pt x="6563" y="40500"/>
                  </a:lnTo>
                  <a:lnTo>
                    <a:pt x="8251" y="41063"/>
                  </a:lnTo>
                  <a:lnTo>
                    <a:pt x="10126" y="41250"/>
                  </a:lnTo>
                  <a:lnTo>
                    <a:pt x="12376" y="41438"/>
                  </a:lnTo>
                  <a:lnTo>
                    <a:pt x="14626" y="41250"/>
                  </a:lnTo>
                  <a:lnTo>
                    <a:pt x="16688" y="41063"/>
                  </a:lnTo>
                  <a:lnTo>
                    <a:pt x="18376" y="40500"/>
                  </a:lnTo>
                  <a:lnTo>
                    <a:pt x="19876" y="39563"/>
                  </a:lnTo>
                  <a:lnTo>
                    <a:pt x="21001" y="38625"/>
                  </a:lnTo>
                  <a:lnTo>
                    <a:pt x="22126" y="37313"/>
                  </a:lnTo>
                  <a:lnTo>
                    <a:pt x="23063" y="35813"/>
                  </a:lnTo>
                  <a:lnTo>
                    <a:pt x="23626" y="33938"/>
                  </a:lnTo>
                  <a:lnTo>
                    <a:pt x="24188" y="31875"/>
                  </a:lnTo>
                  <a:lnTo>
                    <a:pt x="24563" y="29438"/>
                  </a:lnTo>
                  <a:lnTo>
                    <a:pt x="24751" y="26813"/>
                  </a:lnTo>
                  <a:lnTo>
                    <a:pt x="24938" y="23625"/>
                  </a:lnTo>
                  <a:lnTo>
                    <a:pt x="24938" y="18000"/>
                  </a:lnTo>
                  <a:lnTo>
                    <a:pt x="24751" y="14813"/>
                  </a:lnTo>
                  <a:lnTo>
                    <a:pt x="24563" y="12188"/>
                  </a:lnTo>
                  <a:lnTo>
                    <a:pt x="24188" y="9750"/>
                  </a:lnTo>
                  <a:lnTo>
                    <a:pt x="23626" y="7500"/>
                  </a:lnTo>
                  <a:lnTo>
                    <a:pt x="22876" y="5813"/>
                  </a:lnTo>
                  <a:lnTo>
                    <a:pt x="22126" y="4313"/>
                  </a:lnTo>
                  <a:lnTo>
                    <a:pt x="21001" y="3000"/>
                  </a:lnTo>
                  <a:lnTo>
                    <a:pt x="19688" y="1875"/>
                  </a:lnTo>
                  <a:lnTo>
                    <a:pt x="18376" y="1125"/>
                  </a:lnTo>
                  <a:lnTo>
                    <a:pt x="16688" y="563"/>
                  </a:lnTo>
                  <a:lnTo>
                    <a:pt x="14813" y="188"/>
                  </a:lnTo>
                  <a:lnTo>
                    <a:pt x="12751" y="0"/>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76"/>
            <p:cNvSpPr/>
            <p:nvPr/>
          </p:nvSpPr>
          <p:spPr>
            <a:xfrm>
              <a:off x="6786550" y="2524675"/>
              <a:ext cx="595325" cy="1031275"/>
            </a:xfrm>
            <a:custGeom>
              <a:rect b="b" l="l" r="r" t="t"/>
              <a:pathLst>
                <a:path extrusionOk="0" h="41251" w="23813">
                  <a:moveTo>
                    <a:pt x="12751" y="6001"/>
                  </a:moveTo>
                  <a:lnTo>
                    <a:pt x="13313" y="6188"/>
                  </a:lnTo>
                  <a:lnTo>
                    <a:pt x="13688" y="6376"/>
                  </a:lnTo>
                  <a:lnTo>
                    <a:pt x="14063" y="6751"/>
                  </a:lnTo>
                  <a:lnTo>
                    <a:pt x="14438" y="7313"/>
                  </a:lnTo>
                  <a:lnTo>
                    <a:pt x="14813" y="7876"/>
                  </a:lnTo>
                  <a:lnTo>
                    <a:pt x="15001" y="9563"/>
                  </a:lnTo>
                  <a:lnTo>
                    <a:pt x="15376" y="12001"/>
                  </a:lnTo>
                  <a:lnTo>
                    <a:pt x="15376" y="15376"/>
                  </a:lnTo>
                  <a:lnTo>
                    <a:pt x="15376" y="18376"/>
                  </a:lnTo>
                  <a:lnTo>
                    <a:pt x="8813" y="18376"/>
                  </a:lnTo>
                  <a:lnTo>
                    <a:pt x="8813" y="15376"/>
                  </a:lnTo>
                  <a:lnTo>
                    <a:pt x="8813" y="12001"/>
                  </a:lnTo>
                  <a:lnTo>
                    <a:pt x="9001" y="9563"/>
                  </a:lnTo>
                  <a:lnTo>
                    <a:pt x="9376" y="7876"/>
                  </a:lnTo>
                  <a:lnTo>
                    <a:pt x="9938" y="6751"/>
                  </a:lnTo>
                  <a:lnTo>
                    <a:pt x="10313" y="6376"/>
                  </a:lnTo>
                  <a:lnTo>
                    <a:pt x="10688" y="6188"/>
                  </a:lnTo>
                  <a:lnTo>
                    <a:pt x="11438" y="6001"/>
                  </a:lnTo>
                  <a:close/>
                  <a:moveTo>
                    <a:pt x="10688" y="1"/>
                  </a:moveTo>
                  <a:lnTo>
                    <a:pt x="9188" y="188"/>
                  </a:lnTo>
                  <a:lnTo>
                    <a:pt x="7688" y="563"/>
                  </a:lnTo>
                  <a:lnTo>
                    <a:pt x="6563" y="938"/>
                  </a:lnTo>
                  <a:lnTo>
                    <a:pt x="5438" y="1501"/>
                  </a:lnTo>
                  <a:lnTo>
                    <a:pt x="4313" y="2251"/>
                  </a:lnTo>
                  <a:lnTo>
                    <a:pt x="3563" y="3001"/>
                  </a:lnTo>
                  <a:lnTo>
                    <a:pt x="2813" y="4126"/>
                  </a:lnTo>
                  <a:lnTo>
                    <a:pt x="2063" y="5063"/>
                  </a:lnTo>
                  <a:lnTo>
                    <a:pt x="1501" y="6376"/>
                  </a:lnTo>
                  <a:lnTo>
                    <a:pt x="1126" y="7876"/>
                  </a:lnTo>
                  <a:lnTo>
                    <a:pt x="751" y="9376"/>
                  </a:lnTo>
                  <a:lnTo>
                    <a:pt x="188" y="12938"/>
                  </a:lnTo>
                  <a:lnTo>
                    <a:pt x="1" y="17251"/>
                  </a:lnTo>
                  <a:lnTo>
                    <a:pt x="1" y="24188"/>
                  </a:lnTo>
                  <a:lnTo>
                    <a:pt x="188" y="28313"/>
                  </a:lnTo>
                  <a:lnTo>
                    <a:pt x="563" y="31688"/>
                  </a:lnTo>
                  <a:lnTo>
                    <a:pt x="938" y="33188"/>
                  </a:lnTo>
                  <a:lnTo>
                    <a:pt x="1501" y="34688"/>
                  </a:lnTo>
                  <a:lnTo>
                    <a:pt x="2063" y="36001"/>
                  </a:lnTo>
                  <a:lnTo>
                    <a:pt x="2626" y="37126"/>
                  </a:lnTo>
                  <a:lnTo>
                    <a:pt x="3376" y="38063"/>
                  </a:lnTo>
                  <a:lnTo>
                    <a:pt x="4313" y="38813"/>
                  </a:lnTo>
                  <a:lnTo>
                    <a:pt x="5251" y="39563"/>
                  </a:lnTo>
                  <a:lnTo>
                    <a:pt x="6376" y="40126"/>
                  </a:lnTo>
                  <a:lnTo>
                    <a:pt x="7501" y="40688"/>
                  </a:lnTo>
                  <a:lnTo>
                    <a:pt x="8813" y="40876"/>
                  </a:lnTo>
                  <a:lnTo>
                    <a:pt x="10313" y="41063"/>
                  </a:lnTo>
                  <a:lnTo>
                    <a:pt x="12001" y="41251"/>
                  </a:lnTo>
                  <a:lnTo>
                    <a:pt x="14626" y="41063"/>
                  </a:lnTo>
                  <a:lnTo>
                    <a:pt x="16876" y="40501"/>
                  </a:lnTo>
                  <a:lnTo>
                    <a:pt x="18938" y="39751"/>
                  </a:lnTo>
                  <a:lnTo>
                    <a:pt x="19688" y="39188"/>
                  </a:lnTo>
                  <a:lnTo>
                    <a:pt x="20438" y="38438"/>
                  </a:lnTo>
                  <a:lnTo>
                    <a:pt x="21188" y="37688"/>
                  </a:lnTo>
                  <a:lnTo>
                    <a:pt x="21938" y="36938"/>
                  </a:lnTo>
                  <a:lnTo>
                    <a:pt x="22313" y="36001"/>
                  </a:lnTo>
                  <a:lnTo>
                    <a:pt x="22876" y="35063"/>
                  </a:lnTo>
                  <a:lnTo>
                    <a:pt x="23063" y="33938"/>
                  </a:lnTo>
                  <a:lnTo>
                    <a:pt x="23438" y="32813"/>
                  </a:lnTo>
                  <a:lnTo>
                    <a:pt x="23626" y="30188"/>
                  </a:lnTo>
                  <a:lnTo>
                    <a:pt x="23438" y="28688"/>
                  </a:lnTo>
                  <a:lnTo>
                    <a:pt x="15751" y="28313"/>
                  </a:lnTo>
                  <a:lnTo>
                    <a:pt x="15563" y="31501"/>
                  </a:lnTo>
                  <a:lnTo>
                    <a:pt x="15188" y="32626"/>
                  </a:lnTo>
                  <a:lnTo>
                    <a:pt x="15001" y="33563"/>
                  </a:lnTo>
                  <a:lnTo>
                    <a:pt x="14438" y="34126"/>
                  </a:lnTo>
                  <a:lnTo>
                    <a:pt x="13876" y="34688"/>
                  </a:lnTo>
                  <a:lnTo>
                    <a:pt x="13126" y="35063"/>
                  </a:lnTo>
                  <a:lnTo>
                    <a:pt x="11438" y="35063"/>
                  </a:lnTo>
                  <a:lnTo>
                    <a:pt x="10876" y="34876"/>
                  </a:lnTo>
                  <a:lnTo>
                    <a:pt x="10313" y="34688"/>
                  </a:lnTo>
                  <a:lnTo>
                    <a:pt x="9938" y="34126"/>
                  </a:lnTo>
                  <a:lnTo>
                    <a:pt x="9563" y="33751"/>
                  </a:lnTo>
                  <a:lnTo>
                    <a:pt x="9376" y="33001"/>
                  </a:lnTo>
                  <a:lnTo>
                    <a:pt x="9001" y="31501"/>
                  </a:lnTo>
                  <a:lnTo>
                    <a:pt x="8813" y="29063"/>
                  </a:lnTo>
                  <a:lnTo>
                    <a:pt x="8813" y="25688"/>
                  </a:lnTo>
                  <a:lnTo>
                    <a:pt x="8813" y="23626"/>
                  </a:lnTo>
                  <a:lnTo>
                    <a:pt x="23813" y="23626"/>
                  </a:lnTo>
                  <a:lnTo>
                    <a:pt x="23813" y="16876"/>
                  </a:lnTo>
                  <a:lnTo>
                    <a:pt x="23813" y="13876"/>
                  </a:lnTo>
                  <a:lnTo>
                    <a:pt x="23626" y="11063"/>
                  </a:lnTo>
                  <a:lnTo>
                    <a:pt x="23251" y="8813"/>
                  </a:lnTo>
                  <a:lnTo>
                    <a:pt x="22876" y="6938"/>
                  </a:lnTo>
                  <a:lnTo>
                    <a:pt x="22126" y="5251"/>
                  </a:lnTo>
                  <a:lnTo>
                    <a:pt x="21376" y="3751"/>
                  </a:lnTo>
                  <a:lnTo>
                    <a:pt x="20438" y="2626"/>
                  </a:lnTo>
                  <a:lnTo>
                    <a:pt x="19313" y="1688"/>
                  </a:lnTo>
                  <a:lnTo>
                    <a:pt x="18001" y="938"/>
                  </a:lnTo>
                  <a:lnTo>
                    <a:pt x="16313" y="376"/>
                  </a:lnTo>
                  <a:lnTo>
                    <a:pt x="14438" y="1"/>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76"/>
            <p:cNvSpPr/>
            <p:nvPr/>
          </p:nvSpPr>
          <p:spPr>
            <a:xfrm>
              <a:off x="2741250" y="2173125"/>
              <a:ext cx="735950" cy="1368750"/>
            </a:xfrm>
            <a:custGeom>
              <a:rect b="b" l="l" r="r" t="t"/>
              <a:pathLst>
                <a:path extrusionOk="0" h="54750" w="29438">
                  <a:moveTo>
                    <a:pt x="0" y="0"/>
                  </a:moveTo>
                  <a:lnTo>
                    <a:pt x="10313" y="36938"/>
                  </a:lnTo>
                  <a:lnTo>
                    <a:pt x="10313" y="54750"/>
                  </a:lnTo>
                  <a:lnTo>
                    <a:pt x="19125" y="54750"/>
                  </a:lnTo>
                  <a:lnTo>
                    <a:pt x="19125" y="36938"/>
                  </a:lnTo>
                  <a:lnTo>
                    <a:pt x="29438" y="0"/>
                  </a:lnTo>
                  <a:lnTo>
                    <a:pt x="20625" y="0"/>
                  </a:lnTo>
                  <a:lnTo>
                    <a:pt x="16875" y="16875"/>
                  </a:lnTo>
                  <a:lnTo>
                    <a:pt x="15563" y="23063"/>
                  </a:lnTo>
                  <a:lnTo>
                    <a:pt x="14813" y="27375"/>
                  </a:lnTo>
                  <a:lnTo>
                    <a:pt x="14625" y="27375"/>
                  </a:lnTo>
                  <a:lnTo>
                    <a:pt x="13688" y="22500"/>
                  </a:lnTo>
                  <a:lnTo>
                    <a:pt x="12563" y="16688"/>
                  </a:lnTo>
                  <a:lnTo>
                    <a:pt x="9000" y="0"/>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76"/>
            <p:cNvSpPr/>
            <p:nvPr/>
          </p:nvSpPr>
          <p:spPr>
            <a:xfrm>
              <a:off x="4161550" y="2543425"/>
              <a:ext cx="609400" cy="1012525"/>
            </a:xfrm>
            <a:custGeom>
              <a:rect b="b" l="l" r="r" t="t"/>
              <a:pathLst>
                <a:path extrusionOk="0" h="40501" w="24376">
                  <a:moveTo>
                    <a:pt x="1" y="1"/>
                  </a:moveTo>
                  <a:lnTo>
                    <a:pt x="1" y="29813"/>
                  </a:lnTo>
                  <a:lnTo>
                    <a:pt x="1" y="32251"/>
                  </a:lnTo>
                  <a:lnTo>
                    <a:pt x="376" y="34501"/>
                  </a:lnTo>
                  <a:lnTo>
                    <a:pt x="938" y="36376"/>
                  </a:lnTo>
                  <a:lnTo>
                    <a:pt x="1876" y="37876"/>
                  </a:lnTo>
                  <a:lnTo>
                    <a:pt x="3001" y="39001"/>
                  </a:lnTo>
                  <a:lnTo>
                    <a:pt x="4313" y="39938"/>
                  </a:lnTo>
                  <a:lnTo>
                    <a:pt x="5813" y="40313"/>
                  </a:lnTo>
                  <a:lnTo>
                    <a:pt x="7688" y="40501"/>
                  </a:lnTo>
                  <a:lnTo>
                    <a:pt x="9001" y="40501"/>
                  </a:lnTo>
                  <a:lnTo>
                    <a:pt x="10313" y="40126"/>
                  </a:lnTo>
                  <a:lnTo>
                    <a:pt x="11626" y="39751"/>
                  </a:lnTo>
                  <a:lnTo>
                    <a:pt x="12751" y="39188"/>
                  </a:lnTo>
                  <a:lnTo>
                    <a:pt x="13688" y="38251"/>
                  </a:lnTo>
                  <a:lnTo>
                    <a:pt x="14626" y="37313"/>
                  </a:lnTo>
                  <a:lnTo>
                    <a:pt x="15563" y="36188"/>
                  </a:lnTo>
                  <a:lnTo>
                    <a:pt x="16313" y="34876"/>
                  </a:lnTo>
                  <a:lnTo>
                    <a:pt x="16501" y="34876"/>
                  </a:lnTo>
                  <a:lnTo>
                    <a:pt x="17251" y="39938"/>
                  </a:lnTo>
                  <a:lnTo>
                    <a:pt x="24376" y="39938"/>
                  </a:lnTo>
                  <a:lnTo>
                    <a:pt x="24376" y="1"/>
                  </a:lnTo>
                  <a:lnTo>
                    <a:pt x="15376" y="1"/>
                  </a:lnTo>
                  <a:lnTo>
                    <a:pt x="15376" y="31688"/>
                  </a:lnTo>
                  <a:lnTo>
                    <a:pt x="14626" y="32626"/>
                  </a:lnTo>
                  <a:lnTo>
                    <a:pt x="13688" y="33376"/>
                  </a:lnTo>
                  <a:lnTo>
                    <a:pt x="12563" y="33938"/>
                  </a:lnTo>
                  <a:lnTo>
                    <a:pt x="11438" y="34126"/>
                  </a:lnTo>
                  <a:lnTo>
                    <a:pt x="10876" y="34126"/>
                  </a:lnTo>
                  <a:lnTo>
                    <a:pt x="10313" y="33938"/>
                  </a:lnTo>
                  <a:lnTo>
                    <a:pt x="9938" y="33563"/>
                  </a:lnTo>
                  <a:lnTo>
                    <a:pt x="9563" y="33001"/>
                  </a:lnTo>
                  <a:lnTo>
                    <a:pt x="9188" y="32438"/>
                  </a:lnTo>
                  <a:lnTo>
                    <a:pt x="9001" y="31501"/>
                  </a:lnTo>
                  <a:lnTo>
                    <a:pt x="9001" y="29251"/>
                  </a:lnTo>
                  <a:lnTo>
                    <a:pt x="9001" y="1"/>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76"/>
            <p:cNvSpPr/>
            <p:nvPr/>
          </p:nvSpPr>
          <p:spPr>
            <a:xfrm>
              <a:off x="5314675" y="2543425"/>
              <a:ext cx="609400" cy="1012525"/>
            </a:xfrm>
            <a:custGeom>
              <a:rect b="b" l="l" r="r" t="t"/>
              <a:pathLst>
                <a:path extrusionOk="0" h="40501" w="24376">
                  <a:moveTo>
                    <a:pt x="1" y="1"/>
                  </a:moveTo>
                  <a:lnTo>
                    <a:pt x="1" y="29813"/>
                  </a:lnTo>
                  <a:lnTo>
                    <a:pt x="1" y="32251"/>
                  </a:lnTo>
                  <a:lnTo>
                    <a:pt x="376" y="34501"/>
                  </a:lnTo>
                  <a:lnTo>
                    <a:pt x="938" y="36376"/>
                  </a:lnTo>
                  <a:lnTo>
                    <a:pt x="1876" y="37876"/>
                  </a:lnTo>
                  <a:lnTo>
                    <a:pt x="2813" y="39001"/>
                  </a:lnTo>
                  <a:lnTo>
                    <a:pt x="4313" y="39938"/>
                  </a:lnTo>
                  <a:lnTo>
                    <a:pt x="5813" y="40313"/>
                  </a:lnTo>
                  <a:lnTo>
                    <a:pt x="7688" y="40501"/>
                  </a:lnTo>
                  <a:lnTo>
                    <a:pt x="9001" y="40501"/>
                  </a:lnTo>
                  <a:lnTo>
                    <a:pt x="10313" y="40126"/>
                  </a:lnTo>
                  <a:lnTo>
                    <a:pt x="11626" y="39751"/>
                  </a:lnTo>
                  <a:lnTo>
                    <a:pt x="12751" y="39188"/>
                  </a:lnTo>
                  <a:lnTo>
                    <a:pt x="13688" y="38251"/>
                  </a:lnTo>
                  <a:lnTo>
                    <a:pt x="14626" y="37313"/>
                  </a:lnTo>
                  <a:lnTo>
                    <a:pt x="15563" y="36188"/>
                  </a:lnTo>
                  <a:lnTo>
                    <a:pt x="16313" y="34876"/>
                  </a:lnTo>
                  <a:lnTo>
                    <a:pt x="16501" y="34876"/>
                  </a:lnTo>
                  <a:lnTo>
                    <a:pt x="17251" y="39938"/>
                  </a:lnTo>
                  <a:lnTo>
                    <a:pt x="24376" y="39938"/>
                  </a:lnTo>
                  <a:lnTo>
                    <a:pt x="24376" y="1"/>
                  </a:lnTo>
                  <a:lnTo>
                    <a:pt x="15376" y="1"/>
                  </a:lnTo>
                  <a:lnTo>
                    <a:pt x="15376" y="31688"/>
                  </a:lnTo>
                  <a:lnTo>
                    <a:pt x="14626" y="32626"/>
                  </a:lnTo>
                  <a:lnTo>
                    <a:pt x="13688" y="33376"/>
                  </a:lnTo>
                  <a:lnTo>
                    <a:pt x="12563" y="33938"/>
                  </a:lnTo>
                  <a:lnTo>
                    <a:pt x="11438" y="34126"/>
                  </a:lnTo>
                  <a:lnTo>
                    <a:pt x="10876" y="34126"/>
                  </a:lnTo>
                  <a:lnTo>
                    <a:pt x="10313" y="33938"/>
                  </a:lnTo>
                  <a:lnTo>
                    <a:pt x="9938" y="33563"/>
                  </a:lnTo>
                  <a:lnTo>
                    <a:pt x="9563" y="33001"/>
                  </a:lnTo>
                  <a:lnTo>
                    <a:pt x="9188" y="32438"/>
                  </a:lnTo>
                  <a:lnTo>
                    <a:pt x="9001" y="31501"/>
                  </a:lnTo>
                  <a:lnTo>
                    <a:pt x="9001" y="29251"/>
                  </a:lnTo>
                  <a:lnTo>
                    <a:pt x="9001" y="1"/>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76"/>
            <p:cNvSpPr/>
            <p:nvPr/>
          </p:nvSpPr>
          <p:spPr>
            <a:xfrm>
              <a:off x="4714675" y="2173125"/>
              <a:ext cx="665650" cy="1368750"/>
            </a:xfrm>
            <a:custGeom>
              <a:rect b="b" l="l" r="r" t="t"/>
              <a:pathLst>
                <a:path extrusionOk="0" h="54750" w="26626">
                  <a:moveTo>
                    <a:pt x="1" y="0"/>
                  </a:moveTo>
                  <a:lnTo>
                    <a:pt x="1" y="7313"/>
                  </a:lnTo>
                  <a:lnTo>
                    <a:pt x="8813" y="7313"/>
                  </a:lnTo>
                  <a:lnTo>
                    <a:pt x="8813" y="54750"/>
                  </a:lnTo>
                  <a:lnTo>
                    <a:pt x="17626" y="54750"/>
                  </a:lnTo>
                  <a:lnTo>
                    <a:pt x="17626" y="7313"/>
                  </a:lnTo>
                  <a:lnTo>
                    <a:pt x="26626" y="7313"/>
                  </a:lnTo>
                  <a:lnTo>
                    <a:pt x="26626" y="0"/>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76"/>
            <p:cNvSpPr/>
            <p:nvPr/>
          </p:nvSpPr>
          <p:spPr>
            <a:xfrm>
              <a:off x="6060000" y="2121550"/>
              <a:ext cx="628125" cy="1434400"/>
            </a:xfrm>
            <a:custGeom>
              <a:rect b="b" l="l" r="r" t="t"/>
              <a:pathLst>
                <a:path extrusionOk="0" h="57376" w="25125">
                  <a:moveTo>
                    <a:pt x="12563" y="22313"/>
                  </a:moveTo>
                  <a:lnTo>
                    <a:pt x="13125" y="22501"/>
                  </a:lnTo>
                  <a:lnTo>
                    <a:pt x="13688" y="22688"/>
                  </a:lnTo>
                  <a:lnTo>
                    <a:pt x="14250" y="23063"/>
                  </a:lnTo>
                  <a:lnTo>
                    <a:pt x="14625" y="23438"/>
                  </a:lnTo>
                  <a:lnTo>
                    <a:pt x="15000" y="24188"/>
                  </a:lnTo>
                  <a:lnTo>
                    <a:pt x="15375" y="24938"/>
                  </a:lnTo>
                  <a:lnTo>
                    <a:pt x="15750" y="27001"/>
                  </a:lnTo>
                  <a:lnTo>
                    <a:pt x="15938" y="30188"/>
                  </a:lnTo>
                  <a:lnTo>
                    <a:pt x="15938" y="34313"/>
                  </a:lnTo>
                  <a:lnTo>
                    <a:pt x="15938" y="39376"/>
                  </a:lnTo>
                  <a:lnTo>
                    <a:pt x="15938" y="43313"/>
                  </a:lnTo>
                  <a:lnTo>
                    <a:pt x="15750" y="46313"/>
                  </a:lnTo>
                  <a:lnTo>
                    <a:pt x="15188" y="48376"/>
                  </a:lnTo>
                  <a:lnTo>
                    <a:pt x="14813" y="49126"/>
                  </a:lnTo>
                  <a:lnTo>
                    <a:pt x="14438" y="49876"/>
                  </a:lnTo>
                  <a:lnTo>
                    <a:pt x="14063" y="50251"/>
                  </a:lnTo>
                  <a:lnTo>
                    <a:pt x="13500" y="50626"/>
                  </a:lnTo>
                  <a:lnTo>
                    <a:pt x="12938" y="50813"/>
                  </a:lnTo>
                  <a:lnTo>
                    <a:pt x="11063" y="50813"/>
                  </a:lnTo>
                  <a:lnTo>
                    <a:pt x="10125" y="50251"/>
                  </a:lnTo>
                  <a:lnTo>
                    <a:pt x="9188" y="49688"/>
                  </a:lnTo>
                  <a:lnTo>
                    <a:pt x="8625" y="48751"/>
                  </a:lnTo>
                  <a:lnTo>
                    <a:pt x="8625" y="26063"/>
                  </a:lnTo>
                  <a:lnTo>
                    <a:pt x="9188" y="24563"/>
                  </a:lnTo>
                  <a:lnTo>
                    <a:pt x="10125" y="23438"/>
                  </a:lnTo>
                  <a:lnTo>
                    <a:pt x="10688" y="23063"/>
                  </a:lnTo>
                  <a:lnTo>
                    <a:pt x="11250" y="22688"/>
                  </a:lnTo>
                  <a:lnTo>
                    <a:pt x="12000" y="22501"/>
                  </a:lnTo>
                  <a:lnTo>
                    <a:pt x="12563" y="22313"/>
                  </a:lnTo>
                  <a:close/>
                  <a:moveTo>
                    <a:pt x="0" y="1"/>
                  </a:moveTo>
                  <a:lnTo>
                    <a:pt x="0" y="56813"/>
                  </a:lnTo>
                  <a:lnTo>
                    <a:pt x="7313" y="56813"/>
                  </a:lnTo>
                  <a:lnTo>
                    <a:pt x="8250" y="52876"/>
                  </a:lnTo>
                  <a:lnTo>
                    <a:pt x="8438" y="52876"/>
                  </a:lnTo>
                  <a:lnTo>
                    <a:pt x="9000" y="53813"/>
                  </a:lnTo>
                  <a:lnTo>
                    <a:pt x="9750" y="54751"/>
                  </a:lnTo>
                  <a:lnTo>
                    <a:pt x="10688" y="55501"/>
                  </a:lnTo>
                  <a:lnTo>
                    <a:pt x="11625" y="56063"/>
                  </a:lnTo>
                  <a:lnTo>
                    <a:pt x="12563" y="56626"/>
                  </a:lnTo>
                  <a:lnTo>
                    <a:pt x="13875" y="57001"/>
                  </a:lnTo>
                  <a:lnTo>
                    <a:pt x="15000" y="57188"/>
                  </a:lnTo>
                  <a:lnTo>
                    <a:pt x="16125" y="57376"/>
                  </a:lnTo>
                  <a:lnTo>
                    <a:pt x="17250" y="57188"/>
                  </a:lnTo>
                  <a:lnTo>
                    <a:pt x="18375" y="57001"/>
                  </a:lnTo>
                  <a:lnTo>
                    <a:pt x="19313" y="56813"/>
                  </a:lnTo>
                  <a:lnTo>
                    <a:pt x="20250" y="56251"/>
                  </a:lnTo>
                  <a:lnTo>
                    <a:pt x="21000" y="55688"/>
                  </a:lnTo>
                  <a:lnTo>
                    <a:pt x="21750" y="54938"/>
                  </a:lnTo>
                  <a:lnTo>
                    <a:pt x="22313" y="54188"/>
                  </a:lnTo>
                  <a:lnTo>
                    <a:pt x="22875" y="53063"/>
                  </a:lnTo>
                  <a:lnTo>
                    <a:pt x="23438" y="51938"/>
                  </a:lnTo>
                  <a:lnTo>
                    <a:pt x="23813" y="50626"/>
                  </a:lnTo>
                  <a:lnTo>
                    <a:pt x="24563" y="47813"/>
                  </a:lnTo>
                  <a:lnTo>
                    <a:pt x="24938" y="44063"/>
                  </a:lnTo>
                  <a:lnTo>
                    <a:pt x="25125" y="39938"/>
                  </a:lnTo>
                  <a:lnTo>
                    <a:pt x="25125" y="33751"/>
                  </a:lnTo>
                  <a:lnTo>
                    <a:pt x="24938" y="30563"/>
                  </a:lnTo>
                  <a:lnTo>
                    <a:pt x="24938" y="27751"/>
                  </a:lnTo>
                  <a:lnTo>
                    <a:pt x="24563" y="25313"/>
                  </a:lnTo>
                  <a:lnTo>
                    <a:pt x="24188" y="23251"/>
                  </a:lnTo>
                  <a:lnTo>
                    <a:pt x="23813" y="21376"/>
                  </a:lnTo>
                  <a:lnTo>
                    <a:pt x="23250" y="19876"/>
                  </a:lnTo>
                  <a:lnTo>
                    <a:pt x="22500" y="18751"/>
                  </a:lnTo>
                  <a:lnTo>
                    <a:pt x="21563" y="17626"/>
                  </a:lnTo>
                  <a:lnTo>
                    <a:pt x="20625" y="16876"/>
                  </a:lnTo>
                  <a:lnTo>
                    <a:pt x="19500" y="16501"/>
                  </a:lnTo>
                  <a:lnTo>
                    <a:pt x="18188" y="16126"/>
                  </a:lnTo>
                  <a:lnTo>
                    <a:pt x="16688" y="15938"/>
                  </a:lnTo>
                  <a:lnTo>
                    <a:pt x="15375" y="16126"/>
                  </a:lnTo>
                  <a:lnTo>
                    <a:pt x="14250" y="16313"/>
                  </a:lnTo>
                  <a:lnTo>
                    <a:pt x="13125" y="16876"/>
                  </a:lnTo>
                  <a:lnTo>
                    <a:pt x="12000" y="17438"/>
                  </a:lnTo>
                  <a:lnTo>
                    <a:pt x="10875" y="18188"/>
                  </a:lnTo>
                  <a:lnTo>
                    <a:pt x="10125" y="18938"/>
                  </a:lnTo>
                  <a:lnTo>
                    <a:pt x="9375" y="20063"/>
                  </a:lnTo>
                  <a:lnTo>
                    <a:pt x="8625" y="21001"/>
                  </a:lnTo>
                  <a:lnTo>
                    <a:pt x="8625" y="1"/>
                  </a:lnTo>
                  <a:close/>
                </a:path>
              </a:pathLst>
            </a:custGeom>
            <a:solidFill>
              <a:srgbClr val="AEB3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05" name="Google Shape;805;p76"/>
          <p:cNvCxnSpPr/>
          <p:nvPr/>
        </p:nvCxnSpPr>
        <p:spPr>
          <a:xfrm>
            <a:off x="8239300" y="4803550"/>
            <a:ext cx="0" cy="126300"/>
          </a:xfrm>
          <a:prstGeom prst="straightConnector1">
            <a:avLst/>
          </a:prstGeom>
          <a:noFill/>
          <a:ln cap="flat" cmpd="sng" w="9525">
            <a:solidFill>
              <a:srgbClr val="D9D9D9"/>
            </a:solidFill>
            <a:prstDash val="solid"/>
            <a:round/>
            <a:headEnd len="sm" w="sm" type="none"/>
            <a:tailEnd len="sm" w="sm"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l Slide 1">
  <p:cSld name="Blank - Title_1_1_3_1_1_1_1">
    <p:spTree>
      <p:nvGrpSpPr>
        <p:cNvPr id="806" name="Shape 806"/>
        <p:cNvGrpSpPr/>
        <p:nvPr/>
      </p:nvGrpSpPr>
      <p:grpSpPr>
        <a:xfrm>
          <a:off x="0" y="0"/>
          <a:ext cx="0" cy="0"/>
          <a:chOff x="0" y="0"/>
          <a:chExt cx="0" cy="0"/>
        </a:xfrm>
      </p:grpSpPr>
      <p:sp>
        <p:nvSpPr>
          <p:cNvPr id="807" name="Google Shape;807;p77"/>
          <p:cNvSpPr/>
          <p:nvPr/>
        </p:nvSpPr>
        <p:spPr>
          <a:xfrm>
            <a:off x="0" y="0"/>
            <a:ext cx="9144000" cy="522600"/>
          </a:xfrm>
          <a:prstGeom prst="rect">
            <a:avLst/>
          </a:prstGeom>
          <a:solidFill>
            <a:srgbClr val="B314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Google Sans Medium"/>
                <a:ea typeface="Google Sans Medium"/>
                <a:cs typeface="Google Sans Medium"/>
                <a:sym typeface="Google Sans Medium"/>
              </a:rPr>
              <a:t>Internal Only</a:t>
            </a:r>
            <a:endParaRPr>
              <a:solidFill>
                <a:srgbClr val="FFFFFF"/>
              </a:solidFill>
              <a:latin typeface="Google Sans Medium"/>
              <a:ea typeface="Google Sans Medium"/>
              <a:cs typeface="Google Sans Medium"/>
              <a:sym typeface="Google Sans Medium"/>
            </a:endParaRPr>
          </a:p>
        </p:txBody>
      </p:sp>
      <p:sp>
        <p:nvSpPr>
          <p:cNvPr id="808" name="Google Shape;808;p77"/>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Roboto"/>
                <a:ea typeface="Roboto"/>
                <a:cs typeface="Roboto"/>
                <a:sym typeface="Roboto"/>
              </a:rPr>
              <a:t>Proprietary + Confidential</a:t>
            </a:r>
            <a:endParaRPr sz="600">
              <a:solidFill>
                <a:schemeClr val="lt1"/>
              </a:solidFill>
              <a:latin typeface="Roboto"/>
              <a:ea typeface="Roboto"/>
              <a:cs typeface="Roboto"/>
              <a:sym typeface="Roboto"/>
            </a:endParaRPr>
          </a:p>
        </p:txBody>
      </p:sp>
      <p:sp>
        <p:nvSpPr>
          <p:cNvPr id="809" name="Google Shape;809;p77"/>
          <p:cNvSpPr/>
          <p:nvPr/>
        </p:nvSpPr>
        <p:spPr>
          <a:xfrm>
            <a:off x="3556300" y="149286"/>
            <a:ext cx="236400" cy="207300"/>
          </a:xfrm>
          <a:custGeom>
            <a:rect b="b" l="l" r="r" t="t"/>
            <a:pathLst>
              <a:path extrusionOk="0" h="120000" w="120000">
                <a:moveTo>
                  <a:pt x="0" y="119999"/>
                </a:moveTo>
                <a:lnTo>
                  <a:pt x="120000" y="119999"/>
                </a:lnTo>
                <a:lnTo>
                  <a:pt x="60000" y="0"/>
                </a:lnTo>
                <a:lnTo>
                  <a:pt x="0" y="119999"/>
                </a:lnTo>
                <a:close/>
                <a:moveTo>
                  <a:pt x="65480" y="100931"/>
                </a:moveTo>
                <a:lnTo>
                  <a:pt x="54519" y="100931"/>
                </a:lnTo>
                <a:lnTo>
                  <a:pt x="54519" y="88438"/>
                </a:lnTo>
                <a:lnTo>
                  <a:pt x="65480" y="88438"/>
                </a:lnTo>
                <a:lnTo>
                  <a:pt x="65480" y="100931"/>
                </a:lnTo>
                <a:close/>
                <a:moveTo>
                  <a:pt x="65480" y="75616"/>
                </a:moveTo>
                <a:lnTo>
                  <a:pt x="54519" y="75616"/>
                </a:lnTo>
                <a:lnTo>
                  <a:pt x="54519" y="50630"/>
                </a:lnTo>
                <a:lnTo>
                  <a:pt x="65480" y="50630"/>
                </a:lnTo>
                <a:lnTo>
                  <a:pt x="65480" y="7561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666666"/>
              </a:solidFill>
              <a:latin typeface="Arial"/>
              <a:ea typeface="Arial"/>
              <a:cs typeface="Arial"/>
              <a:sym typeface="Arial"/>
            </a:endParaRPr>
          </a:p>
        </p:txBody>
      </p:sp>
      <p:sp>
        <p:nvSpPr>
          <p:cNvPr id="810" name="Google Shape;810;p77"/>
          <p:cNvSpPr txBox="1"/>
          <p:nvPr>
            <p:ph idx="1" type="body"/>
          </p:nvPr>
        </p:nvSpPr>
        <p:spPr>
          <a:xfrm>
            <a:off x="340663" y="1128663"/>
            <a:ext cx="7877100" cy="3452700"/>
          </a:xfrm>
          <a:prstGeom prst="rect">
            <a:avLst/>
          </a:prstGeom>
          <a:noFill/>
          <a:ln>
            <a:noFill/>
          </a:ln>
        </p:spPr>
        <p:txBody>
          <a:bodyPr anchorCtr="0" anchor="t" bIns="34275" lIns="34275" spcFirstLastPara="1" rIns="34275" wrap="square" tIns="34275">
            <a:noAutofit/>
          </a:bodyPr>
          <a:lstStyle>
            <a:lvl1pPr indent="-285750" lvl="0" marL="4572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1pPr>
            <a:lvl2pPr indent="-285750" lvl="1" marL="9144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2pPr>
            <a:lvl3pPr indent="-285750" lvl="2" marL="13716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3pPr>
            <a:lvl4pPr indent="-285750" lvl="3" marL="18288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4pPr>
            <a:lvl5pPr indent="-285750" lvl="4" marL="22860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5pPr>
            <a:lvl6pPr indent="-285750" lvl="5" marL="27432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6pPr>
            <a:lvl7pPr indent="-285750" lvl="6" marL="32004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7pPr>
            <a:lvl8pPr indent="-285750" lvl="7" marL="36576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8pPr>
            <a:lvl9pPr indent="-285750" lvl="8" marL="4114800" marR="0" algn="l">
              <a:lnSpc>
                <a:spcPct val="100000"/>
              </a:lnSpc>
              <a:spcBef>
                <a:spcPts val="2200"/>
              </a:spcBef>
              <a:spcAft>
                <a:spcPts val="0"/>
              </a:spcAft>
              <a:buClr>
                <a:srgbClr val="3C4043"/>
              </a:buClr>
              <a:buSzPts val="900"/>
              <a:buFont typeface="Roboto"/>
              <a:buChar char="•"/>
              <a:defRPr i="0" sz="900" u="none" cap="none" strike="noStrike">
                <a:solidFill>
                  <a:srgbClr val="3C4043"/>
                </a:solidFill>
                <a:latin typeface="Roboto"/>
                <a:ea typeface="Roboto"/>
                <a:cs typeface="Roboto"/>
                <a:sym typeface="Roboto"/>
              </a:defRPr>
            </a:lvl9pPr>
          </a:lstStyle>
          <a:p/>
        </p:txBody>
      </p:sp>
      <p:sp>
        <p:nvSpPr>
          <p:cNvPr id="811" name="Google Shape;811;p77"/>
          <p:cNvSpPr txBox="1"/>
          <p:nvPr>
            <p:ph type="title"/>
          </p:nvPr>
        </p:nvSpPr>
        <p:spPr>
          <a:xfrm>
            <a:off x="395700" y="640549"/>
            <a:ext cx="7877100" cy="456300"/>
          </a:xfrm>
          <a:prstGeom prst="rect">
            <a:avLst/>
          </a:prstGeom>
          <a:noFill/>
          <a:ln>
            <a:noFill/>
          </a:ln>
        </p:spPr>
        <p:txBody>
          <a:bodyPr anchorCtr="0" anchor="t" bIns="34275" lIns="34275" spcFirstLastPara="1" rIns="34275" wrap="square" tIns="34275">
            <a:noAutofit/>
          </a:bodyPr>
          <a:lstStyle>
            <a:lvl1pPr indent="0" lvl="0" marL="0" marR="0">
              <a:lnSpc>
                <a:spcPct val="100000"/>
              </a:lnSpc>
              <a:spcBef>
                <a:spcPts val="0"/>
              </a:spcBef>
              <a:spcAft>
                <a:spcPts val="0"/>
              </a:spcAft>
              <a:buClr>
                <a:srgbClr val="3C4043"/>
              </a:buClr>
              <a:buSzPts val="2400"/>
              <a:buFont typeface="Google Sans"/>
              <a:buNone/>
              <a:defRPr i="0" sz="2400" u="none" cap="none" strike="noStrike">
                <a:solidFill>
                  <a:srgbClr val="3C4043"/>
                </a:solidFill>
                <a:latin typeface="Google Sans"/>
                <a:ea typeface="Google Sans"/>
                <a:cs typeface="Google Sans"/>
                <a:sym typeface="Google Sans"/>
              </a:defRPr>
            </a:lvl1pPr>
            <a:lvl2pPr indent="88900" lvl="1"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indent="177800" lvl="2"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indent="254000" lvl="3"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indent="342900" lvl="4"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indent="431800" lvl="5"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indent="520700" lvl="6"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indent="596900" lvl="7"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indent="685800" lvl="8" marL="0"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812" name="Google Shape;812;p77"/>
          <p:cNvGrpSpPr/>
          <p:nvPr/>
        </p:nvGrpSpPr>
        <p:grpSpPr>
          <a:xfrm>
            <a:off x="8469122" y="4803781"/>
            <a:ext cx="420491" cy="137010"/>
            <a:chOff x="0" y="0"/>
            <a:chExt cx="2077525" cy="676925"/>
          </a:xfrm>
        </p:grpSpPr>
        <p:sp>
          <p:nvSpPr>
            <p:cNvPr id="813" name="Google Shape;813;p77"/>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14" name="Google Shape;814;p77"/>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15" name="Google Shape;815;p77"/>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16" name="Google Shape;816;p77"/>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17" name="Google Shape;817;p77"/>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18" name="Google Shape;818;p77"/>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ogle Cover Slide 1">
  <p:cSld name="CUSTOM_2_1_1">
    <p:spTree>
      <p:nvGrpSpPr>
        <p:cNvPr id="819" name="Shape 819"/>
        <p:cNvGrpSpPr/>
        <p:nvPr/>
      </p:nvGrpSpPr>
      <p:grpSpPr>
        <a:xfrm>
          <a:off x="0" y="0"/>
          <a:ext cx="0" cy="0"/>
          <a:chOff x="0" y="0"/>
          <a:chExt cx="0" cy="0"/>
        </a:xfrm>
      </p:grpSpPr>
      <p:pic>
        <p:nvPicPr>
          <p:cNvPr id="820" name="Google Shape;820;p78"/>
          <p:cNvPicPr preferRelativeResize="0"/>
          <p:nvPr/>
        </p:nvPicPr>
        <p:blipFill rotWithShape="1">
          <a:blip r:embed="rId2">
            <a:alphaModFix/>
          </a:blip>
          <a:srcRect b="0" l="0" r="-4482" t="0"/>
          <a:stretch/>
        </p:blipFill>
        <p:spPr>
          <a:xfrm>
            <a:off x="522575" y="319550"/>
            <a:ext cx="772876" cy="239400"/>
          </a:xfrm>
          <a:prstGeom prst="rect">
            <a:avLst/>
          </a:prstGeom>
          <a:noFill/>
          <a:ln>
            <a:noFill/>
          </a:ln>
        </p:spPr>
      </p:pic>
      <p:sp>
        <p:nvSpPr>
          <p:cNvPr id="821" name="Google Shape;821;p78"/>
          <p:cNvSpPr txBox="1"/>
          <p:nvPr>
            <p:ph idx="1" type="subTitle"/>
          </p:nvPr>
        </p:nvSpPr>
        <p:spPr>
          <a:xfrm>
            <a:off x="422950" y="2984175"/>
            <a:ext cx="7801200" cy="300000"/>
          </a:xfrm>
          <a:prstGeom prst="rect">
            <a:avLst/>
          </a:prstGeom>
        </p:spPr>
        <p:txBody>
          <a:bodyPr anchorCtr="0" anchor="ctr" bIns="91425" lIns="91425" spcFirstLastPara="1" rIns="91425" wrap="square" tIns="91425">
            <a:noAutofit/>
          </a:bodyPr>
          <a:lstStyle>
            <a:lvl1pPr lvl="0">
              <a:spcBef>
                <a:spcPts val="0"/>
              </a:spcBef>
              <a:spcAft>
                <a:spcPts val="0"/>
              </a:spcAft>
              <a:buNone/>
              <a:defRPr sz="2400">
                <a:solidFill>
                  <a:srgbClr val="3C4043"/>
                </a:solidFill>
                <a:latin typeface="Google Sans"/>
                <a:ea typeface="Google Sans"/>
                <a:cs typeface="Google Sans"/>
                <a:sym typeface="Google Sans"/>
              </a:defRPr>
            </a:lvl1pPr>
            <a:lvl2pPr lvl="1">
              <a:spcBef>
                <a:spcPts val="2200"/>
              </a:spcBef>
              <a:spcAft>
                <a:spcPts val="0"/>
              </a:spcAft>
              <a:buNone/>
              <a:defRPr/>
            </a:lvl2pPr>
            <a:lvl3pPr lvl="2">
              <a:spcBef>
                <a:spcPts val="2200"/>
              </a:spcBef>
              <a:spcAft>
                <a:spcPts val="0"/>
              </a:spcAft>
              <a:buNone/>
              <a:defRPr/>
            </a:lvl3pPr>
            <a:lvl4pPr lvl="3">
              <a:spcBef>
                <a:spcPts val="2200"/>
              </a:spcBef>
              <a:spcAft>
                <a:spcPts val="0"/>
              </a:spcAft>
              <a:buNone/>
              <a:defRPr/>
            </a:lvl4pPr>
            <a:lvl5pPr lvl="4">
              <a:spcBef>
                <a:spcPts val="2200"/>
              </a:spcBef>
              <a:spcAft>
                <a:spcPts val="0"/>
              </a:spcAft>
              <a:buNone/>
              <a:defRPr/>
            </a:lvl5pPr>
            <a:lvl6pPr lvl="5">
              <a:spcBef>
                <a:spcPts val="2200"/>
              </a:spcBef>
              <a:spcAft>
                <a:spcPts val="0"/>
              </a:spcAft>
              <a:buNone/>
              <a:defRPr/>
            </a:lvl6pPr>
            <a:lvl7pPr lvl="6">
              <a:spcBef>
                <a:spcPts val="2200"/>
              </a:spcBef>
              <a:spcAft>
                <a:spcPts val="0"/>
              </a:spcAft>
              <a:buNone/>
              <a:defRPr/>
            </a:lvl7pPr>
            <a:lvl8pPr lvl="7">
              <a:spcBef>
                <a:spcPts val="2200"/>
              </a:spcBef>
              <a:spcAft>
                <a:spcPts val="0"/>
              </a:spcAft>
              <a:buNone/>
              <a:defRPr/>
            </a:lvl8pPr>
            <a:lvl9pPr lvl="8">
              <a:spcBef>
                <a:spcPts val="2200"/>
              </a:spcBef>
              <a:spcAft>
                <a:spcPts val="0"/>
              </a:spcAft>
              <a:buNone/>
              <a:defRPr/>
            </a:lvl9pPr>
          </a:lstStyle>
          <a:p/>
        </p:txBody>
      </p:sp>
      <p:sp>
        <p:nvSpPr>
          <p:cNvPr id="822" name="Google Shape;822;p78"/>
          <p:cNvSpPr txBox="1"/>
          <p:nvPr>
            <p:ph type="title"/>
          </p:nvPr>
        </p:nvSpPr>
        <p:spPr>
          <a:xfrm>
            <a:off x="392925" y="1049175"/>
            <a:ext cx="7831200" cy="1935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None/>
              <a:defRPr sz="5500">
                <a:solidFill>
                  <a:srgbClr val="3C4043"/>
                </a:solidFill>
                <a:latin typeface="Google Sans Medium"/>
                <a:ea typeface="Google Sans Medium"/>
                <a:cs typeface="Google Sans Medium"/>
                <a:sym typeface="Google Sans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23" name="Google Shape;823;p78"/>
          <p:cNvSpPr/>
          <p:nvPr/>
        </p:nvSpPr>
        <p:spPr>
          <a:xfrm>
            <a:off x="522575" y="3458700"/>
            <a:ext cx="465900" cy="94500"/>
          </a:xfrm>
          <a:prstGeom prst="roundRect">
            <a:avLst>
              <a:gd fmla="val 50000" name="adj"/>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78"/>
          <p:cNvSpPr txBox="1"/>
          <p:nvPr>
            <p:ph idx="2" type="subTitle"/>
          </p:nvPr>
        </p:nvSpPr>
        <p:spPr>
          <a:xfrm>
            <a:off x="422950" y="3714075"/>
            <a:ext cx="7831200" cy="300000"/>
          </a:xfrm>
          <a:prstGeom prst="rect">
            <a:avLst/>
          </a:prstGeom>
        </p:spPr>
        <p:txBody>
          <a:bodyPr anchorCtr="0" anchor="ctr" bIns="91425" lIns="91425" spcFirstLastPara="1" rIns="91425" wrap="square" tIns="91425">
            <a:noAutofit/>
          </a:bodyPr>
          <a:lstStyle>
            <a:lvl1pPr lvl="0">
              <a:spcBef>
                <a:spcPts val="0"/>
              </a:spcBef>
              <a:spcAft>
                <a:spcPts val="0"/>
              </a:spcAft>
              <a:buNone/>
              <a:defRPr sz="1800">
                <a:solidFill>
                  <a:srgbClr val="9AA0A6"/>
                </a:solidFill>
                <a:latin typeface="Google Sans"/>
                <a:ea typeface="Google Sans"/>
                <a:cs typeface="Google Sans"/>
                <a:sym typeface="Google Sans"/>
              </a:defRPr>
            </a:lvl1pPr>
            <a:lvl2pPr lvl="1">
              <a:spcBef>
                <a:spcPts val="2200"/>
              </a:spcBef>
              <a:spcAft>
                <a:spcPts val="0"/>
              </a:spcAft>
              <a:buNone/>
              <a:defRPr sz="1800"/>
            </a:lvl2pPr>
            <a:lvl3pPr lvl="2">
              <a:spcBef>
                <a:spcPts val="2200"/>
              </a:spcBef>
              <a:spcAft>
                <a:spcPts val="0"/>
              </a:spcAft>
              <a:buNone/>
              <a:defRPr sz="1800"/>
            </a:lvl3pPr>
            <a:lvl4pPr lvl="3">
              <a:spcBef>
                <a:spcPts val="2200"/>
              </a:spcBef>
              <a:spcAft>
                <a:spcPts val="0"/>
              </a:spcAft>
              <a:buNone/>
              <a:defRPr sz="1800"/>
            </a:lvl4pPr>
            <a:lvl5pPr lvl="4">
              <a:spcBef>
                <a:spcPts val="2200"/>
              </a:spcBef>
              <a:spcAft>
                <a:spcPts val="0"/>
              </a:spcAft>
              <a:buNone/>
              <a:defRPr sz="1800"/>
            </a:lvl5pPr>
            <a:lvl6pPr lvl="5">
              <a:spcBef>
                <a:spcPts val="2200"/>
              </a:spcBef>
              <a:spcAft>
                <a:spcPts val="0"/>
              </a:spcAft>
              <a:buNone/>
              <a:defRPr sz="1800"/>
            </a:lvl6pPr>
            <a:lvl7pPr lvl="6">
              <a:spcBef>
                <a:spcPts val="2200"/>
              </a:spcBef>
              <a:spcAft>
                <a:spcPts val="0"/>
              </a:spcAft>
              <a:buNone/>
              <a:defRPr sz="1800"/>
            </a:lvl7pPr>
            <a:lvl8pPr lvl="7">
              <a:spcBef>
                <a:spcPts val="2200"/>
              </a:spcBef>
              <a:spcAft>
                <a:spcPts val="0"/>
              </a:spcAft>
              <a:buNone/>
              <a:defRPr sz="1800"/>
            </a:lvl8pPr>
            <a:lvl9pPr lvl="8">
              <a:spcBef>
                <a:spcPts val="2200"/>
              </a:spcBef>
              <a:spcAft>
                <a:spcPts val="0"/>
              </a:spcAft>
              <a:buNone/>
              <a:defRPr sz="18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Yellow 1">
  <p:cSld name="TITLE_2_1_2_1_1">
    <p:spTree>
      <p:nvGrpSpPr>
        <p:cNvPr id="825" name="Shape 825"/>
        <p:cNvGrpSpPr/>
        <p:nvPr/>
      </p:nvGrpSpPr>
      <p:grpSpPr>
        <a:xfrm>
          <a:off x="0" y="0"/>
          <a:ext cx="0" cy="0"/>
          <a:chOff x="0" y="0"/>
          <a:chExt cx="0" cy="0"/>
        </a:xfrm>
      </p:grpSpPr>
      <p:sp>
        <p:nvSpPr>
          <p:cNvPr id="826" name="Google Shape;826;p79"/>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79"/>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828" name="Google Shape;828;p79"/>
          <p:cNvSpPr/>
          <p:nvPr/>
        </p:nvSpPr>
        <p:spPr>
          <a:xfrm>
            <a:off x="-22468" y="235365"/>
            <a:ext cx="57900" cy="4672800"/>
          </a:xfrm>
          <a:prstGeom prst="rect">
            <a:avLst/>
          </a:prstGeom>
          <a:solidFill>
            <a:srgbClr val="FBBC0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829" name="Google Shape;829;p79"/>
          <p:cNvSpPr txBox="1"/>
          <p:nvPr>
            <p:ph idx="1" type="body"/>
          </p:nvPr>
        </p:nvSpPr>
        <p:spPr>
          <a:xfrm>
            <a:off x="344501" y="2175900"/>
            <a:ext cx="2976600" cy="2046300"/>
          </a:xfrm>
          <a:prstGeom prst="rect">
            <a:avLst/>
          </a:prstGeom>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SzPts val="900"/>
              <a:buChar char="●"/>
              <a:defRPr sz="1100">
                <a:solidFill>
                  <a:srgbClr val="5F6368"/>
                </a:solidFill>
              </a:defRPr>
            </a:lvl1pPr>
            <a:lvl2pPr indent="-285750" lvl="1" marL="914400" marR="0" algn="l">
              <a:lnSpc>
                <a:spcPct val="260000"/>
              </a:lnSpc>
              <a:spcBef>
                <a:spcPts val="0"/>
              </a:spcBef>
              <a:spcAft>
                <a:spcPts val="0"/>
              </a:spcAft>
              <a:buSzPts val="900"/>
              <a:buChar char="○"/>
              <a:defRPr sz="1100">
                <a:solidFill>
                  <a:srgbClr val="5F6368"/>
                </a:solidFill>
              </a:defRPr>
            </a:lvl2pPr>
            <a:lvl3pPr indent="-298450" lvl="2" marL="1371600">
              <a:lnSpc>
                <a:spcPct val="260000"/>
              </a:lnSpc>
              <a:spcBef>
                <a:spcPts val="0"/>
              </a:spcBef>
              <a:spcAft>
                <a:spcPts val="0"/>
              </a:spcAft>
              <a:buClr>
                <a:srgbClr val="5F6368"/>
              </a:buClr>
              <a:buSzPts val="1100"/>
              <a:buChar char="■"/>
              <a:defRPr sz="1100">
                <a:solidFill>
                  <a:srgbClr val="5F6368"/>
                </a:solidFill>
              </a:defRPr>
            </a:lvl3pPr>
            <a:lvl4pPr indent="-298450" lvl="3" marL="1828800">
              <a:lnSpc>
                <a:spcPct val="260000"/>
              </a:lnSpc>
              <a:spcBef>
                <a:spcPts val="0"/>
              </a:spcBef>
              <a:spcAft>
                <a:spcPts val="0"/>
              </a:spcAft>
              <a:buClr>
                <a:srgbClr val="5F6368"/>
              </a:buClr>
              <a:buSzPts val="1100"/>
              <a:buChar char="●"/>
              <a:defRPr sz="1100">
                <a:solidFill>
                  <a:srgbClr val="5F6368"/>
                </a:solidFill>
              </a:defRPr>
            </a:lvl4pPr>
            <a:lvl5pPr indent="-298450" lvl="4" marL="2286000">
              <a:lnSpc>
                <a:spcPct val="260000"/>
              </a:lnSpc>
              <a:spcBef>
                <a:spcPts val="0"/>
              </a:spcBef>
              <a:spcAft>
                <a:spcPts val="0"/>
              </a:spcAft>
              <a:buClr>
                <a:srgbClr val="5F6368"/>
              </a:buClr>
              <a:buSzPts val="1100"/>
              <a:buChar char="○"/>
              <a:defRPr sz="1100">
                <a:solidFill>
                  <a:srgbClr val="5F6368"/>
                </a:solidFill>
              </a:defRPr>
            </a:lvl5pPr>
            <a:lvl6pPr indent="-298450" lvl="5" marL="2743200">
              <a:lnSpc>
                <a:spcPct val="260000"/>
              </a:lnSpc>
              <a:spcBef>
                <a:spcPts val="0"/>
              </a:spcBef>
              <a:spcAft>
                <a:spcPts val="0"/>
              </a:spcAft>
              <a:buClr>
                <a:srgbClr val="5F6368"/>
              </a:buClr>
              <a:buSzPts val="1100"/>
              <a:buChar char="■"/>
              <a:defRPr sz="1100">
                <a:solidFill>
                  <a:srgbClr val="5F6368"/>
                </a:solidFill>
              </a:defRPr>
            </a:lvl6pPr>
            <a:lvl7pPr indent="-298450" lvl="6" marL="3200400">
              <a:lnSpc>
                <a:spcPct val="260000"/>
              </a:lnSpc>
              <a:spcBef>
                <a:spcPts val="0"/>
              </a:spcBef>
              <a:spcAft>
                <a:spcPts val="0"/>
              </a:spcAft>
              <a:buClr>
                <a:srgbClr val="5F6368"/>
              </a:buClr>
              <a:buSzPts val="1100"/>
              <a:buChar char="●"/>
              <a:defRPr sz="1100">
                <a:solidFill>
                  <a:srgbClr val="5F6368"/>
                </a:solidFill>
              </a:defRPr>
            </a:lvl7pPr>
            <a:lvl8pPr indent="-298450" lvl="7" marL="3657600">
              <a:lnSpc>
                <a:spcPct val="260000"/>
              </a:lnSpc>
              <a:spcBef>
                <a:spcPts val="0"/>
              </a:spcBef>
              <a:spcAft>
                <a:spcPts val="0"/>
              </a:spcAft>
              <a:buClr>
                <a:srgbClr val="5F6368"/>
              </a:buClr>
              <a:buSzPts val="1100"/>
              <a:buChar char="○"/>
              <a:defRPr sz="1100">
                <a:solidFill>
                  <a:srgbClr val="5F6368"/>
                </a:solidFill>
              </a:defRPr>
            </a:lvl8pPr>
            <a:lvl9pPr indent="-298450" lvl="8" marL="4114800">
              <a:lnSpc>
                <a:spcPct val="260000"/>
              </a:lnSpc>
              <a:spcBef>
                <a:spcPts val="0"/>
              </a:spcBef>
              <a:spcAft>
                <a:spcPts val="0"/>
              </a:spcAft>
              <a:buClr>
                <a:srgbClr val="5F6368"/>
              </a:buClr>
              <a:buSzPts val="1100"/>
              <a:buChar char="■"/>
              <a:defRPr sz="1100">
                <a:solidFill>
                  <a:srgbClr val="5F6368"/>
                </a:solidFill>
              </a:defRPr>
            </a:lvl9pPr>
          </a:lstStyle>
          <a:p/>
        </p:txBody>
      </p:sp>
      <p:sp>
        <p:nvSpPr>
          <p:cNvPr id="830" name="Google Shape;830;p79"/>
          <p:cNvSpPr txBox="1"/>
          <p:nvPr>
            <p:ph type="title"/>
          </p:nvPr>
        </p:nvSpPr>
        <p:spPr>
          <a:xfrm>
            <a:off x="344501" y="1365900"/>
            <a:ext cx="3864600" cy="414300"/>
          </a:xfrm>
          <a:prstGeom prst="rect">
            <a:avLst/>
          </a:prstGeom>
        </p:spPr>
        <p:txBody>
          <a:bodyPr anchorCtr="0" anchor="t" bIns="91425" lIns="91425" spcFirstLastPara="1" rIns="91425" wrap="square" tIns="91425">
            <a:noAutofit/>
          </a:bodyPr>
          <a:lstStyle>
            <a:lvl1pPr indent="0" lvl="0" marL="0" marR="0" algn="l">
              <a:lnSpc>
                <a:spcPct val="90000"/>
              </a:lnSpc>
              <a:spcBef>
                <a:spcPts val="0"/>
              </a:spcBef>
              <a:spcAft>
                <a:spcPts val="0"/>
              </a:spcAft>
              <a:buClr>
                <a:schemeClr val="dk1"/>
              </a:buClr>
              <a:buSzPts val="1100"/>
              <a:buFont typeface="Arial"/>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31" name="Google Shape;831;p79"/>
          <p:cNvSpPr txBox="1"/>
          <p:nvPr>
            <p:ph idx="2" type="body"/>
          </p:nvPr>
        </p:nvSpPr>
        <p:spPr>
          <a:xfrm>
            <a:off x="344501" y="4743625"/>
            <a:ext cx="4345800" cy="375600"/>
          </a:xfrm>
          <a:prstGeom prst="rect">
            <a:avLst/>
          </a:prstGeom>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sz="600">
                <a:solidFill>
                  <a:srgbClr val="D5D5D5"/>
                </a:solidFill>
              </a:defRPr>
            </a:lvl1pPr>
            <a:lvl2pPr indent="-228600" lvl="1" marL="914400" marR="0" algn="l">
              <a:lnSpc>
                <a:spcPct val="100000"/>
              </a:lnSpc>
              <a:spcBef>
                <a:spcPts val="0"/>
              </a:spcBef>
              <a:spcAft>
                <a:spcPts val="0"/>
              </a:spcAft>
              <a:buClr>
                <a:srgbClr val="000000"/>
              </a:buClr>
              <a:buSzPts val="1100"/>
              <a:buFont typeface="Arial"/>
              <a:buNone/>
              <a:defRPr sz="600">
                <a:solidFill>
                  <a:srgbClr val="D5D5D5"/>
                </a:solidFill>
              </a:defRPr>
            </a:lvl2pPr>
            <a:lvl3pPr indent="-228600" lvl="2" marL="1371600" marR="0" algn="l">
              <a:lnSpc>
                <a:spcPct val="100000"/>
              </a:lnSpc>
              <a:spcBef>
                <a:spcPts val="0"/>
              </a:spcBef>
              <a:spcAft>
                <a:spcPts val="0"/>
              </a:spcAft>
              <a:buClr>
                <a:srgbClr val="000000"/>
              </a:buClr>
              <a:buSzPts val="1100"/>
              <a:buFont typeface="Arial"/>
              <a:buNone/>
              <a:defRPr sz="600">
                <a:solidFill>
                  <a:srgbClr val="D5D5D5"/>
                </a:solidFill>
              </a:defRPr>
            </a:lvl3pPr>
            <a:lvl4pPr indent="-228600" lvl="3" marL="1828800" marR="0" algn="l">
              <a:lnSpc>
                <a:spcPct val="100000"/>
              </a:lnSpc>
              <a:spcBef>
                <a:spcPts val="0"/>
              </a:spcBef>
              <a:spcAft>
                <a:spcPts val="0"/>
              </a:spcAft>
              <a:buClr>
                <a:srgbClr val="000000"/>
              </a:buClr>
              <a:buSzPts val="1100"/>
              <a:buFont typeface="Arial"/>
              <a:buNone/>
              <a:defRPr sz="600">
                <a:solidFill>
                  <a:srgbClr val="D5D5D5"/>
                </a:solidFill>
              </a:defRPr>
            </a:lvl4pPr>
            <a:lvl5pPr indent="-228600" lvl="4" marL="2286000" marR="0" algn="l">
              <a:lnSpc>
                <a:spcPct val="100000"/>
              </a:lnSpc>
              <a:spcBef>
                <a:spcPts val="0"/>
              </a:spcBef>
              <a:spcAft>
                <a:spcPts val="0"/>
              </a:spcAft>
              <a:buClr>
                <a:srgbClr val="000000"/>
              </a:buClr>
              <a:buSzPts val="1100"/>
              <a:buFont typeface="Arial"/>
              <a:buNone/>
              <a:defRPr sz="600">
                <a:solidFill>
                  <a:srgbClr val="D5D5D5"/>
                </a:solidFill>
              </a:defRPr>
            </a:lvl5pPr>
            <a:lvl6pPr indent="-228600" lvl="5" marL="2743200" marR="0" algn="l">
              <a:lnSpc>
                <a:spcPct val="100000"/>
              </a:lnSpc>
              <a:spcBef>
                <a:spcPts val="0"/>
              </a:spcBef>
              <a:spcAft>
                <a:spcPts val="0"/>
              </a:spcAft>
              <a:buClr>
                <a:srgbClr val="000000"/>
              </a:buClr>
              <a:buSzPts val="1100"/>
              <a:buFont typeface="Arial"/>
              <a:buNone/>
              <a:defRPr sz="600">
                <a:solidFill>
                  <a:srgbClr val="D5D5D5"/>
                </a:solidFill>
              </a:defRPr>
            </a:lvl6pPr>
            <a:lvl7pPr indent="-228600" lvl="6" marL="3200400" marR="0" algn="l">
              <a:lnSpc>
                <a:spcPct val="100000"/>
              </a:lnSpc>
              <a:spcBef>
                <a:spcPts val="0"/>
              </a:spcBef>
              <a:spcAft>
                <a:spcPts val="0"/>
              </a:spcAft>
              <a:buClr>
                <a:srgbClr val="000000"/>
              </a:buClr>
              <a:buSzPts val="1100"/>
              <a:buFont typeface="Arial"/>
              <a:buNone/>
              <a:defRPr sz="600">
                <a:solidFill>
                  <a:srgbClr val="D5D5D5"/>
                </a:solidFill>
              </a:defRPr>
            </a:lvl7pPr>
            <a:lvl8pPr indent="-228600" lvl="7" marL="3657600" marR="0" algn="l">
              <a:lnSpc>
                <a:spcPct val="100000"/>
              </a:lnSpc>
              <a:spcBef>
                <a:spcPts val="0"/>
              </a:spcBef>
              <a:spcAft>
                <a:spcPts val="0"/>
              </a:spcAft>
              <a:buClr>
                <a:srgbClr val="000000"/>
              </a:buClr>
              <a:buSzPts val="1100"/>
              <a:buFont typeface="Arial"/>
              <a:buNone/>
              <a:defRPr sz="600">
                <a:solidFill>
                  <a:srgbClr val="D5D5D5"/>
                </a:solidFill>
              </a:defRPr>
            </a:lvl8pPr>
            <a:lvl9pPr indent="-228600" lvl="8" marL="4114800" marR="0" algn="l">
              <a:lnSpc>
                <a:spcPct val="100000"/>
              </a:lnSpc>
              <a:spcBef>
                <a:spcPts val="0"/>
              </a:spcBef>
              <a:spcAft>
                <a:spcPts val="0"/>
              </a:spcAft>
              <a:buClr>
                <a:srgbClr val="000000"/>
              </a:buClr>
              <a:buSzPts val="1100"/>
              <a:buFont typeface="Arial"/>
              <a:buNone/>
              <a:defRPr sz="600">
                <a:solidFill>
                  <a:srgbClr val="D5D5D5"/>
                </a:solidFill>
              </a:defRPr>
            </a:lvl9pPr>
          </a:lstStyle>
          <a:p/>
        </p:txBody>
      </p:sp>
      <p:grpSp>
        <p:nvGrpSpPr>
          <p:cNvPr id="832" name="Google Shape;832;p79"/>
          <p:cNvGrpSpPr/>
          <p:nvPr/>
        </p:nvGrpSpPr>
        <p:grpSpPr>
          <a:xfrm>
            <a:off x="8469122" y="4803781"/>
            <a:ext cx="420491" cy="137010"/>
            <a:chOff x="0" y="0"/>
            <a:chExt cx="2077525" cy="676925"/>
          </a:xfrm>
        </p:grpSpPr>
        <p:sp>
          <p:nvSpPr>
            <p:cNvPr id="833" name="Google Shape;833;p79"/>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4" name="Google Shape;834;p79"/>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5" name="Google Shape;835;p79"/>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6" name="Google Shape;836;p79"/>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7" name="Google Shape;837;p79"/>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8" name="Google Shape;838;p79"/>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Blue 1">
  <p:cSld name="TITLE_2_2_1_1">
    <p:spTree>
      <p:nvGrpSpPr>
        <p:cNvPr id="839" name="Shape 839"/>
        <p:cNvGrpSpPr/>
        <p:nvPr/>
      </p:nvGrpSpPr>
      <p:grpSpPr>
        <a:xfrm>
          <a:off x="0" y="0"/>
          <a:ext cx="0" cy="0"/>
          <a:chOff x="0" y="0"/>
          <a:chExt cx="0" cy="0"/>
        </a:xfrm>
      </p:grpSpPr>
      <p:sp>
        <p:nvSpPr>
          <p:cNvPr id="840" name="Google Shape;840;p80"/>
          <p:cNvSpPr txBox="1"/>
          <p:nvPr>
            <p:ph idx="1" type="body"/>
          </p:nvPr>
        </p:nvSpPr>
        <p:spPr>
          <a:xfrm>
            <a:off x="344501" y="2175900"/>
            <a:ext cx="2976600" cy="2046300"/>
          </a:xfrm>
          <a:prstGeom prst="rect">
            <a:avLst/>
          </a:prstGeom>
        </p:spPr>
        <p:txBody>
          <a:bodyPr anchorCtr="0" anchor="t" bIns="91425" lIns="91425" spcFirstLastPara="1" rIns="91425" wrap="square" tIns="91425">
            <a:noAutofit/>
          </a:bodyPr>
          <a:lstStyle>
            <a:lvl1pPr indent="-285750" lvl="0" marL="457200" marR="0" algn="l">
              <a:lnSpc>
                <a:spcPct val="130000"/>
              </a:lnSpc>
              <a:spcBef>
                <a:spcPts val="0"/>
              </a:spcBef>
              <a:spcAft>
                <a:spcPts val="0"/>
              </a:spcAft>
              <a:buSzPts val="900"/>
              <a:buChar char="●"/>
              <a:defRPr sz="1100">
                <a:solidFill>
                  <a:srgbClr val="5F6368"/>
                </a:solidFill>
              </a:defRPr>
            </a:lvl1pPr>
            <a:lvl2pPr indent="-285750" lvl="1" marL="914400" marR="0" algn="l">
              <a:lnSpc>
                <a:spcPct val="130000"/>
              </a:lnSpc>
              <a:spcBef>
                <a:spcPts val="0"/>
              </a:spcBef>
              <a:spcAft>
                <a:spcPts val="0"/>
              </a:spcAft>
              <a:buSzPts val="900"/>
              <a:buChar char="○"/>
              <a:defRPr sz="1100">
                <a:solidFill>
                  <a:srgbClr val="5F6368"/>
                </a:solidFill>
              </a:defRPr>
            </a:lvl2pPr>
            <a:lvl3pPr indent="-298450" lvl="2" marL="1371600">
              <a:lnSpc>
                <a:spcPct val="130000"/>
              </a:lnSpc>
              <a:spcBef>
                <a:spcPts val="0"/>
              </a:spcBef>
              <a:spcAft>
                <a:spcPts val="0"/>
              </a:spcAft>
              <a:buClr>
                <a:srgbClr val="5F6368"/>
              </a:buClr>
              <a:buSzPts val="1100"/>
              <a:buChar char="■"/>
              <a:defRPr sz="1100">
                <a:solidFill>
                  <a:srgbClr val="5F6368"/>
                </a:solidFill>
              </a:defRPr>
            </a:lvl3pPr>
            <a:lvl4pPr indent="-298450" lvl="3" marL="1828800">
              <a:lnSpc>
                <a:spcPct val="130000"/>
              </a:lnSpc>
              <a:spcBef>
                <a:spcPts val="0"/>
              </a:spcBef>
              <a:spcAft>
                <a:spcPts val="0"/>
              </a:spcAft>
              <a:buClr>
                <a:srgbClr val="5F6368"/>
              </a:buClr>
              <a:buSzPts val="1100"/>
              <a:buChar char="●"/>
              <a:defRPr sz="1100">
                <a:solidFill>
                  <a:srgbClr val="5F6368"/>
                </a:solidFill>
              </a:defRPr>
            </a:lvl4pPr>
            <a:lvl5pPr indent="-298450" lvl="4" marL="2286000">
              <a:lnSpc>
                <a:spcPct val="130000"/>
              </a:lnSpc>
              <a:spcBef>
                <a:spcPts val="0"/>
              </a:spcBef>
              <a:spcAft>
                <a:spcPts val="0"/>
              </a:spcAft>
              <a:buClr>
                <a:srgbClr val="5F6368"/>
              </a:buClr>
              <a:buSzPts val="1100"/>
              <a:buChar char="○"/>
              <a:defRPr sz="1100">
                <a:solidFill>
                  <a:srgbClr val="5F6368"/>
                </a:solidFill>
              </a:defRPr>
            </a:lvl5pPr>
            <a:lvl6pPr indent="-298450" lvl="5" marL="2743200">
              <a:lnSpc>
                <a:spcPct val="130000"/>
              </a:lnSpc>
              <a:spcBef>
                <a:spcPts val="0"/>
              </a:spcBef>
              <a:spcAft>
                <a:spcPts val="0"/>
              </a:spcAft>
              <a:buClr>
                <a:srgbClr val="5F6368"/>
              </a:buClr>
              <a:buSzPts val="1100"/>
              <a:buChar char="■"/>
              <a:defRPr sz="1100">
                <a:solidFill>
                  <a:srgbClr val="5F6368"/>
                </a:solidFill>
              </a:defRPr>
            </a:lvl6pPr>
            <a:lvl7pPr indent="-298450" lvl="6" marL="3200400">
              <a:lnSpc>
                <a:spcPct val="130000"/>
              </a:lnSpc>
              <a:spcBef>
                <a:spcPts val="0"/>
              </a:spcBef>
              <a:spcAft>
                <a:spcPts val="0"/>
              </a:spcAft>
              <a:buClr>
                <a:srgbClr val="5F6368"/>
              </a:buClr>
              <a:buSzPts val="1100"/>
              <a:buChar char="●"/>
              <a:defRPr sz="1100">
                <a:solidFill>
                  <a:srgbClr val="5F6368"/>
                </a:solidFill>
              </a:defRPr>
            </a:lvl7pPr>
            <a:lvl8pPr indent="-298450" lvl="7" marL="3657600">
              <a:lnSpc>
                <a:spcPct val="130000"/>
              </a:lnSpc>
              <a:spcBef>
                <a:spcPts val="0"/>
              </a:spcBef>
              <a:spcAft>
                <a:spcPts val="0"/>
              </a:spcAft>
              <a:buClr>
                <a:srgbClr val="5F6368"/>
              </a:buClr>
              <a:buSzPts val="1100"/>
              <a:buChar char="○"/>
              <a:defRPr sz="1100">
                <a:solidFill>
                  <a:srgbClr val="5F6368"/>
                </a:solidFill>
              </a:defRPr>
            </a:lvl8pPr>
            <a:lvl9pPr indent="-298450" lvl="8" marL="4114800">
              <a:lnSpc>
                <a:spcPct val="130000"/>
              </a:lnSpc>
              <a:spcBef>
                <a:spcPts val="0"/>
              </a:spcBef>
              <a:spcAft>
                <a:spcPts val="0"/>
              </a:spcAft>
              <a:buClr>
                <a:srgbClr val="5F6368"/>
              </a:buClr>
              <a:buSzPts val="1100"/>
              <a:buChar char="■"/>
              <a:defRPr sz="1100">
                <a:solidFill>
                  <a:srgbClr val="5F6368"/>
                </a:solidFill>
              </a:defRPr>
            </a:lvl9pPr>
          </a:lstStyle>
          <a:p/>
        </p:txBody>
      </p:sp>
      <p:sp>
        <p:nvSpPr>
          <p:cNvPr id="841" name="Google Shape;841;p80"/>
          <p:cNvSpPr txBox="1"/>
          <p:nvPr>
            <p:ph type="title"/>
          </p:nvPr>
        </p:nvSpPr>
        <p:spPr>
          <a:xfrm>
            <a:off x="344501" y="1365900"/>
            <a:ext cx="3864600" cy="414300"/>
          </a:xfrm>
          <a:prstGeom prst="rect">
            <a:avLst/>
          </a:prstGeom>
        </p:spPr>
        <p:txBody>
          <a:bodyPr anchorCtr="0" anchor="t" bIns="91425" lIns="91425" spcFirstLastPara="1" rIns="91425" wrap="square" tIns="91425">
            <a:noAutofit/>
          </a:bodyPr>
          <a:lstStyle>
            <a:lvl1pPr indent="0" lvl="0" marL="0" marR="0" algn="l">
              <a:lnSpc>
                <a:spcPct val="90000"/>
              </a:lnSpc>
              <a:spcBef>
                <a:spcPts val="0"/>
              </a:spcBef>
              <a:spcAft>
                <a:spcPts val="0"/>
              </a:spcAft>
              <a:buClr>
                <a:schemeClr val="dk1"/>
              </a:buClr>
              <a:buSzPts val="1100"/>
              <a:buFont typeface="Arial"/>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42" name="Google Shape;842;p80"/>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80"/>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844" name="Google Shape;844;p80"/>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845" name="Google Shape;845;p80"/>
          <p:cNvSpPr txBox="1"/>
          <p:nvPr>
            <p:ph idx="2" type="body"/>
          </p:nvPr>
        </p:nvSpPr>
        <p:spPr>
          <a:xfrm>
            <a:off x="344501" y="4743625"/>
            <a:ext cx="4345800" cy="375600"/>
          </a:xfrm>
          <a:prstGeom prst="rect">
            <a:avLst/>
          </a:prstGeom>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sz="600">
                <a:solidFill>
                  <a:srgbClr val="D5D5D5"/>
                </a:solidFill>
              </a:defRPr>
            </a:lvl1pPr>
            <a:lvl2pPr indent="-228600" lvl="1" marL="914400" marR="0" algn="l">
              <a:lnSpc>
                <a:spcPct val="100000"/>
              </a:lnSpc>
              <a:spcBef>
                <a:spcPts val="0"/>
              </a:spcBef>
              <a:spcAft>
                <a:spcPts val="0"/>
              </a:spcAft>
              <a:buClr>
                <a:srgbClr val="000000"/>
              </a:buClr>
              <a:buSzPts val="1100"/>
              <a:buFont typeface="Arial"/>
              <a:buNone/>
              <a:defRPr sz="600">
                <a:solidFill>
                  <a:srgbClr val="D5D5D5"/>
                </a:solidFill>
              </a:defRPr>
            </a:lvl2pPr>
            <a:lvl3pPr indent="-228600" lvl="2" marL="1371600" marR="0" algn="l">
              <a:lnSpc>
                <a:spcPct val="100000"/>
              </a:lnSpc>
              <a:spcBef>
                <a:spcPts val="0"/>
              </a:spcBef>
              <a:spcAft>
                <a:spcPts val="0"/>
              </a:spcAft>
              <a:buClr>
                <a:srgbClr val="000000"/>
              </a:buClr>
              <a:buSzPts val="1100"/>
              <a:buFont typeface="Arial"/>
              <a:buNone/>
              <a:defRPr sz="600">
                <a:solidFill>
                  <a:srgbClr val="D5D5D5"/>
                </a:solidFill>
              </a:defRPr>
            </a:lvl3pPr>
            <a:lvl4pPr indent="-228600" lvl="3" marL="1828800" marR="0" algn="l">
              <a:lnSpc>
                <a:spcPct val="100000"/>
              </a:lnSpc>
              <a:spcBef>
                <a:spcPts val="0"/>
              </a:spcBef>
              <a:spcAft>
                <a:spcPts val="0"/>
              </a:spcAft>
              <a:buClr>
                <a:srgbClr val="000000"/>
              </a:buClr>
              <a:buSzPts val="1100"/>
              <a:buFont typeface="Arial"/>
              <a:buNone/>
              <a:defRPr sz="600">
                <a:solidFill>
                  <a:srgbClr val="D5D5D5"/>
                </a:solidFill>
              </a:defRPr>
            </a:lvl4pPr>
            <a:lvl5pPr indent="-228600" lvl="4" marL="2286000" marR="0" algn="l">
              <a:lnSpc>
                <a:spcPct val="100000"/>
              </a:lnSpc>
              <a:spcBef>
                <a:spcPts val="0"/>
              </a:spcBef>
              <a:spcAft>
                <a:spcPts val="0"/>
              </a:spcAft>
              <a:buClr>
                <a:srgbClr val="000000"/>
              </a:buClr>
              <a:buSzPts val="1100"/>
              <a:buFont typeface="Arial"/>
              <a:buNone/>
              <a:defRPr sz="600">
                <a:solidFill>
                  <a:srgbClr val="D5D5D5"/>
                </a:solidFill>
              </a:defRPr>
            </a:lvl5pPr>
            <a:lvl6pPr indent="-228600" lvl="5" marL="2743200" marR="0" algn="l">
              <a:lnSpc>
                <a:spcPct val="100000"/>
              </a:lnSpc>
              <a:spcBef>
                <a:spcPts val="0"/>
              </a:spcBef>
              <a:spcAft>
                <a:spcPts val="0"/>
              </a:spcAft>
              <a:buClr>
                <a:srgbClr val="000000"/>
              </a:buClr>
              <a:buSzPts val="1100"/>
              <a:buFont typeface="Arial"/>
              <a:buNone/>
              <a:defRPr sz="600">
                <a:solidFill>
                  <a:srgbClr val="D5D5D5"/>
                </a:solidFill>
              </a:defRPr>
            </a:lvl6pPr>
            <a:lvl7pPr indent="-228600" lvl="6" marL="3200400" marR="0" algn="l">
              <a:lnSpc>
                <a:spcPct val="100000"/>
              </a:lnSpc>
              <a:spcBef>
                <a:spcPts val="0"/>
              </a:spcBef>
              <a:spcAft>
                <a:spcPts val="0"/>
              </a:spcAft>
              <a:buClr>
                <a:srgbClr val="000000"/>
              </a:buClr>
              <a:buSzPts val="1100"/>
              <a:buFont typeface="Arial"/>
              <a:buNone/>
              <a:defRPr sz="600">
                <a:solidFill>
                  <a:srgbClr val="D5D5D5"/>
                </a:solidFill>
              </a:defRPr>
            </a:lvl7pPr>
            <a:lvl8pPr indent="-228600" lvl="7" marL="3657600" marR="0" algn="l">
              <a:lnSpc>
                <a:spcPct val="100000"/>
              </a:lnSpc>
              <a:spcBef>
                <a:spcPts val="0"/>
              </a:spcBef>
              <a:spcAft>
                <a:spcPts val="0"/>
              </a:spcAft>
              <a:buClr>
                <a:srgbClr val="000000"/>
              </a:buClr>
              <a:buSzPts val="1100"/>
              <a:buFont typeface="Arial"/>
              <a:buNone/>
              <a:defRPr sz="600">
                <a:solidFill>
                  <a:srgbClr val="D5D5D5"/>
                </a:solidFill>
              </a:defRPr>
            </a:lvl8pPr>
            <a:lvl9pPr indent="-228600" lvl="8" marL="4114800" marR="0" algn="l">
              <a:lnSpc>
                <a:spcPct val="100000"/>
              </a:lnSpc>
              <a:spcBef>
                <a:spcPts val="0"/>
              </a:spcBef>
              <a:spcAft>
                <a:spcPts val="0"/>
              </a:spcAft>
              <a:buClr>
                <a:srgbClr val="000000"/>
              </a:buClr>
              <a:buSzPts val="1100"/>
              <a:buFont typeface="Arial"/>
              <a:buNone/>
              <a:defRPr sz="600">
                <a:solidFill>
                  <a:srgbClr val="D5D5D5"/>
                </a:solidFill>
              </a:defRPr>
            </a:lvl9pPr>
          </a:lstStyle>
          <a:p/>
        </p:txBody>
      </p:sp>
      <p:grpSp>
        <p:nvGrpSpPr>
          <p:cNvPr id="846" name="Google Shape;846;p80"/>
          <p:cNvGrpSpPr/>
          <p:nvPr/>
        </p:nvGrpSpPr>
        <p:grpSpPr>
          <a:xfrm>
            <a:off x="8469122" y="4803781"/>
            <a:ext cx="420491" cy="137010"/>
            <a:chOff x="0" y="0"/>
            <a:chExt cx="2077525" cy="676925"/>
          </a:xfrm>
        </p:grpSpPr>
        <p:sp>
          <p:nvSpPr>
            <p:cNvPr id="847" name="Google Shape;847;p80"/>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48" name="Google Shape;848;p80"/>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49" name="Google Shape;849;p80"/>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0" name="Google Shape;850;p80"/>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1" name="Google Shape;851;p80"/>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2" name="Google Shape;852;p80"/>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Green 1">
  <p:cSld name="TITLE_2_1_1_2_1_1">
    <p:spTree>
      <p:nvGrpSpPr>
        <p:cNvPr id="853" name="Shape 853"/>
        <p:cNvGrpSpPr/>
        <p:nvPr/>
      </p:nvGrpSpPr>
      <p:grpSpPr>
        <a:xfrm>
          <a:off x="0" y="0"/>
          <a:ext cx="0" cy="0"/>
          <a:chOff x="0" y="0"/>
          <a:chExt cx="0" cy="0"/>
        </a:xfrm>
      </p:grpSpPr>
      <p:sp>
        <p:nvSpPr>
          <p:cNvPr id="854" name="Google Shape;854;p81"/>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81"/>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Roboto"/>
                <a:ea typeface="Roboto"/>
                <a:cs typeface="Roboto"/>
                <a:sym typeface="Roboto"/>
              </a:rPr>
              <a:t>Proprietary + Confidential</a:t>
            </a:r>
            <a:endParaRPr b="0" i="0" sz="600" u="none" cap="none" strike="noStrike">
              <a:solidFill>
                <a:srgbClr val="BDC1C6"/>
              </a:solidFill>
              <a:latin typeface="Roboto"/>
              <a:ea typeface="Roboto"/>
              <a:cs typeface="Roboto"/>
              <a:sym typeface="Roboto"/>
            </a:endParaRPr>
          </a:p>
        </p:txBody>
      </p:sp>
      <p:sp>
        <p:nvSpPr>
          <p:cNvPr id="856" name="Google Shape;856;p81"/>
          <p:cNvSpPr/>
          <p:nvPr/>
        </p:nvSpPr>
        <p:spPr>
          <a:xfrm>
            <a:off x="-22468" y="235365"/>
            <a:ext cx="57900" cy="4672800"/>
          </a:xfrm>
          <a:prstGeom prst="rect">
            <a:avLst/>
          </a:prstGeom>
          <a:solidFill>
            <a:srgbClr val="34A853"/>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857" name="Google Shape;857;p81"/>
          <p:cNvSpPr txBox="1"/>
          <p:nvPr>
            <p:ph idx="1" type="body"/>
          </p:nvPr>
        </p:nvSpPr>
        <p:spPr>
          <a:xfrm>
            <a:off x="344501" y="2175900"/>
            <a:ext cx="2976600" cy="2046300"/>
          </a:xfrm>
          <a:prstGeom prst="rect">
            <a:avLst/>
          </a:prstGeom>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SzPts val="900"/>
              <a:buChar char="●"/>
              <a:defRPr sz="1100">
                <a:solidFill>
                  <a:srgbClr val="5F6368"/>
                </a:solidFill>
              </a:defRPr>
            </a:lvl1pPr>
            <a:lvl2pPr indent="-285750" lvl="1" marL="914400" marR="0" algn="l">
              <a:lnSpc>
                <a:spcPct val="260000"/>
              </a:lnSpc>
              <a:spcBef>
                <a:spcPts val="0"/>
              </a:spcBef>
              <a:spcAft>
                <a:spcPts val="0"/>
              </a:spcAft>
              <a:buSzPts val="900"/>
              <a:buChar char="○"/>
              <a:defRPr sz="1100">
                <a:solidFill>
                  <a:srgbClr val="5F6368"/>
                </a:solidFill>
              </a:defRPr>
            </a:lvl2pPr>
            <a:lvl3pPr indent="-298450" lvl="2" marL="1371600">
              <a:lnSpc>
                <a:spcPct val="260000"/>
              </a:lnSpc>
              <a:spcBef>
                <a:spcPts val="0"/>
              </a:spcBef>
              <a:spcAft>
                <a:spcPts val="0"/>
              </a:spcAft>
              <a:buClr>
                <a:srgbClr val="5F6368"/>
              </a:buClr>
              <a:buSzPts val="1100"/>
              <a:buChar char="■"/>
              <a:defRPr sz="1100">
                <a:solidFill>
                  <a:srgbClr val="5F6368"/>
                </a:solidFill>
              </a:defRPr>
            </a:lvl3pPr>
            <a:lvl4pPr indent="-298450" lvl="3" marL="1828800">
              <a:lnSpc>
                <a:spcPct val="260000"/>
              </a:lnSpc>
              <a:spcBef>
                <a:spcPts val="0"/>
              </a:spcBef>
              <a:spcAft>
                <a:spcPts val="0"/>
              </a:spcAft>
              <a:buClr>
                <a:srgbClr val="5F6368"/>
              </a:buClr>
              <a:buSzPts val="1100"/>
              <a:buChar char="●"/>
              <a:defRPr sz="1100">
                <a:solidFill>
                  <a:srgbClr val="5F6368"/>
                </a:solidFill>
              </a:defRPr>
            </a:lvl4pPr>
            <a:lvl5pPr indent="-298450" lvl="4" marL="2286000">
              <a:lnSpc>
                <a:spcPct val="260000"/>
              </a:lnSpc>
              <a:spcBef>
                <a:spcPts val="0"/>
              </a:spcBef>
              <a:spcAft>
                <a:spcPts val="0"/>
              </a:spcAft>
              <a:buClr>
                <a:srgbClr val="5F6368"/>
              </a:buClr>
              <a:buSzPts val="1100"/>
              <a:buChar char="○"/>
              <a:defRPr sz="1100">
                <a:solidFill>
                  <a:srgbClr val="5F6368"/>
                </a:solidFill>
              </a:defRPr>
            </a:lvl5pPr>
            <a:lvl6pPr indent="-298450" lvl="5" marL="2743200">
              <a:lnSpc>
                <a:spcPct val="260000"/>
              </a:lnSpc>
              <a:spcBef>
                <a:spcPts val="0"/>
              </a:spcBef>
              <a:spcAft>
                <a:spcPts val="0"/>
              </a:spcAft>
              <a:buClr>
                <a:srgbClr val="5F6368"/>
              </a:buClr>
              <a:buSzPts val="1100"/>
              <a:buChar char="■"/>
              <a:defRPr sz="1100">
                <a:solidFill>
                  <a:srgbClr val="5F6368"/>
                </a:solidFill>
              </a:defRPr>
            </a:lvl6pPr>
            <a:lvl7pPr indent="-298450" lvl="6" marL="3200400">
              <a:lnSpc>
                <a:spcPct val="260000"/>
              </a:lnSpc>
              <a:spcBef>
                <a:spcPts val="0"/>
              </a:spcBef>
              <a:spcAft>
                <a:spcPts val="0"/>
              </a:spcAft>
              <a:buClr>
                <a:srgbClr val="5F6368"/>
              </a:buClr>
              <a:buSzPts val="1100"/>
              <a:buChar char="●"/>
              <a:defRPr sz="1100">
                <a:solidFill>
                  <a:srgbClr val="5F6368"/>
                </a:solidFill>
              </a:defRPr>
            </a:lvl7pPr>
            <a:lvl8pPr indent="-298450" lvl="7" marL="3657600">
              <a:lnSpc>
                <a:spcPct val="260000"/>
              </a:lnSpc>
              <a:spcBef>
                <a:spcPts val="0"/>
              </a:spcBef>
              <a:spcAft>
                <a:spcPts val="0"/>
              </a:spcAft>
              <a:buClr>
                <a:srgbClr val="5F6368"/>
              </a:buClr>
              <a:buSzPts val="1100"/>
              <a:buChar char="○"/>
              <a:defRPr sz="1100">
                <a:solidFill>
                  <a:srgbClr val="5F6368"/>
                </a:solidFill>
              </a:defRPr>
            </a:lvl8pPr>
            <a:lvl9pPr indent="-298450" lvl="8" marL="4114800">
              <a:lnSpc>
                <a:spcPct val="260000"/>
              </a:lnSpc>
              <a:spcBef>
                <a:spcPts val="0"/>
              </a:spcBef>
              <a:spcAft>
                <a:spcPts val="0"/>
              </a:spcAft>
              <a:buClr>
                <a:srgbClr val="5F6368"/>
              </a:buClr>
              <a:buSzPts val="1100"/>
              <a:buChar char="■"/>
              <a:defRPr sz="1100">
                <a:solidFill>
                  <a:srgbClr val="5F6368"/>
                </a:solidFill>
              </a:defRPr>
            </a:lvl9pPr>
          </a:lstStyle>
          <a:p/>
        </p:txBody>
      </p:sp>
      <p:sp>
        <p:nvSpPr>
          <p:cNvPr id="858" name="Google Shape;858;p81"/>
          <p:cNvSpPr txBox="1"/>
          <p:nvPr>
            <p:ph type="title"/>
          </p:nvPr>
        </p:nvSpPr>
        <p:spPr>
          <a:xfrm>
            <a:off x="344501" y="1365900"/>
            <a:ext cx="3864600" cy="414300"/>
          </a:xfrm>
          <a:prstGeom prst="rect">
            <a:avLst/>
          </a:prstGeom>
        </p:spPr>
        <p:txBody>
          <a:bodyPr anchorCtr="0" anchor="t" bIns="91425" lIns="91425" spcFirstLastPara="1" rIns="91425" wrap="square" tIns="91425">
            <a:noAutofit/>
          </a:bodyPr>
          <a:lstStyle>
            <a:lvl1pPr indent="0" lvl="0" marL="0" marR="0" algn="l">
              <a:lnSpc>
                <a:spcPct val="90000"/>
              </a:lnSpc>
              <a:spcBef>
                <a:spcPts val="0"/>
              </a:spcBef>
              <a:spcAft>
                <a:spcPts val="0"/>
              </a:spcAft>
              <a:buClr>
                <a:schemeClr val="dk1"/>
              </a:buClr>
              <a:buSzPts val="1100"/>
              <a:buFont typeface="Arial"/>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59" name="Google Shape;859;p81"/>
          <p:cNvSpPr txBox="1"/>
          <p:nvPr>
            <p:ph idx="2" type="body"/>
          </p:nvPr>
        </p:nvSpPr>
        <p:spPr>
          <a:xfrm>
            <a:off x="344501" y="4743625"/>
            <a:ext cx="4345800" cy="375600"/>
          </a:xfrm>
          <a:prstGeom prst="rect">
            <a:avLst/>
          </a:prstGeom>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sz="600">
                <a:solidFill>
                  <a:srgbClr val="D5D5D5"/>
                </a:solidFill>
              </a:defRPr>
            </a:lvl1pPr>
            <a:lvl2pPr indent="-228600" lvl="1" marL="914400" marR="0" algn="l">
              <a:lnSpc>
                <a:spcPct val="100000"/>
              </a:lnSpc>
              <a:spcBef>
                <a:spcPts val="0"/>
              </a:spcBef>
              <a:spcAft>
                <a:spcPts val="0"/>
              </a:spcAft>
              <a:buClr>
                <a:srgbClr val="000000"/>
              </a:buClr>
              <a:buSzPts val="1100"/>
              <a:buFont typeface="Arial"/>
              <a:buNone/>
              <a:defRPr sz="600">
                <a:solidFill>
                  <a:srgbClr val="D5D5D5"/>
                </a:solidFill>
              </a:defRPr>
            </a:lvl2pPr>
            <a:lvl3pPr indent="-228600" lvl="2" marL="1371600" marR="0" algn="l">
              <a:lnSpc>
                <a:spcPct val="100000"/>
              </a:lnSpc>
              <a:spcBef>
                <a:spcPts val="0"/>
              </a:spcBef>
              <a:spcAft>
                <a:spcPts val="0"/>
              </a:spcAft>
              <a:buClr>
                <a:srgbClr val="000000"/>
              </a:buClr>
              <a:buSzPts val="1100"/>
              <a:buFont typeface="Arial"/>
              <a:buNone/>
              <a:defRPr sz="600">
                <a:solidFill>
                  <a:srgbClr val="D5D5D5"/>
                </a:solidFill>
              </a:defRPr>
            </a:lvl3pPr>
            <a:lvl4pPr indent="-228600" lvl="3" marL="1828800" marR="0" algn="l">
              <a:lnSpc>
                <a:spcPct val="100000"/>
              </a:lnSpc>
              <a:spcBef>
                <a:spcPts val="0"/>
              </a:spcBef>
              <a:spcAft>
                <a:spcPts val="0"/>
              </a:spcAft>
              <a:buClr>
                <a:srgbClr val="000000"/>
              </a:buClr>
              <a:buSzPts val="1100"/>
              <a:buFont typeface="Arial"/>
              <a:buNone/>
              <a:defRPr sz="600">
                <a:solidFill>
                  <a:srgbClr val="D5D5D5"/>
                </a:solidFill>
              </a:defRPr>
            </a:lvl4pPr>
            <a:lvl5pPr indent="-228600" lvl="4" marL="2286000" marR="0" algn="l">
              <a:lnSpc>
                <a:spcPct val="100000"/>
              </a:lnSpc>
              <a:spcBef>
                <a:spcPts val="0"/>
              </a:spcBef>
              <a:spcAft>
                <a:spcPts val="0"/>
              </a:spcAft>
              <a:buClr>
                <a:srgbClr val="000000"/>
              </a:buClr>
              <a:buSzPts val="1100"/>
              <a:buFont typeface="Arial"/>
              <a:buNone/>
              <a:defRPr sz="600">
                <a:solidFill>
                  <a:srgbClr val="D5D5D5"/>
                </a:solidFill>
              </a:defRPr>
            </a:lvl5pPr>
            <a:lvl6pPr indent="-228600" lvl="5" marL="2743200" marR="0" algn="l">
              <a:lnSpc>
                <a:spcPct val="100000"/>
              </a:lnSpc>
              <a:spcBef>
                <a:spcPts val="0"/>
              </a:spcBef>
              <a:spcAft>
                <a:spcPts val="0"/>
              </a:spcAft>
              <a:buClr>
                <a:srgbClr val="000000"/>
              </a:buClr>
              <a:buSzPts val="1100"/>
              <a:buFont typeface="Arial"/>
              <a:buNone/>
              <a:defRPr sz="600">
                <a:solidFill>
                  <a:srgbClr val="D5D5D5"/>
                </a:solidFill>
              </a:defRPr>
            </a:lvl6pPr>
            <a:lvl7pPr indent="-228600" lvl="6" marL="3200400" marR="0" algn="l">
              <a:lnSpc>
                <a:spcPct val="100000"/>
              </a:lnSpc>
              <a:spcBef>
                <a:spcPts val="0"/>
              </a:spcBef>
              <a:spcAft>
                <a:spcPts val="0"/>
              </a:spcAft>
              <a:buClr>
                <a:srgbClr val="000000"/>
              </a:buClr>
              <a:buSzPts val="1100"/>
              <a:buFont typeface="Arial"/>
              <a:buNone/>
              <a:defRPr sz="600">
                <a:solidFill>
                  <a:srgbClr val="D5D5D5"/>
                </a:solidFill>
              </a:defRPr>
            </a:lvl7pPr>
            <a:lvl8pPr indent="-228600" lvl="7" marL="3657600" marR="0" algn="l">
              <a:lnSpc>
                <a:spcPct val="100000"/>
              </a:lnSpc>
              <a:spcBef>
                <a:spcPts val="0"/>
              </a:spcBef>
              <a:spcAft>
                <a:spcPts val="0"/>
              </a:spcAft>
              <a:buClr>
                <a:srgbClr val="000000"/>
              </a:buClr>
              <a:buSzPts val="1100"/>
              <a:buFont typeface="Arial"/>
              <a:buNone/>
              <a:defRPr sz="600">
                <a:solidFill>
                  <a:srgbClr val="D5D5D5"/>
                </a:solidFill>
              </a:defRPr>
            </a:lvl8pPr>
            <a:lvl9pPr indent="-228600" lvl="8" marL="4114800" marR="0" algn="l">
              <a:lnSpc>
                <a:spcPct val="100000"/>
              </a:lnSpc>
              <a:spcBef>
                <a:spcPts val="0"/>
              </a:spcBef>
              <a:spcAft>
                <a:spcPts val="0"/>
              </a:spcAft>
              <a:buClr>
                <a:srgbClr val="000000"/>
              </a:buClr>
              <a:buSzPts val="1100"/>
              <a:buFont typeface="Arial"/>
              <a:buNone/>
              <a:defRPr sz="600">
                <a:solidFill>
                  <a:srgbClr val="D5D5D5"/>
                </a:solidFill>
              </a:defRPr>
            </a:lvl9pPr>
          </a:lstStyle>
          <a:p/>
        </p:txBody>
      </p:sp>
      <p:grpSp>
        <p:nvGrpSpPr>
          <p:cNvPr id="860" name="Google Shape;860;p81"/>
          <p:cNvGrpSpPr/>
          <p:nvPr/>
        </p:nvGrpSpPr>
        <p:grpSpPr>
          <a:xfrm>
            <a:off x="8469122" y="4803781"/>
            <a:ext cx="420491" cy="137010"/>
            <a:chOff x="0" y="0"/>
            <a:chExt cx="2077525" cy="676925"/>
          </a:xfrm>
        </p:grpSpPr>
        <p:sp>
          <p:nvSpPr>
            <p:cNvPr id="861" name="Google Shape;861;p81"/>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2" name="Google Shape;862;p81"/>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3" name="Google Shape;863;p81"/>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4" name="Google Shape;864;p81"/>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5" name="Google Shape;865;p81"/>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6" name="Google Shape;866;p81"/>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or Grey - Core Red 1">
  <p:cSld name="TITLE_2_1_1_1_1_1_1">
    <p:spTree>
      <p:nvGrpSpPr>
        <p:cNvPr id="867" name="Shape 867"/>
        <p:cNvGrpSpPr/>
        <p:nvPr/>
      </p:nvGrpSpPr>
      <p:grpSpPr>
        <a:xfrm>
          <a:off x="0" y="0"/>
          <a:ext cx="0" cy="0"/>
          <a:chOff x="0" y="0"/>
          <a:chExt cx="0" cy="0"/>
        </a:xfrm>
      </p:grpSpPr>
      <p:sp>
        <p:nvSpPr>
          <p:cNvPr id="868" name="Google Shape;868;p82"/>
          <p:cNvSpPr/>
          <p:nvPr/>
        </p:nvSpPr>
        <p:spPr>
          <a:xfrm>
            <a:off x="4554300" y="0"/>
            <a:ext cx="4589700" cy="5143500"/>
          </a:xfrm>
          <a:prstGeom prst="rect">
            <a:avLst/>
          </a:prstGeom>
          <a:solidFill>
            <a:srgbClr val="F1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82"/>
          <p:cNvSpPr txBox="1"/>
          <p:nvPr/>
        </p:nvSpPr>
        <p:spPr>
          <a:xfrm>
            <a:off x="7934700" y="218775"/>
            <a:ext cx="1209300" cy="3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sp>
        <p:nvSpPr>
          <p:cNvPr id="870" name="Google Shape;870;p82"/>
          <p:cNvSpPr/>
          <p:nvPr/>
        </p:nvSpPr>
        <p:spPr>
          <a:xfrm>
            <a:off x="-22468" y="235365"/>
            <a:ext cx="57900" cy="4672800"/>
          </a:xfrm>
          <a:prstGeom prst="rect">
            <a:avLst/>
          </a:prstGeom>
          <a:solidFill>
            <a:srgbClr val="EA433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871" name="Google Shape;871;p82"/>
          <p:cNvSpPr txBox="1"/>
          <p:nvPr>
            <p:ph idx="1" type="body"/>
          </p:nvPr>
        </p:nvSpPr>
        <p:spPr>
          <a:xfrm>
            <a:off x="344501" y="2175900"/>
            <a:ext cx="2976600" cy="2046300"/>
          </a:xfrm>
          <a:prstGeom prst="rect">
            <a:avLst/>
          </a:prstGeom>
        </p:spPr>
        <p:txBody>
          <a:bodyPr anchorCtr="0" anchor="t" bIns="91425" lIns="91425" spcFirstLastPara="1" rIns="91425" wrap="square" tIns="91425">
            <a:noAutofit/>
          </a:bodyPr>
          <a:lstStyle>
            <a:lvl1pPr indent="-285750" lvl="0" marL="457200" marR="0" algn="l">
              <a:lnSpc>
                <a:spcPct val="260000"/>
              </a:lnSpc>
              <a:spcBef>
                <a:spcPts val="0"/>
              </a:spcBef>
              <a:spcAft>
                <a:spcPts val="0"/>
              </a:spcAft>
              <a:buSzPts val="900"/>
              <a:buChar char="●"/>
              <a:defRPr sz="1100">
                <a:solidFill>
                  <a:srgbClr val="5F6368"/>
                </a:solidFill>
              </a:defRPr>
            </a:lvl1pPr>
            <a:lvl2pPr indent="-285750" lvl="1" marL="914400" marR="0" algn="l">
              <a:lnSpc>
                <a:spcPct val="260000"/>
              </a:lnSpc>
              <a:spcBef>
                <a:spcPts val="0"/>
              </a:spcBef>
              <a:spcAft>
                <a:spcPts val="0"/>
              </a:spcAft>
              <a:buSzPts val="900"/>
              <a:buChar char="○"/>
              <a:defRPr sz="1100">
                <a:solidFill>
                  <a:srgbClr val="5F6368"/>
                </a:solidFill>
              </a:defRPr>
            </a:lvl2pPr>
            <a:lvl3pPr indent="-298450" lvl="2" marL="1371600">
              <a:lnSpc>
                <a:spcPct val="260000"/>
              </a:lnSpc>
              <a:spcBef>
                <a:spcPts val="0"/>
              </a:spcBef>
              <a:spcAft>
                <a:spcPts val="0"/>
              </a:spcAft>
              <a:buClr>
                <a:srgbClr val="5F6368"/>
              </a:buClr>
              <a:buSzPts val="1100"/>
              <a:buChar char="■"/>
              <a:defRPr sz="1100">
                <a:solidFill>
                  <a:srgbClr val="5F6368"/>
                </a:solidFill>
              </a:defRPr>
            </a:lvl3pPr>
            <a:lvl4pPr indent="-298450" lvl="3" marL="1828800">
              <a:lnSpc>
                <a:spcPct val="260000"/>
              </a:lnSpc>
              <a:spcBef>
                <a:spcPts val="0"/>
              </a:spcBef>
              <a:spcAft>
                <a:spcPts val="0"/>
              </a:spcAft>
              <a:buClr>
                <a:srgbClr val="5F6368"/>
              </a:buClr>
              <a:buSzPts val="1100"/>
              <a:buChar char="●"/>
              <a:defRPr sz="1100">
                <a:solidFill>
                  <a:srgbClr val="5F6368"/>
                </a:solidFill>
              </a:defRPr>
            </a:lvl4pPr>
            <a:lvl5pPr indent="-298450" lvl="4" marL="2286000">
              <a:lnSpc>
                <a:spcPct val="260000"/>
              </a:lnSpc>
              <a:spcBef>
                <a:spcPts val="0"/>
              </a:spcBef>
              <a:spcAft>
                <a:spcPts val="0"/>
              </a:spcAft>
              <a:buClr>
                <a:srgbClr val="5F6368"/>
              </a:buClr>
              <a:buSzPts val="1100"/>
              <a:buChar char="○"/>
              <a:defRPr sz="1100">
                <a:solidFill>
                  <a:srgbClr val="5F6368"/>
                </a:solidFill>
              </a:defRPr>
            </a:lvl5pPr>
            <a:lvl6pPr indent="-298450" lvl="5" marL="2743200">
              <a:lnSpc>
                <a:spcPct val="260000"/>
              </a:lnSpc>
              <a:spcBef>
                <a:spcPts val="0"/>
              </a:spcBef>
              <a:spcAft>
                <a:spcPts val="0"/>
              </a:spcAft>
              <a:buClr>
                <a:srgbClr val="5F6368"/>
              </a:buClr>
              <a:buSzPts val="1100"/>
              <a:buChar char="■"/>
              <a:defRPr sz="1100">
                <a:solidFill>
                  <a:srgbClr val="5F6368"/>
                </a:solidFill>
              </a:defRPr>
            </a:lvl6pPr>
            <a:lvl7pPr indent="-298450" lvl="6" marL="3200400">
              <a:lnSpc>
                <a:spcPct val="260000"/>
              </a:lnSpc>
              <a:spcBef>
                <a:spcPts val="0"/>
              </a:spcBef>
              <a:spcAft>
                <a:spcPts val="0"/>
              </a:spcAft>
              <a:buClr>
                <a:srgbClr val="5F6368"/>
              </a:buClr>
              <a:buSzPts val="1100"/>
              <a:buChar char="●"/>
              <a:defRPr sz="1100">
                <a:solidFill>
                  <a:srgbClr val="5F6368"/>
                </a:solidFill>
              </a:defRPr>
            </a:lvl7pPr>
            <a:lvl8pPr indent="-298450" lvl="7" marL="3657600">
              <a:lnSpc>
                <a:spcPct val="260000"/>
              </a:lnSpc>
              <a:spcBef>
                <a:spcPts val="0"/>
              </a:spcBef>
              <a:spcAft>
                <a:spcPts val="0"/>
              </a:spcAft>
              <a:buClr>
                <a:srgbClr val="5F6368"/>
              </a:buClr>
              <a:buSzPts val="1100"/>
              <a:buChar char="○"/>
              <a:defRPr sz="1100">
                <a:solidFill>
                  <a:srgbClr val="5F6368"/>
                </a:solidFill>
              </a:defRPr>
            </a:lvl8pPr>
            <a:lvl9pPr indent="-298450" lvl="8" marL="4114800">
              <a:lnSpc>
                <a:spcPct val="260000"/>
              </a:lnSpc>
              <a:spcBef>
                <a:spcPts val="0"/>
              </a:spcBef>
              <a:spcAft>
                <a:spcPts val="0"/>
              </a:spcAft>
              <a:buClr>
                <a:srgbClr val="5F6368"/>
              </a:buClr>
              <a:buSzPts val="1100"/>
              <a:buChar char="■"/>
              <a:defRPr sz="1100">
                <a:solidFill>
                  <a:srgbClr val="5F6368"/>
                </a:solidFill>
              </a:defRPr>
            </a:lvl9pPr>
          </a:lstStyle>
          <a:p/>
        </p:txBody>
      </p:sp>
      <p:sp>
        <p:nvSpPr>
          <p:cNvPr id="872" name="Google Shape;872;p82"/>
          <p:cNvSpPr txBox="1"/>
          <p:nvPr>
            <p:ph type="title"/>
          </p:nvPr>
        </p:nvSpPr>
        <p:spPr>
          <a:xfrm>
            <a:off x="344501" y="1365900"/>
            <a:ext cx="3864600" cy="414300"/>
          </a:xfrm>
          <a:prstGeom prst="rect">
            <a:avLst/>
          </a:prstGeom>
        </p:spPr>
        <p:txBody>
          <a:bodyPr anchorCtr="0" anchor="t" bIns="91425" lIns="91425" spcFirstLastPara="1" rIns="91425" wrap="square" tIns="91425">
            <a:noAutofit/>
          </a:bodyPr>
          <a:lstStyle>
            <a:lvl1pPr indent="0" lvl="0" marL="0" marR="0" algn="l">
              <a:lnSpc>
                <a:spcPct val="90000"/>
              </a:lnSpc>
              <a:spcBef>
                <a:spcPts val="0"/>
              </a:spcBef>
              <a:spcAft>
                <a:spcPts val="0"/>
              </a:spcAft>
              <a:buClr>
                <a:schemeClr val="dk1"/>
              </a:buClr>
              <a:buSzPts val="1100"/>
              <a:buFont typeface="Arial"/>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73" name="Google Shape;873;p82"/>
          <p:cNvSpPr txBox="1"/>
          <p:nvPr>
            <p:ph idx="2" type="body"/>
          </p:nvPr>
        </p:nvSpPr>
        <p:spPr>
          <a:xfrm>
            <a:off x="344501" y="4743625"/>
            <a:ext cx="4345800" cy="375600"/>
          </a:xfrm>
          <a:prstGeom prst="rect">
            <a:avLst/>
          </a:prstGeom>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0000"/>
              </a:buClr>
              <a:buSzPts val="1100"/>
              <a:buFont typeface="Arial"/>
              <a:buNone/>
              <a:defRPr sz="600">
                <a:solidFill>
                  <a:srgbClr val="D5D5D5"/>
                </a:solidFill>
              </a:defRPr>
            </a:lvl1pPr>
            <a:lvl2pPr indent="-228600" lvl="1" marL="914400" marR="0" algn="l">
              <a:lnSpc>
                <a:spcPct val="100000"/>
              </a:lnSpc>
              <a:spcBef>
                <a:spcPts val="0"/>
              </a:spcBef>
              <a:spcAft>
                <a:spcPts val="0"/>
              </a:spcAft>
              <a:buClr>
                <a:srgbClr val="000000"/>
              </a:buClr>
              <a:buSzPts val="1100"/>
              <a:buFont typeface="Arial"/>
              <a:buNone/>
              <a:defRPr sz="600">
                <a:solidFill>
                  <a:srgbClr val="D5D5D5"/>
                </a:solidFill>
              </a:defRPr>
            </a:lvl2pPr>
            <a:lvl3pPr indent="-228600" lvl="2" marL="1371600" marR="0" algn="l">
              <a:lnSpc>
                <a:spcPct val="100000"/>
              </a:lnSpc>
              <a:spcBef>
                <a:spcPts val="0"/>
              </a:spcBef>
              <a:spcAft>
                <a:spcPts val="0"/>
              </a:spcAft>
              <a:buClr>
                <a:srgbClr val="000000"/>
              </a:buClr>
              <a:buSzPts val="1100"/>
              <a:buFont typeface="Arial"/>
              <a:buNone/>
              <a:defRPr sz="600">
                <a:solidFill>
                  <a:srgbClr val="D5D5D5"/>
                </a:solidFill>
              </a:defRPr>
            </a:lvl3pPr>
            <a:lvl4pPr indent="-228600" lvl="3" marL="1828800" marR="0" algn="l">
              <a:lnSpc>
                <a:spcPct val="100000"/>
              </a:lnSpc>
              <a:spcBef>
                <a:spcPts val="0"/>
              </a:spcBef>
              <a:spcAft>
                <a:spcPts val="0"/>
              </a:spcAft>
              <a:buClr>
                <a:srgbClr val="000000"/>
              </a:buClr>
              <a:buSzPts val="1100"/>
              <a:buFont typeface="Arial"/>
              <a:buNone/>
              <a:defRPr sz="600">
                <a:solidFill>
                  <a:srgbClr val="D5D5D5"/>
                </a:solidFill>
              </a:defRPr>
            </a:lvl4pPr>
            <a:lvl5pPr indent="-228600" lvl="4" marL="2286000" marR="0" algn="l">
              <a:lnSpc>
                <a:spcPct val="100000"/>
              </a:lnSpc>
              <a:spcBef>
                <a:spcPts val="0"/>
              </a:spcBef>
              <a:spcAft>
                <a:spcPts val="0"/>
              </a:spcAft>
              <a:buClr>
                <a:srgbClr val="000000"/>
              </a:buClr>
              <a:buSzPts val="1100"/>
              <a:buFont typeface="Arial"/>
              <a:buNone/>
              <a:defRPr sz="600">
                <a:solidFill>
                  <a:srgbClr val="D5D5D5"/>
                </a:solidFill>
              </a:defRPr>
            </a:lvl5pPr>
            <a:lvl6pPr indent="-228600" lvl="5" marL="2743200" marR="0" algn="l">
              <a:lnSpc>
                <a:spcPct val="100000"/>
              </a:lnSpc>
              <a:spcBef>
                <a:spcPts val="0"/>
              </a:spcBef>
              <a:spcAft>
                <a:spcPts val="0"/>
              </a:spcAft>
              <a:buClr>
                <a:srgbClr val="000000"/>
              </a:buClr>
              <a:buSzPts val="1100"/>
              <a:buFont typeface="Arial"/>
              <a:buNone/>
              <a:defRPr sz="600">
                <a:solidFill>
                  <a:srgbClr val="D5D5D5"/>
                </a:solidFill>
              </a:defRPr>
            </a:lvl6pPr>
            <a:lvl7pPr indent="-228600" lvl="6" marL="3200400" marR="0" algn="l">
              <a:lnSpc>
                <a:spcPct val="100000"/>
              </a:lnSpc>
              <a:spcBef>
                <a:spcPts val="0"/>
              </a:spcBef>
              <a:spcAft>
                <a:spcPts val="0"/>
              </a:spcAft>
              <a:buClr>
                <a:srgbClr val="000000"/>
              </a:buClr>
              <a:buSzPts val="1100"/>
              <a:buFont typeface="Arial"/>
              <a:buNone/>
              <a:defRPr sz="600">
                <a:solidFill>
                  <a:srgbClr val="D5D5D5"/>
                </a:solidFill>
              </a:defRPr>
            </a:lvl7pPr>
            <a:lvl8pPr indent="-228600" lvl="7" marL="3657600" marR="0" algn="l">
              <a:lnSpc>
                <a:spcPct val="100000"/>
              </a:lnSpc>
              <a:spcBef>
                <a:spcPts val="0"/>
              </a:spcBef>
              <a:spcAft>
                <a:spcPts val="0"/>
              </a:spcAft>
              <a:buClr>
                <a:srgbClr val="000000"/>
              </a:buClr>
              <a:buSzPts val="1100"/>
              <a:buFont typeface="Arial"/>
              <a:buNone/>
              <a:defRPr sz="600">
                <a:solidFill>
                  <a:srgbClr val="D5D5D5"/>
                </a:solidFill>
              </a:defRPr>
            </a:lvl8pPr>
            <a:lvl9pPr indent="-228600" lvl="8" marL="4114800" marR="0" algn="l">
              <a:lnSpc>
                <a:spcPct val="100000"/>
              </a:lnSpc>
              <a:spcBef>
                <a:spcPts val="0"/>
              </a:spcBef>
              <a:spcAft>
                <a:spcPts val="0"/>
              </a:spcAft>
              <a:buClr>
                <a:srgbClr val="000000"/>
              </a:buClr>
              <a:buSzPts val="1100"/>
              <a:buFont typeface="Arial"/>
              <a:buNone/>
              <a:defRPr sz="600">
                <a:solidFill>
                  <a:srgbClr val="D5D5D5"/>
                </a:solidFill>
              </a:defRPr>
            </a:lvl9pPr>
          </a:lstStyle>
          <a:p/>
        </p:txBody>
      </p:sp>
      <p:grpSp>
        <p:nvGrpSpPr>
          <p:cNvPr id="874" name="Google Shape;874;p82"/>
          <p:cNvGrpSpPr/>
          <p:nvPr/>
        </p:nvGrpSpPr>
        <p:grpSpPr>
          <a:xfrm>
            <a:off x="8469122" y="4803781"/>
            <a:ext cx="420491" cy="137010"/>
            <a:chOff x="0" y="0"/>
            <a:chExt cx="2077525" cy="676925"/>
          </a:xfrm>
        </p:grpSpPr>
        <p:sp>
          <p:nvSpPr>
            <p:cNvPr id="875" name="Google Shape;875;p82"/>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76" name="Google Shape;876;p82"/>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77" name="Google Shape;877;p82"/>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78" name="Google Shape;878;p82"/>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79" name="Google Shape;879;p82"/>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80" name="Google Shape;880;p82"/>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ogle Ads Cover Slide">
  <p:cSld name="CUSTOM_3">
    <p:spTree>
      <p:nvGrpSpPr>
        <p:cNvPr id="881" name="Shape 881"/>
        <p:cNvGrpSpPr/>
        <p:nvPr/>
      </p:nvGrpSpPr>
      <p:grpSpPr>
        <a:xfrm>
          <a:off x="0" y="0"/>
          <a:ext cx="0" cy="0"/>
          <a:chOff x="0" y="0"/>
          <a:chExt cx="0" cy="0"/>
        </a:xfrm>
      </p:grpSpPr>
      <p:pic>
        <p:nvPicPr>
          <p:cNvPr id="882" name="Google Shape;882;p83"/>
          <p:cNvPicPr preferRelativeResize="0"/>
          <p:nvPr/>
        </p:nvPicPr>
        <p:blipFill rotWithShape="1">
          <a:blip r:embed="rId2">
            <a:alphaModFix/>
          </a:blip>
          <a:srcRect b="0" l="0" r="0" t="0"/>
          <a:stretch/>
        </p:blipFill>
        <p:spPr>
          <a:xfrm>
            <a:off x="522575" y="319550"/>
            <a:ext cx="1172075" cy="239400"/>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ogle Marketing Platform Cover Slide">
  <p:cSld name="CUSTOM_2_2">
    <p:spTree>
      <p:nvGrpSpPr>
        <p:cNvPr id="883" name="Shape 883"/>
        <p:cNvGrpSpPr/>
        <p:nvPr/>
      </p:nvGrpSpPr>
      <p:grpSpPr>
        <a:xfrm>
          <a:off x="0" y="0"/>
          <a:ext cx="0" cy="0"/>
          <a:chOff x="0" y="0"/>
          <a:chExt cx="0" cy="0"/>
        </a:xfrm>
      </p:grpSpPr>
      <p:pic>
        <p:nvPicPr>
          <p:cNvPr id="884" name="Google Shape;884;p84"/>
          <p:cNvPicPr preferRelativeResize="0"/>
          <p:nvPr/>
        </p:nvPicPr>
        <p:blipFill rotWithShape="1">
          <a:blip r:embed="rId2">
            <a:alphaModFix/>
          </a:blip>
          <a:srcRect b="0" l="0" r="0" t="0"/>
          <a:stretch/>
        </p:blipFill>
        <p:spPr>
          <a:xfrm>
            <a:off x="522575" y="319550"/>
            <a:ext cx="2656675" cy="239400"/>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ogle Ad Manager Cover Slide">
  <p:cSld name="CUSTOM_2_2_1">
    <p:spTree>
      <p:nvGrpSpPr>
        <p:cNvPr id="885" name="Shape 885"/>
        <p:cNvGrpSpPr/>
        <p:nvPr/>
      </p:nvGrpSpPr>
      <p:grpSpPr>
        <a:xfrm>
          <a:off x="0" y="0"/>
          <a:ext cx="0" cy="0"/>
          <a:chOff x="0" y="0"/>
          <a:chExt cx="0" cy="0"/>
        </a:xfrm>
      </p:grpSpPr>
      <p:pic>
        <p:nvPicPr>
          <p:cNvPr id="886" name="Google Shape;886;p85"/>
          <p:cNvPicPr preferRelativeResize="0"/>
          <p:nvPr/>
        </p:nvPicPr>
        <p:blipFill>
          <a:blip r:embed="rId2">
            <a:alphaModFix/>
          </a:blip>
          <a:stretch>
            <a:fillRect/>
          </a:stretch>
        </p:blipFill>
        <p:spPr>
          <a:xfrm>
            <a:off x="490361" y="245475"/>
            <a:ext cx="2041351" cy="340800"/>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p:cSld name="TITLE_2_2_1_2">
    <p:spTree>
      <p:nvGrpSpPr>
        <p:cNvPr id="887" name="Shape 887"/>
        <p:cNvGrpSpPr/>
        <p:nvPr/>
      </p:nvGrpSpPr>
      <p:grpSpPr>
        <a:xfrm>
          <a:off x="0" y="0"/>
          <a:ext cx="0" cy="0"/>
          <a:chOff x="0" y="0"/>
          <a:chExt cx="0" cy="0"/>
        </a:xfrm>
      </p:grpSpPr>
      <p:sp>
        <p:nvSpPr>
          <p:cNvPr id="888" name="Google Shape;888;p86"/>
          <p:cNvSpPr txBox="1"/>
          <p:nvPr>
            <p:ph type="ctrTitle"/>
          </p:nvPr>
        </p:nvSpPr>
        <p:spPr>
          <a:xfrm>
            <a:off x="293408" y="1243584"/>
            <a:ext cx="8485500" cy="2045700"/>
          </a:xfrm>
          <a:prstGeom prst="rect">
            <a:avLst/>
          </a:prstGeom>
        </p:spPr>
        <p:txBody>
          <a:bodyPr anchorCtr="0" anchor="ctr" bIns="91425" lIns="91425" spcFirstLastPara="1" rIns="91425" wrap="square" tIns="91425">
            <a:noAutofit/>
          </a:bodyPr>
          <a:lstStyle>
            <a:lvl1pPr lvl="0">
              <a:lnSpc>
                <a:spcPct val="88000"/>
              </a:lnSpc>
              <a:spcBef>
                <a:spcPts val="0"/>
              </a:spcBef>
              <a:spcAft>
                <a:spcPts val="0"/>
              </a:spcAft>
              <a:buSzPts val="9600"/>
              <a:buFont typeface="Google Sans Medium"/>
              <a:buNone/>
              <a:defRPr sz="9600">
                <a:latin typeface="Google Sans Medium"/>
                <a:ea typeface="Google Sans Medium"/>
                <a:cs typeface="Google Sans Medium"/>
                <a:sym typeface="Google Sans Medium"/>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p:txBody>
      </p:sp>
      <p:sp>
        <p:nvSpPr>
          <p:cNvPr id="889" name="Google Shape;889;p86"/>
          <p:cNvSpPr txBox="1"/>
          <p:nvPr>
            <p:ph idx="1" type="subTitle"/>
          </p:nvPr>
        </p:nvSpPr>
        <p:spPr>
          <a:xfrm>
            <a:off x="293408" y="3520440"/>
            <a:ext cx="8520600" cy="792600"/>
          </a:xfrm>
          <a:prstGeom prst="rect">
            <a:avLst/>
          </a:prstGeom>
        </p:spPr>
        <p:txBody>
          <a:bodyPr anchorCtr="0" anchor="t" bIns="91425" lIns="91425" spcFirstLastPara="1" rIns="91425" wrap="square" tIns="91425">
            <a:noAutofit/>
          </a:bodyPr>
          <a:lstStyle>
            <a:lvl1pPr lvl="0">
              <a:lnSpc>
                <a:spcPct val="100000"/>
              </a:lnSpc>
              <a:spcBef>
                <a:spcPts val="2200"/>
              </a:spcBef>
              <a:spcAft>
                <a:spcPts val="0"/>
              </a:spcAft>
              <a:buClr>
                <a:srgbClr val="55624C"/>
              </a:buClr>
              <a:buSzPts val="3400"/>
              <a:buFont typeface="Google Sans"/>
              <a:buNone/>
              <a:defRPr sz="3400">
                <a:solidFill>
                  <a:srgbClr val="55624C"/>
                </a:solidFill>
                <a:latin typeface="Google Sans"/>
                <a:ea typeface="Google Sans"/>
                <a:cs typeface="Google Sans"/>
                <a:sym typeface="Google Sans"/>
              </a:defRPr>
            </a:lvl1pPr>
            <a:lvl2pPr lvl="1">
              <a:lnSpc>
                <a:spcPct val="100000"/>
              </a:lnSpc>
              <a:spcBef>
                <a:spcPts val="2200"/>
              </a:spcBef>
              <a:spcAft>
                <a:spcPts val="0"/>
              </a:spcAft>
              <a:buSzPts val="2400"/>
              <a:buNone/>
              <a:defRPr sz="2400"/>
            </a:lvl2pPr>
            <a:lvl3pPr lvl="2">
              <a:lnSpc>
                <a:spcPct val="100000"/>
              </a:lnSpc>
              <a:spcBef>
                <a:spcPts val="2200"/>
              </a:spcBef>
              <a:spcAft>
                <a:spcPts val="0"/>
              </a:spcAft>
              <a:buSzPts val="2400"/>
              <a:buNone/>
              <a:defRPr sz="2400"/>
            </a:lvl3pPr>
            <a:lvl4pPr lvl="3">
              <a:lnSpc>
                <a:spcPct val="100000"/>
              </a:lnSpc>
              <a:spcBef>
                <a:spcPts val="2200"/>
              </a:spcBef>
              <a:spcAft>
                <a:spcPts val="0"/>
              </a:spcAft>
              <a:buSzPts val="2400"/>
              <a:buNone/>
              <a:defRPr sz="2400"/>
            </a:lvl4pPr>
            <a:lvl5pPr lvl="4">
              <a:lnSpc>
                <a:spcPct val="100000"/>
              </a:lnSpc>
              <a:spcBef>
                <a:spcPts val="2200"/>
              </a:spcBef>
              <a:spcAft>
                <a:spcPts val="0"/>
              </a:spcAft>
              <a:buSzPts val="2400"/>
              <a:buNone/>
              <a:defRPr sz="2400"/>
            </a:lvl5pPr>
            <a:lvl6pPr lvl="5">
              <a:lnSpc>
                <a:spcPct val="100000"/>
              </a:lnSpc>
              <a:spcBef>
                <a:spcPts val="2200"/>
              </a:spcBef>
              <a:spcAft>
                <a:spcPts val="0"/>
              </a:spcAft>
              <a:buSzPts val="2400"/>
              <a:buNone/>
              <a:defRPr sz="2400"/>
            </a:lvl6pPr>
            <a:lvl7pPr lvl="6">
              <a:lnSpc>
                <a:spcPct val="100000"/>
              </a:lnSpc>
              <a:spcBef>
                <a:spcPts val="2200"/>
              </a:spcBef>
              <a:spcAft>
                <a:spcPts val="0"/>
              </a:spcAft>
              <a:buSzPts val="2400"/>
              <a:buNone/>
              <a:defRPr sz="2400"/>
            </a:lvl7pPr>
            <a:lvl8pPr lvl="7">
              <a:lnSpc>
                <a:spcPct val="100000"/>
              </a:lnSpc>
              <a:spcBef>
                <a:spcPts val="2200"/>
              </a:spcBef>
              <a:spcAft>
                <a:spcPts val="0"/>
              </a:spcAft>
              <a:buSzPts val="2400"/>
              <a:buNone/>
              <a:defRPr sz="2400"/>
            </a:lvl8pPr>
            <a:lvl9pPr lvl="8">
              <a:lnSpc>
                <a:spcPct val="100000"/>
              </a:lnSpc>
              <a:spcBef>
                <a:spcPts val="2200"/>
              </a:spcBef>
              <a:spcAft>
                <a:spcPts val="0"/>
              </a:spcAft>
              <a:buSzPts val="2400"/>
              <a:buNone/>
              <a:defRPr sz="2400"/>
            </a:lvl9pPr>
          </a:lstStyle>
          <a:p/>
        </p:txBody>
      </p:sp>
      <p:sp>
        <p:nvSpPr>
          <p:cNvPr id="890" name="Google Shape;890;p86"/>
          <p:cNvSpPr txBox="1"/>
          <p:nvPr>
            <p:ph idx="2" type="subTitle"/>
          </p:nvPr>
        </p:nvSpPr>
        <p:spPr>
          <a:xfrm>
            <a:off x="292602" y="4581025"/>
            <a:ext cx="1638900" cy="359400"/>
          </a:xfrm>
          <a:prstGeom prst="rect">
            <a:avLst/>
          </a:prstGeom>
        </p:spPr>
        <p:txBody>
          <a:bodyPr anchorCtr="0" anchor="t" bIns="91425" lIns="91425" spcFirstLastPara="1" rIns="91425" wrap="square" tIns="91425">
            <a:noAutofit/>
          </a:bodyPr>
          <a:lstStyle>
            <a:lvl1pPr lvl="0">
              <a:lnSpc>
                <a:spcPct val="100000"/>
              </a:lnSpc>
              <a:spcBef>
                <a:spcPts val="2200"/>
              </a:spcBef>
              <a:spcAft>
                <a:spcPts val="0"/>
              </a:spcAft>
              <a:buClr>
                <a:srgbClr val="434343"/>
              </a:buClr>
              <a:buSzPts val="800"/>
              <a:buNone/>
              <a:defRPr sz="800">
                <a:solidFill>
                  <a:srgbClr val="434343"/>
                </a:solidFill>
              </a:defRPr>
            </a:lvl1pPr>
            <a:lvl2pPr lvl="1">
              <a:lnSpc>
                <a:spcPct val="100000"/>
              </a:lnSpc>
              <a:spcBef>
                <a:spcPts val="2200"/>
              </a:spcBef>
              <a:spcAft>
                <a:spcPts val="0"/>
              </a:spcAft>
              <a:buClr>
                <a:srgbClr val="434343"/>
              </a:buClr>
              <a:buSzPts val="800"/>
              <a:buNone/>
              <a:defRPr sz="800">
                <a:solidFill>
                  <a:srgbClr val="434343"/>
                </a:solidFill>
              </a:defRPr>
            </a:lvl2pPr>
            <a:lvl3pPr lvl="2">
              <a:lnSpc>
                <a:spcPct val="100000"/>
              </a:lnSpc>
              <a:spcBef>
                <a:spcPts val="2200"/>
              </a:spcBef>
              <a:spcAft>
                <a:spcPts val="0"/>
              </a:spcAft>
              <a:buClr>
                <a:srgbClr val="434343"/>
              </a:buClr>
              <a:buSzPts val="800"/>
              <a:buNone/>
              <a:defRPr sz="800">
                <a:solidFill>
                  <a:srgbClr val="434343"/>
                </a:solidFill>
              </a:defRPr>
            </a:lvl3pPr>
            <a:lvl4pPr lvl="3">
              <a:lnSpc>
                <a:spcPct val="100000"/>
              </a:lnSpc>
              <a:spcBef>
                <a:spcPts val="2200"/>
              </a:spcBef>
              <a:spcAft>
                <a:spcPts val="0"/>
              </a:spcAft>
              <a:buClr>
                <a:srgbClr val="434343"/>
              </a:buClr>
              <a:buSzPts val="800"/>
              <a:buNone/>
              <a:defRPr sz="800">
                <a:solidFill>
                  <a:srgbClr val="434343"/>
                </a:solidFill>
              </a:defRPr>
            </a:lvl4pPr>
            <a:lvl5pPr lvl="4">
              <a:lnSpc>
                <a:spcPct val="100000"/>
              </a:lnSpc>
              <a:spcBef>
                <a:spcPts val="2200"/>
              </a:spcBef>
              <a:spcAft>
                <a:spcPts val="0"/>
              </a:spcAft>
              <a:buClr>
                <a:srgbClr val="434343"/>
              </a:buClr>
              <a:buSzPts val="800"/>
              <a:buNone/>
              <a:defRPr sz="800">
                <a:solidFill>
                  <a:srgbClr val="434343"/>
                </a:solidFill>
              </a:defRPr>
            </a:lvl5pPr>
            <a:lvl6pPr lvl="5">
              <a:lnSpc>
                <a:spcPct val="100000"/>
              </a:lnSpc>
              <a:spcBef>
                <a:spcPts val="2200"/>
              </a:spcBef>
              <a:spcAft>
                <a:spcPts val="0"/>
              </a:spcAft>
              <a:buClr>
                <a:srgbClr val="434343"/>
              </a:buClr>
              <a:buSzPts val="800"/>
              <a:buNone/>
              <a:defRPr sz="800">
                <a:solidFill>
                  <a:srgbClr val="434343"/>
                </a:solidFill>
              </a:defRPr>
            </a:lvl6pPr>
            <a:lvl7pPr lvl="6">
              <a:lnSpc>
                <a:spcPct val="100000"/>
              </a:lnSpc>
              <a:spcBef>
                <a:spcPts val="2200"/>
              </a:spcBef>
              <a:spcAft>
                <a:spcPts val="0"/>
              </a:spcAft>
              <a:buClr>
                <a:srgbClr val="434343"/>
              </a:buClr>
              <a:buSzPts val="800"/>
              <a:buNone/>
              <a:defRPr sz="800">
                <a:solidFill>
                  <a:srgbClr val="434343"/>
                </a:solidFill>
              </a:defRPr>
            </a:lvl7pPr>
            <a:lvl8pPr lvl="7">
              <a:lnSpc>
                <a:spcPct val="100000"/>
              </a:lnSpc>
              <a:spcBef>
                <a:spcPts val="2200"/>
              </a:spcBef>
              <a:spcAft>
                <a:spcPts val="0"/>
              </a:spcAft>
              <a:buClr>
                <a:srgbClr val="434343"/>
              </a:buClr>
              <a:buSzPts val="800"/>
              <a:buNone/>
              <a:defRPr sz="800">
                <a:solidFill>
                  <a:srgbClr val="434343"/>
                </a:solidFill>
              </a:defRPr>
            </a:lvl8pPr>
            <a:lvl9pPr lvl="8">
              <a:lnSpc>
                <a:spcPct val="100000"/>
              </a:lnSpc>
              <a:spcBef>
                <a:spcPts val="2200"/>
              </a:spcBef>
              <a:spcAft>
                <a:spcPts val="0"/>
              </a:spcAft>
              <a:buClr>
                <a:srgbClr val="434343"/>
              </a:buClr>
              <a:buSzPts val="800"/>
              <a:buNone/>
              <a:defRPr sz="800">
                <a:solidFill>
                  <a:srgbClr val="434343"/>
                </a:solidFill>
              </a:defRPr>
            </a:lvl9pPr>
          </a:lstStyle>
          <a:p/>
        </p:txBody>
      </p:sp>
      <p:sp>
        <p:nvSpPr>
          <p:cNvPr id="891" name="Google Shape;891;p86"/>
          <p:cNvSpPr txBox="1"/>
          <p:nvPr>
            <p:ph idx="3" type="subTitle"/>
          </p:nvPr>
        </p:nvSpPr>
        <p:spPr>
          <a:xfrm>
            <a:off x="2236002" y="4581025"/>
            <a:ext cx="1638900" cy="359400"/>
          </a:xfrm>
          <a:prstGeom prst="rect">
            <a:avLst/>
          </a:prstGeom>
        </p:spPr>
        <p:txBody>
          <a:bodyPr anchorCtr="0" anchor="t" bIns="91425" lIns="91425" spcFirstLastPara="1" rIns="91425" wrap="square" tIns="91425">
            <a:noAutofit/>
          </a:bodyPr>
          <a:lstStyle>
            <a:lvl1pPr lvl="0">
              <a:lnSpc>
                <a:spcPct val="100000"/>
              </a:lnSpc>
              <a:spcBef>
                <a:spcPts val="2200"/>
              </a:spcBef>
              <a:spcAft>
                <a:spcPts val="0"/>
              </a:spcAft>
              <a:buClr>
                <a:srgbClr val="434343"/>
              </a:buClr>
              <a:buSzPts val="800"/>
              <a:buNone/>
              <a:defRPr sz="800">
                <a:solidFill>
                  <a:srgbClr val="434343"/>
                </a:solidFill>
              </a:defRPr>
            </a:lvl1pPr>
            <a:lvl2pPr lvl="1">
              <a:lnSpc>
                <a:spcPct val="100000"/>
              </a:lnSpc>
              <a:spcBef>
                <a:spcPts val="2200"/>
              </a:spcBef>
              <a:spcAft>
                <a:spcPts val="0"/>
              </a:spcAft>
              <a:buClr>
                <a:srgbClr val="434343"/>
              </a:buClr>
              <a:buSzPts val="800"/>
              <a:buNone/>
              <a:defRPr sz="800">
                <a:solidFill>
                  <a:srgbClr val="434343"/>
                </a:solidFill>
              </a:defRPr>
            </a:lvl2pPr>
            <a:lvl3pPr lvl="2">
              <a:lnSpc>
                <a:spcPct val="100000"/>
              </a:lnSpc>
              <a:spcBef>
                <a:spcPts val="2200"/>
              </a:spcBef>
              <a:spcAft>
                <a:spcPts val="0"/>
              </a:spcAft>
              <a:buClr>
                <a:srgbClr val="434343"/>
              </a:buClr>
              <a:buSzPts val="800"/>
              <a:buNone/>
              <a:defRPr sz="800">
                <a:solidFill>
                  <a:srgbClr val="434343"/>
                </a:solidFill>
              </a:defRPr>
            </a:lvl3pPr>
            <a:lvl4pPr lvl="3">
              <a:lnSpc>
                <a:spcPct val="100000"/>
              </a:lnSpc>
              <a:spcBef>
                <a:spcPts val="2200"/>
              </a:spcBef>
              <a:spcAft>
                <a:spcPts val="0"/>
              </a:spcAft>
              <a:buClr>
                <a:srgbClr val="434343"/>
              </a:buClr>
              <a:buSzPts val="800"/>
              <a:buNone/>
              <a:defRPr sz="800">
                <a:solidFill>
                  <a:srgbClr val="434343"/>
                </a:solidFill>
              </a:defRPr>
            </a:lvl4pPr>
            <a:lvl5pPr lvl="4">
              <a:lnSpc>
                <a:spcPct val="100000"/>
              </a:lnSpc>
              <a:spcBef>
                <a:spcPts val="2200"/>
              </a:spcBef>
              <a:spcAft>
                <a:spcPts val="0"/>
              </a:spcAft>
              <a:buClr>
                <a:srgbClr val="434343"/>
              </a:buClr>
              <a:buSzPts val="800"/>
              <a:buNone/>
              <a:defRPr sz="800">
                <a:solidFill>
                  <a:srgbClr val="434343"/>
                </a:solidFill>
              </a:defRPr>
            </a:lvl5pPr>
            <a:lvl6pPr lvl="5">
              <a:lnSpc>
                <a:spcPct val="100000"/>
              </a:lnSpc>
              <a:spcBef>
                <a:spcPts val="2200"/>
              </a:spcBef>
              <a:spcAft>
                <a:spcPts val="0"/>
              </a:spcAft>
              <a:buClr>
                <a:srgbClr val="434343"/>
              </a:buClr>
              <a:buSzPts val="800"/>
              <a:buNone/>
              <a:defRPr sz="800">
                <a:solidFill>
                  <a:srgbClr val="434343"/>
                </a:solidFill>
              </a:defRPr>
            </a:lvl6pPr>
            <a:lvl7pPr lvl="6">
              <a:lnSpc>
                <a:spcPct val="100000"/>
              </a:lnSpc>
              <a:spcBef>
                <a:spcPts val="2200"/>
              </a:spcBef>
              <a:spcAft>
                <a:spcPts val="0"/>
              </a:spcAft>
              <a:buClr>
                <a:srgbClr val="434343"/>
              </a:buClr>
              <a:buSzPts val="800"/>
              <a:buNone/>
              <a:defRPr sz="800">
                <a:solidFill>
                  <a:srgbClr val="434343"/>
                </a:solidFill>
              </a:defRPr>
            </a:lvl7pPr>
            <a:lvl8pPr lvl="7">
              <a:lnSpc>
                <a:spcPct val="100000"/>
              </a:lnSpc>
              <a:spcBef>
                <a:spcPts val="2200"/>
              </a:spcBef>
              <a:spcAft>
                <a:spcPts val="0"/>
              </a:spcAft>
              <a:buClr>
                <a:srgbClr val="434343"/>
              </a:buClr>
              <a:buSzPts val="800"/>
              <a:buNone/>
              <a:defRPr sz="800">
                <a:solidFill>
                  <a:srgbClr val="434343"/>
                </a:solidFill>
              </a:defRPr>
            </a:lvl8pPr>
            <a:lvl9pPr lvl="8">
              <a:lnSpc>
                <a:spcPct val="100000"/>
              </a:lnSpc>
              <a:spcBef>
                <a:spcPts val="2200"/>
              </a:spcBef>
              <a:spcAft>
                <a:spcPts val="0"/>
              </a:spcAft>
              <a:buClr>
                <a:srgbClr val="434343"/>
              </a:buClr>
              <a:buSzPts val="800"/>
              <a:buNone/>
              <a:defRPr sz="800">
                <a:solidFill>
                  <a:srgbClr val="434343"/>
                </a:solidFill>
              </a:defRPr>
            </a:lvl9pPr>
          </a:lstStyle>
          <a:p/>
        </p:txBody>
      </p:sp>
      <p:sp>
        <p:nvSpPr>
          <p:cNvPr id="892" name="Google Shape;892;p86"/>
          <p:cNvSpPr txBox="1"/>
          <p:nvPr>
            <p:ph idx="4" type="subTitle"/>
          </p:nvPr>
        </p:nvSpPr>
        <p:spPr>
          <a:xfrm>
            <a:off x="4179402" y="4581025"/>
            <a:ext cx="1638900" cy="359400"/>
          </a:xfrm>
          <a:prstGeom prst="rect">
            <a:avLst/>
          </a:prstGeom>
        </p:spPr>
        <p:txBody>
          <a:bodyPr anchorCtr="0" anchor="t" bIns="91425" lIns="91425" spcFirstLastPara="1" rIns="91425" wrap="square" tIns="91425">
            <a:noAutofit/>
          </a:bodyPr>
          <a:lstStyle>
            <a:lvl1pPr lvl="0">
              <a:lnSpc>
                <a:spcPct val="100000"/>
              </a:lnSpc>
              <a:spcBef>
                <a:spcPts val="2200"/>
              </a:spcBef>
              <a:spcAft>
                <a:spcPts val="0"/>
              </a:spcAft>
              <a:buClr>
                <a:srgbClr val="434343"/>
              </a:buClr>
              <a:buSzPts val="800"/>
              <a:buNone/>
              <a:defRPr sz="800">
                <a:solidFill>
                  <a:srgbClr val="434343"/>
                </a:solidFill>
              </a:defRPr>
            </a:lvl1pPr>
            <a:lvl2pPr lvl="1">
              <a:lnSpc>
                <a:spcPct val="100000"/>
              </a:lnSpc>
              <a:spcBef>
                <a:spcPts val="2200"/>
              </a:spcBef>
              <a:spcAft>
                <a:spcPts val="0"/>
              </a:spcAft>
              <a:buClr>
                <a:srgbClr val="434343"/>
              </a:buClr>
              <a:buSzPts val="800"/>
              <a:buNone/>
              <a:defRPr sz="800">
                <a:solidFill>
                  <a:srgbClr val="434343"/>
                </a:solidFill>
              </a:defRPr>
            </a:lvl2pPr>
            <a:lvl3pPr lvl="2">
              <a:lnSpc>
                <a:spcPct val="100000"/>
              </a:lnSpc>
              <a:spcBef>
                <a:spcPts val="2200"/>
              </a:spcBef>
              <a:spcAft>
                <a:spcPts val="0"/>
              </a:spcAft>
              <a:buClr>
                <a:srgbClr val="434343"/>
              </a:buClr>
              <a:buSzPts val="800"/>
              <a:buNone/>
              <a:defRPr sz="800">
                <a:solidFill>
                  <a:srgbClr val="434343"/>
                </a:solidFill>
              </a:defRPr>
            </a:lvl3pPr>
            <a:lvl4pPr lvl="3">
              <a:lnSpc>
                <a:spcPct val="100000"/>
              </a:lnSpc>
              <a:spcBef>
                <a:spcPts val="2200"/>
              </a:spcBef>
              <a:spcAft>
                <a:spcPts val="0"/>
              </a:spcAft>
              <a:buClr>
                <a:srgbClr val="434343"/>
              </a:buClr>
              <a:buSzPts val="800"/>
              <a:buNone/>
              <a:defRPr sz="800">
                <a:solidFill>
                  <a:srgbClr val="434343"/>
                </a:solidFill>
              </a:defRPr>
            </a:lvl4pPr>
            <a:lvl5pPr lvl="4">
              <a:lnSpc>
                <a:spcPct val="100000"/>
              </a:lnSpc>
              <a:spcBef>
                <a:spcPts val="2200"/>
              </a:spcBef>
              <a:spcAft>
                <a:spcPts val="0"/>
              </a:spcAft>
              <a:buClr>
                <a:srgbClr val="434343"/>
              </a:buClr>
              <a:buSzPts val="800"/>
              <a:buNone/>
              <a:defRPr sz="800">
                <a:solidFill>
                  <a:srgbClr val="434343"/>
                </a:solidFill>
              </a:defRPr>
            </a:lvl5pPr>
            <a:lvl6pPr lvl="5">
              <a:lnSpc>
                <a:spcPct val="100000"/>
              </a:lnSpc>
              <a:spcBef>
                <a:spcPts val="2200"/>
              </a:spcBef>
              <a:spcAft>
                <a:spcPts val="0"/>
              </a:spcAft>
              <a:buClr>
                <a:srgbClr val="434343"/>
              </a:buClr>
              <a:buSzPts val="800"/>
              <a:buNone/>
              <a:defRPr sz="800">
                <a:solidFill>
                  <a:srgbClr val="434343"/>
                </a:solidFill>
              </a:defRPr>
            </a:lvl6pPr>
            <a:lvl7pPr lvl="6">
              <a:lnSpc>
                <a:spcPct val="100000"/>
              </a:lnSpc>
              <a:spcBef>
                <a:spcPts val="2200"/>
              </a:spcBef>
              <a:spcAft>
                <a:spcPts val="0"/>
              </a:spcAft>
              <a:buClr>
                <a:srgbClr val="434343"/>
              </a:buClr>
              <a:buSzPts val="800"/>
              <a:buNone/>
              <a:defRPr sz="800">
                <a:solidFill>
                  <a:srgbClr val="434343"/>
                </a:solidFill>
              </a:defRPr>
            </a:lvl7pPr>
            <a:lvl8pPr lvl="7">
              <a:lnSpc>
                <a:spcPct val="100000"/>
              </a:lnSpc>
              <a:spcBef>
                <a:spcPts val="2200"/>
              </a:spcBef>
              <a:spcAft>
                <a:spcPts val="0"/>
              </a:spcAft>
              <a:buClr>
                <a:srgbClr val="434343"/>
              </a:buClr>
              <a:buSzPts val="800"/>
              <a:buNone/>
              <a:defRPr sz="800">
                <a:solidFill>
                  <a:srgbClr val="434343"/>
                </a:solidFill>
              </a:defRPr>
            </a:lvl8pPr>
            <a:lvl9pPr lvl="8">
              <a:lnSpc>
                <a:spcPct val="100000"/>
              </a:lnSpc>
              <a:spcBef>
                <a:spcPts val="2200"/>
              </a:spcBef>
              <a:spcAft>
                <a:spcPts val="0"/>
              </a:spcAft>
              <a:buClr>
                <a:srgbClr val="434343"/>
              </a:buClr>
              <a:buSzPts val="800"/>
              <a:buNone/>
              <a:defRPr sz="800">
                <a:solidFill>
                  <a:srgbClr val="434343"/>
                </a:solidFill>
              </a:defRPr>
            </a:lvl9pPr>
          </a:lstStyle>
          <a:p/>
        </p:txBody>
      </p:sp>
      <p:sp>
        <p:nvSpPr>
          <p:cNvPr id="893" name="Google Shape;893;p86"/>
          <p:cNvSpPr txBox="1"/>
          <p:nvPr>
            <p:ph idx="5" type="subTitle"/>
          </p:nvPr>
        </p:nvSpPr>
        <p:spPr>
          <a:xfrm>
            <a:off x="6122802" y="4581025"/>
            <a:ext cx="1638900" cy="359400"/>
          </a:xfrm>
          <a:prstGeom prst="rect">
            <a:avLst/>
          </a:prstGeom>
        </p:spPr>
        <p:txBody>
          <a:bodyPr anchorCtr="0" anchor="t" bIns="91425" lIns="91425" spcFirstLastPara="1" rIns="91425" wrap="square" tIns="91425">
            <a:noAutofit/>
          </a:bodyPr>
          <a:lstStyle>
            <a:lvl1pPr lvl="0">
              <a:lnSpc>
                <a:spcPct val="100000"/>
              </a:lnSpc>
              <a:spcBef>
                <a:spcPts val="2200"/>
              </a:spcBef>
              <a:spcAft>
                <a:spcPts val="0"/>
              </a:spcAft>
              <a:buClr>
                <a:srgbClr val="434343"/>
              </a:buClr>
              <a:buSzPts val="800"/>
              <a:buNone/>
              <a:defRPr sz="800">
                <a:solidFill>
                  <a:srgbClr val="434343"/>
                </a:solidFill>
              </a:defRPr>
            </a:lvl1pPr>
            <a:lvl2pPr lvl="1">
              <a:lnSpc>
                <a:spcPct val="100000"/>
              </a:lnSpc>
              <a:spcBef>
                <a:spcPts val="2200"/>
              </a:spcBef>
              <a:spcAft>
                <a:spcPts val="0"/>
              </a:spcAft>
              <a:buClr>
                <a:srgbClr val="434343"/>
              </a:buClr>
              <a:buSzPts val="800"/>
              <a:buNone/>
              <a:defRPr sz="800">
                <a:solidFill>
                  <a:srgbClr val="434343"/>
                </a:solidFill>
              </a:defRPr>
            </a:lvl2pPr>
            <a:lvl3pPr lvl="2">
              <a:lnSpc>
                <a:spcPct val="100000"/>
              </a:lnSpc>
              <a:spcBef>
                <a:spcPts val="2200"/>
              </a:spcBef>
              <a:spcAft>
                <a:spcPts val="0"/>
              </a:spcAft>
              <a:buClr>
                <a:srgbClr val="434343"/>
              </a:buClr>
              <a:buSzPts val="800"/>
              <a:buNone/>
              <a:defRPr sz="800">
                <a:solidFill>
                  <a:srgbClr val="434343"/>
                </a:solidFill>
              </a:defRPr>
            </a:lvl3pPr>
            <a:lvl4pPr lvl="3">
              <a:lnSpc>
                <a:spcPct val="100000"/>
              </a:lnSpc>
              <a:spcBef>
                <a:spcPts val="2200"/>
              </a:spcBef>
              <a:spcAft>
                <a:spcPts val="0"/>
              </a:spcAft>
              <a:buClr>
                <a:srgbClr val="434343"/>
              </a:buClr>
              <a:buSzPts val="800"/>
              <a:buNone/>
              <a:defRPr sz="800">
                <a:solidFill>
                  <a:srgbClr val="434343"/>
                </a:solidFill>
              </a:defRPr>
            </a:lvl4pPr>
            <a:lvl5pPr lvl="4">
              <a:lnSpc>
                <a:spcPct val="100000"/>
              </a:lnSpc>
              <a:spcBef>
                <a:spcPts val="2200"/>
              </a:spcBef>
              <a:spcAft>
                <a:spcPts val="0"/>
              </a:spcAft>
              <a:buClr>
                <a:srgbClr val="434343"/>
              </a:buClr>
              <a:buSzPts val="800"/>
              <a:buNone/>
              <a:defRPr sz="800">
                <a:solidFill>
                  <a:srgbClr val="434343"/>
                </a:solidFill>
              </a:defRPr>
            </a:lvl5pPr>
            <a:lvl6pPr lvl="5">
              <a:lnSpc>
                <a:spcPct val="100000"/>
              </a:lnSpc>
              <a:spcBef>
                <a:spcPts val="2200"/>
              </a:spcBef>
              <a:spcAft>
                <a:spcPts val="0"/>
              </a:spcAft>
              <a:buClr>
                <a:srgbClr val="434343"/>
              </a:buClr>
              <a:buSzPts val="800"/>
              <a:buNone/>
              <a:defRPr sz="800">
                <a:solidFill>
                  <a:srgbClr val="434343"/>
                </a:solidFill>
              </a:defRPr>
            </a:lvl6pPr>
            <a:lvl7pPr lvl="6">
              <a:lnSpc>
                <a:spcPct val="100000"/>
              </a:lnSpc>
              <a:spcBef>
                <a:spcPts val="2200"/>
              </a:spcBef>
              <a:spcAft>
                <a:spcPts val="0"/>
              </a:spcAft>
              <a:buClr>
                <a:srgbClr val="434343"/>
              </a:buClr>
              <a:buSzPts val="800"/>
              <a:buNone/>
              <a:defRPr sz="800">
                <a:solidFill>
                  <a:srgbClr val="434343"/>
                </a:solidFill>
              </a:defRPr>
            </a:lvl7pPr>
            <a:lvl8pPr lvl="7">
              <a:lnSpc>
                <a:spcPct val="100000"/>
              </a:lnSpc>
              <a:spcBef>
                <a:spcPts val="2200"/>
              </a:spcBef>
              <a:spcAft>
                <a:spcPts val="0"/>
              </a:spcAft>
              <a:buClr>
                <a:srgbClr val="434343"/>
              </a:buClr>
              <a:buSzPts val="800"/>
              <a:buNone/>
              <a:defRPr sz="800">
                <a:solidFill>
                  <a:srgbClr val="434343"/>
                </a:solidFill>
              </a:defRPr>
            </a:lvl8pPr>
            <a:lvl9pPr lvl="8">
              <a:lnSpc>
                <a:spcPct val="100000"/>
              </a:lnSpc>
              <a:spcBef>
                <a:spcPts val="2200"/>
              </a:spcBef>
              <a:spcAft>
                <a:spcPts val="0"/>
              </a:spcAft>
              <a:buClr>
                <a:srgbClr val="434343"/>
              </a:buClr>
              <a:buSzPts val="800"/>
              <a:buNone/>
              <a:defRPr sz="800">
                <a:solidFill>
                  <a:srgbClr val="434343"/>
                </a:solidFill>
              </a:defRPr>
            </a:lvl9pPr>
          </a:lstStyle>
          <a:p/>
        </p:txBody>
      </p:sp>
    </p:spTree>
  </p:cSld>
  <p:clrMapOvr>
    <a:masterClrMapping/>
  </p:clrMapOvr>
  <p:extLst>
    <p:ext uri="{DCECCB84-F9BA-43D5-87BE-67443E8EF086}">
      <p15:sldGuideLst>
        <p15:guide id="1" orient="horz" pos="432">
          <p15:clr>
            <a:srgbClr val="FA7B17"/>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 Gradient Bar">
  <p:cSld name="TITLE_2_3_4_1_5_3_1_1_1_3_3_1_1_2">
    <p:spTree>
      <p:nvGrpSpPr>
        <p:cNvPr id="894" name="Shape 894"/>
        <p:cNvGrpSpPr/>
        <p:nvPr/>
      </p:nvGrpSpPr>
      <p:grpSpPr>
        <a:xfrm>
          <a:off x="0" y="0"/>
          <a:ext cx="0" cy="0"/>
          <a:chOff x="0" y="0"/>
          <a:chExt cx="0" cy="0"/>
        </a:xfrm>
      </p:grpSpPr>
      <p:sp>
        <p:nvSpPr>
          <p:cNvPr id="895" name="Google Shape;895;p87"/>
          <p:cNvSpPr txBox="1"/>
          <p:nvPr/>
        </p:nvSpPr>
        <p:spPr>
          <a:xfrm>
            <a:off x="261225" y="1241875"/>
            <a:ext cx="424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latin typeface="Google Sans Text"/>
              <a:ea typeface="Google Sans Text"/>
              <a:cs typeface="Google Sans Text"/>
              <a:sym typeface="Google Sans Text"/>
            </a:endParaRPr>
          </a:p>
        </p:txBody>
      </p:sp>
      <p:sp>
        <p:nvSpPr>
          <p:cNvPr id="896" name="Google Shape;896;p87"/>
          <p:cNvSpPr txBox="1"/>
          <p:nvPr/>
        </p:nvSpPr>
        <p:spPr>
          <a:xfrm>
            <a:off x="7561525" y="279903"/>
            <a:ext cx="1330500" cy="945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dk1"/>
              </a:buClr>
              <a:buSzPts val="1100"/>
              <a:buFont typeface="Arial"/>
              <a:buNone/>
            </a:pPr>
            <a:r>
              <a:rPr lang="en" sz="600">
                <a:solidFill>
                  <a:srgbClr val="BDC1C6"/>
                </a:solidFill>
                <a:latin typeface="Google Sans"/>
                <a:ea typeface="Google Sans"/>
                <a:cs typeface="Google Sans"/>
                <a:sym typeface="Google Sans"/>
              </a:rPr>
              <a:t>Proprietary and Confidential</a:t>
            </a:r>
            <a:endParaRPr sz="600">
              <a:solidFill>
                <a:srgbClr val="BDC1C6"/>
              </a:solidFill>
              <a:latin typeface="Google Sans"/>
              <a:ea typeface="Google Sans"/>
              <a:cs typeface="Google Sans"/>
              <a:sym typeface="Google Sans"/>
            </a:endParaRPr>
          </a:p>
        </p:txBody>
      </p:sp>
      <p:sp>
        <p:nvSpPr>
          <p:cNvPr id="897" name="Google Shape;897;p87"/>
          <p:cNvSpPr/>
          <p:nvPr/>
        </p:nvSpPr>
        <p:spPr>
          <a:xfrm rot="-5400000">
            <a:off x="4561972" y="549450"/>
            <a:ext cx="28500" cy="9159600"/>
          </a:xfrm>
          <a:prstGeom prst="roundRect">
            <a:avLst>
              <a:gd fmla="val 33443" name="adj"/>
            </a:avLst>
          </a:prstGeom>
          <a:gradFill>
            <a:gsLst>
              <a:gs pos="0">
                <a:srgbClr val="4285F4"/>
              </a:gs>
              <a:gs pos="41000">
                <a:srgbClr val="9B72CB"/>
              </a:gs>
              <a:gs pos="100000">
                <a:srgbClr val="D96570"/>
              </a:gs>
            </a:gsLst>
            <a:lin ang="5400012" scaled="0"/>
          </a:gradFill>
          <a:ln>
            <a:noFill/>
          </a:ln>
        </p:spPr>
        <p:txBody>
          <a:bodyPr anchorCtr="0" anchor="ctr" bIns="80425" lIns="80425" spcFirstLastPara="1" rIns="80425" wrap="square" tIns="80425">
            <a:noAutofit/>
          </a:bodyPr>
          <a:lstStyle/>
          <a:p>
            <a:pPr indent="0" lvl="0" marL="0" rtl="0" algn="ctr">
              <a:spcBef>
                <a:spcPts val="0"/>
              </a:spcBef>
              <a:spcAft>
                <a:spcPts val="0"/>
              </a:spcAft>
              <a:buNone/>
            </a:pPr>
            <a:r>
              <a:t/>
            </a:r>
            <a:endParaRPr sz="1300">
              <a:latin typeface="Google Sans Text"/>
              <a:ea typeface="Google Sans Text"/>
              <a:cs typeface="Google Sans Text"/>
              <a:sym typeface="Google Sans Text"/>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98" name="Shape 898"/>
        <p:cNvGrpSpPr/>
        <p:nvPr/>
      </p:nvGrpSpPr>
      <p:grpSpPr>
        <a:xfrm>
          <a:off x="0" y="0"/>
          <a:ext cx="0" cy="0"/>
          <a:chOff x="0" y="0"/>
          <a:chExt cx="0" cy="0"/>
        </a:xfrm>
      </p:grpSpPr>
      <p:sp>
        <p:nvSpPr>
          <p:cNvPr id="899" name="Google Shape;899;p88"/>
          <p:cNvSpPr txBox="1"/>
          <p:nvPr>
            <p:ph type="title"/>
          </p:nvPr>
        </p:nvSpPr>
        <p:spPr>
          <a:xfrm>
            <a:off x="311700" y="3343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900" name="Google Shape;900;p88"/>
          <p:cNvSpPr txBox="1"/>
          <p:nvPr>
            <p:ph idx="1" type="body"/>
          </p:nvPr>
        </p:nvSpPr>
        <p:spPr>
          <a:xfrm>
            <a:off x="311700" y="1152475"/>
            <a:ext cx="8520600" cy="3533700"/>
          </a:xfrm>
          <a:prstGeom prst="rect">
            <a:avLst/>
          </a:prstGeom>
        </p:spPr>
        <p:txBody>
          <a:bodyPr anchorCtr="0" anchor="t" bIns="91425" lIns="91425" spcFirstLastPara="1" rIns="91425" wrap="square" tIns="91425">
            <a:noAutofit/>
          </a:bodyPr>
          <a:lstStyle>
            <a:lvl1pPr indent="-285750" lvl="0" marL="457200">
              <a:spcBef>
                <a:spcPts val="2200"/>
              </a:spcBef>
              <a:spcAft>
                <a:spcPts val="0"/>
              </a:spcAft>
              <a:buSzPts val="900"/>
              <a:buChar char="•"/>
              <a:defRPr/>
            </a:lvl1pPr>
            <a:lvl2pPr indent="-285750" lvl="1" marL="914400">
              <a:spcBef>
                <a:spcPts val="2200"/>
              </a:spcBef>
              <a:spcAft>
                <a:spcPts val="0"/>
              </a:spcAft>
              <a:buSzPts val="900"/>
              <a:buChar char="•"/>
              <a:defRPr/>
            </a:lvl2pPr>
            <a:lvl3pPr indent="-285750" lvl="2" marL="1371600">
              <a:spcBef>
                <a:spcPts val="2200"/>
              </a:spcBef>
              <a:spcAft>
                <a:spcPts val="0"/>
              </a:spcAft>
              <a:buSzPts val="900"/>
              <a:buChar char="•"/>
              <a:defRPr/>
            </a:lvl3pPr>
            <a:lvl4pPr indent="-285750" lvl="3" marL="1828800">
              <a:spcBef>
                <a:spcPts val="2200"/>
              </a:spcBef>
              <a:spcAft>
                <a:spcPts val="0"/>
              </a:spcAft>
              <a:buSzPts val="900"/>
              <a:buChar char="•"/>
              <a:defRPr/>
            </a:lvl4pPr>
            <a:lvl5pPr indent="-285750" lvl="4" marL="2286000">
              <a:spcBef>
                <a:spcPts val="2200"/>
              </a:spcBef>
              <a:spcAft>
                <a:spcPts val="0"/>
              </a:spcAft>
              <a:buSzPts val="900"/>
              <a:buChar char="•"/>
              <a:defRPr/>
            </a:lvl5pPr>
            <a:lvl6pPr indent="-285750" lvl="5" marL="2743200">
              <a:spcBef>
                <a:spcPts val="2200"/>
              </a:spcBef>
              <a:spcAft>
                <a:spcPts val="0"/>
              </a:spcAft>
              <a:buSzPts val="900"/>
              <a:buChar char="•"/>
              <a:defRPr/>
            </a:lvl6pPr>
            <a:lvl7pPr indent="-285750" lvl="6" marL="3200400">
              <a:spcBef>
                <a:spcPts val="2200"/>
              </a:spcBef>
              <a:spcAft>
                <a:spcPts val="0"/>
              </a:spcAft>
              <a:buSzPts val="900"/>
              <a:buChar char="•"/>
              <a:defRPr/>
            </a:lvl7pPr>
            <a:lvl8pPr indent="-285750" lvl="7" marL="3657600">
              <a:spcBef>
                <a:spcPts val="2200"/>
              </a:spcBef>
              <a:spcAft>
                <a:spcPts val="0"/>
              </a:spcAft>
              <a:buSzPts val="900"/>
              <a:buChar char="•"/>
              <a:defRPr/>
            </a:lvl8pPr>
            <a:lvl9pPr indent="-285750" lvl="8" marL="4114800">
              <a:spcBef>
                <a:spcPts val="2200"/>
              </a:spcBef>
              <a:spcAft>
                <a:spcPts val="0"/>
              </a:spcAft>
              <a:buSzPts val="900"/>
              <a:buChar char="•"/>
              <a:defRPr/>
            </a:lvl9pPr>
          </a:lstStyle>
          <a:p/>
        </p:txBody>
      </p:sp>
      <p:sp>
        <p:nvSpPr>
          <p:cNvPr id="901" name="Google Shape;901;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7">
  <p:cSld name="TITLE_AND_BODY_7">
    <p:spTree>
      <p:nvGrpSpPr>
        <p:cNvPr id="902" name="Shape 902"/>
        <p:cNvGrpSpPr/>
        <p:nvPr/>
      </p:nvGrpSpPr>
      <p:grpSpPr>
        <a:xfrm>
          <a:off x="0" y="0"/>
          <a:ext cx="0" cy="0"/>
          <a:chOff x="0" y="0"/>
          <a:chExt cx="0" cy="0"/>
        </a:xfrm>
      </p:grpSpPr>
      <p:sp>
        <p:nvSpPr>
          <p:cNvPr id="903" name="Google Shape;903;p89"/>
          <p:cNvSpPr txBox="1"/>
          <p:nvPr>
            <p:ph type="title"/>
          </p:nvPr>
        </p:nvSpPr>
        <p:spPr>
          <a:xfrm>
            <a:off x="311700" y="3343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904" name="Google Shape;904;p89"/>
          <p:cNvSpPr txBox="1"/>
          <p:nvPr>
            <p:ph idx="1" type="body"/>
          </p:nvPr>
        </p:nvSpPr>
        <p:spPr>
          <a:xfrm>
            <a:off x="311700" y="1152475"/>
            <a:ext cx="8520600" cy="3533700"/>
          </a:xfrm>
          <a:prstGeom prst="rect">
            <a:avLst/>
          </a:prstGeom>
        </p:spPr>
        <p:txBody>
          <a:bodyPr anchorCtr="0" anchor="t" bIns="91425" lIns="91425" spcFirstLastPara="1" rIns="91425" wrap="square" tIns="91425">
            <a:noAutofit/>
          </a:bodyPr>
          <a:lstStyle>
            <a:lvl1pPr indent="-285750" lvl="0" marL="457200">
              <a:spcBef>
                <a:spcPts val="2200"/>
              </a:spcBef>
              <a:spcAft>
                <a:spcPts val="0"/>
              </a:spcAft>
              <a:buSzPts val="900"/>
              <a:buChar char="•"/>
              <a:defRPr/>
            </a:lvl1pPr>
            <a:lvl2pPr indent="-285750" lvl="1" marL="914400">
              <a:spcBef>
                <a:spcPts val="2200"/>
              </a:spcBef>
              <a:spcAft>
                <a:spcPts val="0"/>
              </a:spcAft>
              <a:buSzPts val="900"/>
              <a:buChar char="•"/>
              <a:defRPr/>
            </a:lvl2pPr>
            <a:lvl3pPr indent="-285750" lvl="2" marL="1371600">
              <a:spcBef>
                <a:spcPts val="2200"/>
              </a:spcBef>
              <a:spcAft>
                <a:spcPts val="0"/>
              </a:spcAft>
              <a:buSzPts val="900"/>
              <a:buChar char="•"/>
              <a:defRPr/>
            </a:lvl3pPr>
            <a:lvl4pPr indent="-285750" lvl="3" marL="1828800">
              <a:spcBef>
                <a:spcPts val="2200"/>
              </a:spcBef>
              <a:spcAft>
                <a:spcPts val="0"/>
              </a:spcAft>
              <a:buSzPts val="900"/>
              <a:buChar char="•"/>
              <a:defRPr/>
            </a:lvl4pPr>
            <a:lvl5pPr indent="-285750" lvl="4" marL="2286000">
              <a:spcBef>
                <a:spcPts val="2200"/>
              </a:spcBef>
              <a:spcAft>
                <a:spcPts val="0"/>
              </a:spcAft>
              <a:buSzPts val="900"/>
              <a:buChar char="•"/>
              <a:defRPr/>
            </a:lvl5pPr>
            <a:lvl6pPr indent="-285750" lvl="5" marL="2743200">
              <a:spcBef>
                <a:spcPts val="2200"/>
              </a:spcBef>
              <a:spcAft>
                <a:spcPts val="0"/>
              </a:spcAft>
              <a:buSzPts val="900"/>
              <a:buChar char="•"/>
              <a:defRPr/>
            </a:lvl6pPr>
            <a:lvl7pPr indent="-285750" lvl="6" marL="3200400">
              <a:spcBef>
                <a:spcPts val="2200"/>
              </a:spcBef>
              <a:spcAft>
                <a:spcPts val="0"/>
              </a:spcAft>
              <a:buSzPts val="900"/>
              <a:buChar char="•"/>
              <a:defRPr/>
            </a:lvl7pPr>
            <a:lvl8pPr indent="-285750" lvl="7" marL="3657600">
              <a:spcBef>
                <a:spcPts val="2200"/>
              </a:spcBef>
              <a:spcAft>
                <a:spcPts val="0"/>
              </a:spcAft>
              <a:buSzPts val="900"/>
              <a:buChar char="•"/>
              <a:defRPr/>
            </a:lvl8pPr>
            <a:lvl9pPr indent="-285750" lvl="8" marL="4114800">
              <a:spcBef>
                <a:spcPts val="2200"/>
              </a:spcBef>
              <a:spcAft>
                <a:spcPts val="0"/>
              </a:spcAft>
              <a:buSzPts val="900"/>
              <a:buChar char="•"/>
              <a:defRPr/>
            </a:lvl9pPr>
          </a:lstStyle>
          <a:p/>
        </p:txBody>
      </p:sp>
      <p:sp>
        <p:nvSpPr>
          <p:cNvPr id="905" name="Google Shape;905;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bg>
      <p:bgPr>
        <a:solidFill>
          <a:srgbClr val="000000"/>
        </a:solidFill>
      </p:bgPr>
    </p:bg>
    <p:spTree>
      <p:nvGrpSpPr>
        <p:cNvPr id="906" name="Shape 906"/>
        <p:cNvGrpSpPr/>
        <p:nvPr/>
      </p:nvGrpSpPr>
      <p:grpSpPr>
        <a:xfrm>
          <a:off x="0" y="0"/>
          <a:ext cx="0" cy="0"/>
          <a:chOff x="0" y="0"/>
          <a:chExt cx="0" cy="0"/>
        </a:xfrm>
      </p:grpSpPr>
      <p:sp>
        <p:nvSpPr>
          <p:cNvPr id="907" name="Google Shape;907;p90"/>
          <p:cNvSpPr txBox="1"/>
          <p:nvPr/>
        </p:nvSpPr>
        <p:spPr>
          <a:xfrm>
            <a:off x="6388814" y="4907025"/>
            <a:ext cx="2625000" cy="1410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700">
                <a:solidFill>
                  <a:srgbClr val="666666"/>
                </a:solidFill>
                <a:latin typeface="Google Sans Text"/>
                <a:ea typeface="Google Sans Text"/>
                <a:cs typeface="Google Sans Text"/>
                <a:sym typeface="Google Sans Text"/>
              </a:rPr>
              <a:t>Google Cloud | Proprietary &amp; Confidential</a:t>
            </a:r>
            <a:endParaRPr sz="700">
              <a:solidFill>
                <a:srgbClr val="666666"/>
              </a:solidFill>
              <a:latin typeface="Google Sans Text"/>
              <a:ea typeface="Google Sans Text"/>
              <a:cs typeface="Google Sans Text"/>
              <a:sym typeface="Google Sans Text"/>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
    <p:bg>
      <p:bgPr>
        <a:solidFill>
          <a:srgbClr val="000000"/>
        </a:solidFill>
      </p:bgPr>
    </p:bg>
    <p:spTree>
      <p:nvGrpSpPr>
        <p:cNvPr id="908" name="Shape 908"/>
        <p:cNvGrpSpPr/>
        <p:nvPr/>
      </p:nvGrpSpPr>
      <p:grpSpPr>
        <a:xfrm>
          <a:off x="0" y="0"/>
          <a:ext cx="0" cy="0"/>
          <a:chOff x="0" y="0"/>
          <a:chExt cx="0" cy="0"/>
        </a:xfrm>
      </p:grpSpPr>
      <p:pic>
        <p:nvPicPr>
          <p:cNvPr id="909" name="Google Shape;909;p91" title="GC_Logo_Reverse_rgb.png"/>
          <p:cNvPicPr preferRelativeResize="0"/>
          <p:nvPr/>
        </p:nvPicPr>
        <p:blipFill>
          <a:blip r:embed="rId2">
            <a:alphaModFix/>
          </a:blip>
          <a:stretch>
            <a:fillRect/>
          </a:stretch>
        </p:blipFill>
        <p:spPr>
          <a:xfrm>
            <a:off x="8008717" y="4866771"/>
            <a:ext cx="663076" cy="1143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910" name="Shape 910"/>
        <p:cNvGrpSpPr/>
        <p:nvPr/>
      </p:nvGrpSpPr>
      <p:grpSpPr>
        <a:xfrm>
          <a:off x="0" y="0"/>
          <a:ext cx="0" cy="0"/>
          <a:chOff x="0" y="0"/>
          <a:chExt cx="0" cy="0"/>
        </a:xfrm>
      </p:grpSpPr>
      <p:sp>
        <p:nvSpPr>
          <p:cNvPr id="911" name="Google Shape;911;p92"/>
          <p:cNvSpPr txBox="1"/>
          <p:nvPr>
            <p:ph type="ctrTitle"/>
          </p:nvPr>
        </p:nvSpPr>
        <p:spPr>
          <a:xfrm>
            <a:off x="457200" y="640080"/>
            <a:ext cx="8520600" cy="20526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6000"/>
              <a:buFont typeface="Google Sans"/>
              <a:buNone/>
              <a:defRPr b="1" sz="6000">
                <a:latin typeface="Google Sans"/>
                <a:ea typeface="Google Sans"/>
                <a:cs typeface="Google Sans"/>
                <a:sym typeface="Google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12" name="Google Shape;912;p92"/>
          <p:cNvSpPr txBox="1"/>
          <p:nvPr>
            <p:ph idx="1" type="subTitle"/>
          </p:nvPr>
        </p:nvSpPr>
        <p:spPr>
          <a:xfrm>
            <a:off x="457200" y="2743200"/>
            <a:ext cx="8520600" cy="792600"/>
          </a:xfrm>
          <a:prstGeom prst="rect">
            <a:avLst/>
          </a:prstGeom>
        </p:spPr>
        <p:txBody>
          <a:bodyPr anchorCtr="0" anchor="t" bIns="0" lIns="0" spcFirstLastPara="1" rIns="0" wrap="square" tIns="0">
            <a:noAutofit/>
          </a:bodyPr>
          <a:lstStyle>
            <a:lvl1pPr lvl="0">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1pPr>
            <a:lvl2pPr lvl="1">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2pPr>
            <a:lvl3pPr lvl="2">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3pPr>
            <a:lvl4pPr lvl="3">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4pPr>
            <a:lvl5pPr lvl="4">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5pPr>
            <a:lvl6pPr lvl="5">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6pPr>
            <a:lvl7pPr lvl="6">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7pPr>
            <a:lvl8pPr lvl="7">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8pPr>
            <a:lvl9pPr lvl="8">
              <a:lnSpc>
                <a:spcPct val="100000"/>
              </a:lnSpc>
              <a:spcBef>
                <a:spcPts val="2200"/>
              </a:spcBef>
              <a:spcAft>
                <a:spcPts val="0"/>
              </a:spcAft>
              <a:buClr>
                <a:schemeClr val="dk1"/>
              </a:buClr>
              <a:buSzPts val="3000"/>
              <a:buFont typeface="Google Sans"/>
              <a:buNone/>
              <a:defRPr sz="3000">
                <a:solidFill>
                  <a:schemeClr val="dk1"/>
                </a:solidFill>
                <a:latin typeface="Google Sans"/>
                <a:ea typeface="Google Sans"/>
                <a:cs typeface="Google Sans"/>
                <a:sym typeface="Google Sans"/>
              </a:defRPr>
            </a:lvl9pPr>
          </a:lstStyle>
          <a:p/>
        </p:txBody>
      </p:sp>
      <p:sp>
        <p:nvSpPr>
          <p:cNvPr id="913" name="Google Shape;913;p92"/>
          <p:cNvSpPr txBox="1"/>
          <p:nvPr>
            <p:ph idx="12" type="sldNum"/>
          </p:nvPr>
        </p:nvSpPr>
        <p:spPr>
          <a:xfrm>
            <a:off x="8004300" y="4663225"/>
            <a:ext cx="683700" cy="393600"/>
          </a:xfrm>
          <a:prstGeom prst="rect">
            <a:avLst/>
          </a:prstGeom>
          <a:noFill/>
          <a:ln>
            <a:noFill/>
          </a:ln>
        </p:spPr>
        <p:txBody>
          <a:bodyPr anchorCtr="0" anchor="ctr" bIns="91425" lIns="91425" spcFirstLastPara="1" rIns="91425" wrap="square" tIns="91425">
            <a:noAutofit/>
          </a:bodyPr>
          <a:lstStyle>
            <a:lvl1pPr lvl="0" algn="r">
              <a:buNone/>
              <a:defRPr sz="800">
                <a:solidFill>
                  <a:schemeClr val="dk1"/>
                </a:solidFill>
                <a:latin typeface="Google Sans Text"/>
                <a:ea typeface="Google Sans Text"/>
                <a:cs typeface="Google Sans Text"/>
                <a:sym typeface="Google Sans Text"/>
              </a:defRPr>
            </a:lvl1pPr>
            <a:lvl2pPr lvl="1" algn="r">
              <a:buNone/>
              <a:defRPr sz="800">
                <a:solidFill>
                  <a:schemeClr val="dk1"/>
                </a:solidFill>
                <a:latin typeface="Google Sans Text"/>
                <a:ea typeface="Google Sans Text"/>
                <a:cs typeface="Google Sans Text"/>
                <a:sym typeface="Google Sans Text"/>
              </a:defRPr>
            </a:lvl2pPr>
            <a:lvl3pPr lvl="2" algn="r">
              <a:buNone/>
              <a:defRPr sz="800">
                <a:solidFill>
                  <a:schemeClr val="dk1"/>
                </a:solidFill>
                <a:latin typeface="Google Sans Text"/>
                <a:ea typeface="Google Sans Text"/>
                <a:cs typeface="Google Sans Text"/>
                <a:sym typeface="Google Sans Text"/>
              </a:defRPr>
            </a:lvl3pPr>
            <a:lvl4pPr lvl="3" algn="r">
              <a:buNone/>
              <a:defRPr sz="800">
                <a:solidFill>
                  <a:schemeClr val="dk1"/>
                </a:solidFill>
                <a:latin typeface="Google Sans Text"/>
                <a:ea typeface="Google Sans Text"/>
                <a:cs typeface="Google Sans Text"/>
                <a:sym typeface="Google Sans Text"/>
              </a:defRPr>
            </a:lvl4pPr>
            <a:lvl5pPr lvl="4" algn="r">
              <a:buNone/>
              <a:defRPr sz="800">
                <a:solidFill>
                  <a:schemeClr val="dk1"/>
                </a:solidFill>
                <a:latin typeface="Google Sans Text"/>
                <a:ea typeface="Google Sans Text"/>
                <a:cs typeface="Google Sans Text"/>
                <a:sym typeface="Google Sans Text"/>
              </a:defRPr>
            </a:lvl5pPr>
            <a:lvl6pPr lvl="5" algn="r">
              <a:buNone/>
              <a:defRPr sz="800">
                <a:solidFill>
                  <a:schemeClr val="dk1"/>
                </a:solidFill>
                <a:latin typeface="Google Sans Text"/>
                <a:ea typeface="Google Sans Text"/>
                <a:cs typeface="Google Sans Text"/>
                <a:sym typeface="Google Sans Text"/>
              </a:defRPr>
            </a:lvl6pPr>
            <a:lvl7pPr lvl="6" algn="r">
              <a:buNone/>
              <a:defRPr sz="800">
                <a:solidFill>
                  <a:schemeClr val="dk1"/>
                </a:solidFill>
                <a:latin typeface="Google Sans Text"/>
                <a:ea typeface="Google Sans Text"/>
                <a:cs typeface="Google Sans Text"/>
                <a:sym typeface="Google Sans Text"/>
              </a:defRPr>
            </a:lvl7pPr>
            <a:lvl8pPr lvl="7" algn="r">
              <a:buNone/>
              <a:defRPr sz="800">
                <a:solidFill>
                  <a:schemeClr val="dk1"/>
                </a:solidFill>
                <a:latin typeface="Google Sans Text"/>
                <a:ea typeface="Google Sans Text"/>
                <a:cs typeface="Google Sans Text"/>
                <a:sym typeface="Google Sans Text"/>
              </a:defRPr>
            </a:lvl8pPr>
            <a:lvl9pPr lvl="8" algn="r">
              <a:buNone/>
              <a:defRPr sz="800">
                <a:solidFill>
                  <a:schemeClr val="dk1"/>
                </a:solidFill>
                <a:latin typeface="Google Sans Text"/>
                <a:ea typeface="Google Sans Text"/>
                <a:cs typeface="Google Sans Text"/>
                <a:sym typeface="Google Sans Text"/>
              </a:defRPr>
            </a:lvl9pPr>
          </a:lstStyle>
          <a:p>
            <a:pPr indent="0" lvl="0" marL="0" rtl="0" algn="r">
              <a:spcBef>
                <a:spcPts val="0"/>
              </a:spcBef>
              <a:spcAft>
                <a:spcPts val="0"/>
              </a:spcAft>
              <a:buNone/>
            </a:pPr>
            <a:r>
              <a:rPr lang="en"/>
              <a:t> </a:t>
            </a:r>
            <a:fld id="{00000000-1234-1234-1234-123412341234}" type="slidenum">
              <a:rPr lang="en"/>
              <a:t>‹#›</a:t>
            </a:fld>
            <a:endParaRPr/>
          </a:p>
        </p:txBody>
      </p:sp>
      <p:sp>
        <p:nvSpPr>
          <p:cNvPr id="914" name="Google Shape;914;p92"/>
          <p:cNvSpPr txBox="1"/>
          <p:nvPr/>
        </p:nvSpPr>
        <p:spPr>
          <a:xfrm>
            <a:off x="457200" y="4800600"/>
            <a:ext cx="2625000" cy="14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oogle Sans Text"/>
                <a:ea typeface="Google Sans Text"/>
                <a:cs typeface="Google Sans Text"/>
                <a:sym typeface="Google Sans Text"/>
              </a:rPr>
              <a:t>Google Cloud</a:t>
            </a:r>
            <a:endParaRPr sz="800">
              <a:solidFill>
                <a:schemeClr val="dk1"/>
              </a:solidFill>
              <a:latin typeface="Google Sans Text"/>
              <a:ea typeface="Google Sans Text"/>
              <a:cs typeface="Google Sans Text"/>
              <a:sym typeface="Google Sans Text"/>
            </a:endParaRPr>
          </a:p>
        </p:txBody>
      </p:sp>
      <p:sp>
        <p:nvSpPr>
          <p:cNvPr id="915" name="Google Shape;915;p92"/>
          <p:cNvSpPr txBox="1"/>
          <p:nvPr/>
        </p:nvSpPr>
        <p:spPr>
          <a:xfrm>
            <a:off x="5643933" y="4800600"/>
            <a:ext cx="2625000" cy="1410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Google Sans Text"/>
                <a:ea typeface="Google Sans Text"/>
                <a:cs typeface="Google Sans Text"/>
                <a:sym typeface="Google Sans Text"/>
              </a:rPr>
              <a:t>Proprietary &amp; Confidential</a:t>
            </a:r>
            <a:endParaRPr sz="800">
              <a:solidFill>
                <a:schemeClr val="dk1"/>
              </a:solidFill>
              <a:latin typeface="Google Sans Text"/>
              <a:ea typeface="Google Sans Text"/>
              <a:cs typeface="Google Sans Text"/>
              <a:sym typeface="Google Sans Text"/>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2 Google footer">
  <p:cSld name="CUSTOM_8_2_1_1_1_1_1_2_1_1_1_4">
    <p:bg>
      <p:bgPr>
        <a:solidFill>
          <a:srgbClr val="000000"/>
        </a:solidFill>
      </p:bgPr>
    </p:bg>
    <p:spTree>
      <p:nvGrpSpPr>
        <p:cNvPr id="916" name="Shape 916"/>
        <p:cNvGrpSpPr/>
        <p:nvPr/>
      </p:nvGrpSpPr>
      <p:grpSpPr>
        <a:xfrm>
          <a:off x="0" y="0"/>
          <a:ext cx="0" cy="0"/>
          <a:chOff x="0" y="0"/>
          <a:chExt cx="0" cy="0"/>
        </a:xfrm>
      </p:grpSpPr>
      <p:sp>
        <p:nvSpPr>
          <p:cNvPr id="917" name="Google Shape;917;p93"/>
          <p:cNvSpPr txBox="1"/>
          <p:nvPr/>
        </p:nvSpPr>
        <p:spPr>
          <a:xfrm>
            <a:off x="6062195" y="4800600"/>
            <a:ext cx="2625000" cy="1410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Google Sans Text"/>
                <a:ea typeface="Google Sans Text"/>
                <a:cs typeface="Google Sans Text"/>
                <a:sym typeface="Google Sans Text"/>
              </a:rPr>
              <a:t>Proprietary &amp; Confidential</a:t>
            </a:r>
            <a:endParaRPr sz="800">
              <a:solidFill>
                <a:schemeClr val="dk1"/>
              </a:solidFill>
              <a:latin typeface="Google Sans Text"/>
              <a:ea typeface="Google Sans Text"/>
              <a:cs typeface="Google Sans Text"/>
              <a:sym typeface="Google Sans Text"/>
            </a:endParaRPr>
          </a:p>
        </p:txBody>
      </p:sp>
      <p:sp>
        <p:nvSpPr>
          <p:cNvPr id="918" name="Google Shape;918;p93"/>
          <p:cNvSpPr txBox="1"/>
          <p:nvPr>
            <p:ph type="title"/>
          </p:nvPr>
        </p:nvSpPr>
        <p:spPr>
          <a:xfrm>
            <a:off x="453825" y="641950"/>
            <a:ext cx="7924500" cy="1262400"/>
          </a:xfrm>
          <a:prstGeom prst="rect">
            <a:avLst/>
          </a:prstGeom>
          <a:noFill/>
        </p:spPr>
        <p:txBody>
          <a:bodyPr anchorCtr="0" anchor="t" bIns="0" lIns="0" spcFirstLastPara="1" rIns="0" wrap="square" tIns="0">
            <a:noAutofit/>
          </a:bodyPr>
          <a:lstStyle>
            <a:lvl1pPr lvl="0">
              <a:lnSpc>
                <a:spcPct val="90000"/>
              </a:lnSpc>
              <a:spcBef>
                <a:spcPts val="0"/>
              </a:spcBef>
              <a:spcAft>
                <a:spcPts val="0"/>
              </a:spcAft>
              <a:buSzPts val="3000"/>
              <a:buFont typeface="Google Sans"/>
              <a:buNone/>
              <a:defRPr b="1" sz="3000">
                <a:latin typeface="Google Sans"/>
                <a:ea typeface="Google Sans"/>
                <a:cs typeface="Google Sans"/>
                <a:sym typeface="Google Sans"/>
              </a:defRPr>
            </a:lvl1pPr>
            <a:lvl2pPr lvl="1">
              <a:lnSpc>
                <a:spcPct val="90000"/>
              </a:lnSpc>
              <a:spcBef>
                <a:spcPts val="0"/>
              </a:spcBef>
              <a:spcAft>
                <a:spcPts val="0"/>
              </a:spcAft>
              <a:buSzPts val="3000"/>
              <a:buFont typeface="Google Sans"/>
              <a:buNone/>
              <a:defRPr b="1" sz="3000">
                <a:latin typeface="Google Sans"/>
                <a:ea typeface="Google Sans"/>
                <a:cs typeface="Google Sans"/>
                <a:sym typeface="Google Sans"/>
              </a:defRPr>
            </a:lvl2pPr>
            <a:lvl3pPr lvl="2">
              <a:lnSpc>
                <a:spcPct val="90000"/>
              </a:lnSpc>
              <a:spcBef>
                <a:spcPts val="0"/>
              </a:spcBef>
              <a:spcAft>
                <a:spcPts val="0"/>
              </a:spcAft>
              <a:buSzPts val="3000"/>
              <a:buFont typeface="Google Sans"/>
              <a:buNone/>
              <a:defRPr b="1" sz="3000">
                <a:latin typeface="Google Sans"/>
                <a:ea typeface="Google Sans"/>
                <a:cs typeface="Google Sans"/>
                <a:sym typeface="Google Sans"/>
              </a:defRPr>
            </a:lvl3pPr>
            <a:lvl4pPr lvl="3">
              <a:lnSpc>
                <a:spcPct val="90000"/>
              </a:lnSpc>
              <a:spcBef>
                <a:spcPts val="0"/>
              </a:spcBef>
              <a:spcAft>
                <a:spcPts val="0"/>
              </a:spcAft>
              <a:buSzPts val="3000"/>
              <a:buFont typeface="Google Sans"/>
              <a:buNone/>
              <a:defRPr b="1" sz="3000">
                <a:latin typeface="Google Sans"/>
                <a:ea typeface="Google Sans"/>
                <a:cs typeface="Google Sans"/>
                <a:sym typeface="Google Sans"/>
              </a:defRPr>
            </a:lvl4pPr>
            <a:lvl5pPr lvl="4">
              <a:lnSpc>
                <a:spcPct val="90000"/>
              </a:lnSpc>
              <a:spcBef>
                <a:spcPts val="0"/>
              </a:spcBef>
              <a:spcAft>
                <a:spcPts val="0"/>
              </a:spcAft>
              <a:buSzPts val="3000"/>
              <a:buFont typeface="Google Sans"/>
              <a:buNone/>
              <a:defRPr b="1" sz="3000">
                <a:latin typeface="Google Sans"/>
                <a:ea typeface="Google Sans"/>
                <a:cs typeface="Google Sans"/>
                <a:sym typeface="Google Sans"/>
              </a:defRPr>
            </a:lvl5pPr>
            <a:lvl6pPr lvl="5">
              <a:lnSpc>
                <a:spcPct val="90000"/>
              </a:lnSpc>
              <a:spcBef>
                <a:spcPts val="0"/>
              </a:spcBef>
              <a:spcAft>
                <a:spcPts val="0"/>
              </a:spcAft>
              <a:buSzPts val="3000"/>
              <a:buFont typeface="Google Sans"/>
              <a:buNone/>
              <a:defRPr b="1" sz="3000">
                <a:latin typeface="Google Sans"/>
                <a:ea typeface="Google Sans"/>
                <a:cs typeface="Google Sans"/>
                <a:sym typeface="Google Sans"/>
              </a:defRPr>
            </a:lvl6pPr>
            <a:lvl7pPr lvl="6">
              <a:lnSpc>
                <a:spcPct val="90000"/>
              </a:lnSpc>
              <a:spcBef>
                <a:spcPts val="0"/>
              </a:spcBef>
              <a:spcAft>
                <a:spcPts val="0"/>
              </a:spcAft>
              <a:buSzPts val="3000"/>
              <a:buFont typeface="Google Sans"/>
              <a:buNone/>
              <a:defRPr b="1" sz="3000">
                <a:latin typeface="Google Sans"/>
                <a:ea typeface="Google Sans"/>
                <a:cs typeface="Google Sans"/>
                <a:sym typeface="Google Sans"/>
              </a:defRPr>
            </a:lvl7pPr>
            <a:lvl8pPr lvl="7">
              <a:lnSpc>
                <a:spcPct val="90000"/>
              </a:lnSpc>
              <a:spcBef>
                <a:spcPts val="0"/>
              </a:spcBef>
              <a:spcAft>
                <a:spcPts val="0"/>
              </a:spcAft>
              <a:buSzPts val="3000"/>
              <a:buFont typeface="Google Sans"/>
              <a:buNone/>
              <a:defRPr b="1" sz="3000">
                <a:latin typeface="Google Sans"/>
                <a:ea typeface="Google Sans"/>
                <a:cs typeface="Google Sans"/>
                <a:sym typeface="Google Sans"/>
              </a:defRPr>
            </a:lvl8pPr>
            <a:lvl9pPr lvl="8">
              <a:lnSpc>
                <a:spcPct val="90000"/>
              </a:lnSpc>
              <a:spcBef>
                <a:spcPts val="0"/>
              </a:spcBef>
              <a:spcAft>
                <a:spcPts val="0"/>
              </a:spcAft>
              <a:buSzPts val="3000"/>
              <a:buFont typeface="Google Sans"/>
              <a:buNone/>
              <a:defRPr b="1" sz="3000">
                <a:latin typeface="Google Sans"/>
                <a:ea typeface="Google Sans"/>
                <a:cs typeface="Google Sans"/>
                <a:sym typeface="Google Sans"/>
              </a:defRPr>
            </a:lvl9pPr>
          </a:lstStyle>
          <a:p/>
        </p:txBody>
      </p:sp>
    </p:spTree>
  </p:cSld>
  <p:clrMapOvr>
    <a:masterClrMapping/>
  </p:clrMapOvr>
  <p:extLst>
    <p:ext uri="{DCECCB84-F9BA-43D5-87BE-67443E8EF086}">
      <p15:sldGuideLst>
        <p15:guide id="1" pos="684">
          <p15:clr>
            <a:srgbClr val="E46962"/>
          </p15:clr>
        </p15:guide>
        <p15:guide id="2" orient="horz" pos="1008">
          <p15:clr>
            <a:srgbClr val="E46962"/>
          </p15:clr>
        </p15:guide>
        <p15:guide id="3" orient="horz" pos="972">
          <p15:clr>
            <a:srgbClr val="E46962"/>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tat 4">
  <p:cSld name="CUSTOM_28">
    <p:bg>
      <p:bgPr>
        <a:solidFill>
          <a:schemeClr val="lt2"/>
        </a:solidFill>
      </p:bgPr>
    </p:bg>
    <p:spTree>
      <p:nvGrpSpPr>
        <p:cNvPr id="919" name="Shape 919"/>
        <p:cNvGrpSpPr/>
        <p:nvPr/>
      </p:nvGrpSpPr>
      <p:grpSpPr>
        <a:xfrm>
          <a:off x="0" y="0"/>
          <a:ext cx="0" cy="0"/>
          <a:chOff x="0" y="0"/>
          <a:chExt cx="0" cy="0"/>
        </a:xfrm>
      </p:grpSpPr>
      <p:sp>
        <p:nvSpPr>
          <p:cNvPr id="920" name="Google Shape;920;p94"/>
          <p:cNvSpPr txBox="1"/>
          <p:nvPr/>
        </p:nvSpPr>
        <p:spPr>
          <a:xfrm>
            <a:off x="429500" y="4858875"/>
            <a:ext cx="1300200" cy="90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800">
                <a:solidFill>
                  <a:srgbClr val="202124"/>
                </a:solidFill>
                <a:latin typeface="Google Sans Medium"/>
                <a:ea typeface="Google Sans Medium"/>
                <a:cs typeface="Google Sans Medium"/>
                <a:sym typeface="Google Sans Medium"/>
              </a:rPr>
              <a:t>Google Cloud</a:t>
            </a:r>
            <a:endParaRPr sz="800">
              <a:solidFill>
                <a:srgbClr val="202124"/>
              </a:solidFill>
              <a:latin typeface="Google Sans Medium"/>
              <a:ea typeface="Google Sans Medium"/>
              <a:cs typeface="Google Sans Medium"/>
              <a:sym typeface="Google Sans Medium"/>
            </a:endParaRPr>
          </a:p>
        </p:txBody>
      </p:sp>
      <p:sp>
        <p:nvSpPr>
          <p:cNvPr id="921" name="Google Shape;921;p94"/>
          <p:cNvSpPr txBox="1"/>
          <p:nvPr/>
        </p:nvSpPr>
        <p:spPr>
          <a:xfrm>
            <a:off x="7417800" y="4875830"/>
            <a:ext cx="1300200" cy="79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800">
                <a:solidFill>
                  <a:srgbClr val="202124"/>
                </a:solidFill>
                <a:latin typeface="Google Sans Medium"/>
                <a:ea typeface="Google Sans Medium"/>
                <a:cs typeface="Google Sans Medium"/>
                <a:sym typeface="Google Sans Medium"/>
              </a:rPr>
              <a:t>0</a:t>
            </a:r>
            <a:fld id="{00000000-1234-1234-1234-123412341234}" type="slidenum">
              <a:rPr lang="en" sz="800">
                <a:solidFill>
                  <a:srgbClr val="202124"/>
                </a:solidFill>
                <a:latin typeface="Google Sans Medium"/>
                <a:ea typeface="Google Sans Medium"/>
                <a:cs typeface="Google Sans Medium"/>
                <a:sym typeface="Google Sans Medium"/>
              </a:rPr>
              <a:t>‹#›</a:t>
            </a:fld>
            <a:endParaRPr sz="800">
              <a:solidFill>
                <a:srgbClr val="202124"/>
              </a:solidFill>
              <a:latin typeface="Google Sans Medium"/>
              <a:ea typeface="Google Sans Medium"/>
              <a:cs typeface="Google Sans Medium"/>
              <a:sym typeface="Google Sans Medium"/>
            </a:endParaRPr>
          </a:p>
        </p:txBody>
      </p:sp>
      <p:sp>
        <p:nvSpPr>
          <p:cNvPr id="922" name="Google Shape;922;p94"/>
          <p:cNvSpPr txBox="1"/>
          <p:nvPr/>
        </p:nvSpPr>
        <p:spPr>
          <a:xfrm>
            <a:off x="7500900" y="183150"/>
            <a:ext cx="1300200" cy="909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Clr>
                <a:srgbClr val="3C4043"/>
              </a:buClr>
              <a:buSzPts val="1100"/>
              <a:buFont typeface="Arial"/>
              <a:buNone/>
            </a:pPr>
            <a:r>
              <a:rPr lang="en" sz="800">
                <a:solidFill>
                  <a:srgbClr val="202124"/>
                </a:solidFill>
                <a:latin typeface="Google Sans Medium"/>
                <a:ea typeface="Google Sans Medium"/>
                <a:cs typeface="Google Sans Medium"/>
                <a:sym typeface="Google Sans Medium"/>
              </a:rPr>
              <a:t>Proprietary &amp; Confidential</a:t>
            </a:r>
            <a:endParaRPr sz="800">
              <a:solidFill>
                <a:srgbClr val="202124"/>
              </a:solidFill>
              <a:latin typeface="Google Sans Medium"/>
              <a:ea typeface="Google Sans Medium"/>
              <a:cs typeface="Google Sans Medium"/>
              <a:sym typeface="Google Sans Medium"/>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1">
    <p:spTree>
      <p:nvGrpSpPr>
        <p:cNvPr id="923" name="Shape 923"/>
        <p:cNvGrpSpPr/>
        <p:nvPr/>
      </p:nvGrpSpPr>
      <p:grpSpPr>
        <a:xfrm>
          <a:off x="0" y="0"/>
          <a:ext cx="0" cy="0"/>
          <a:chOff x="0" y="0"/>
          <a:chExt cx="0" cy="0"/>
        </a:xfrm>
      </p:grpSpPr>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924" name="Shape 924"/>
        <p:cNvGrpSpPr/>
        <p:nvPr/>
      </p:nvGrpSpPr>
      <p:grpSpPr>
        <a:xfrm>
          <a:off x="0" y="0"/>
          <a:ext cx="0" cy="0"/>
          <a:chOff x="0" y="0"/>
          <a:chExt cx="0" cy="0"/>
        </a:xfrm>
      </p:grpSpPr>
      <p:sp>
        <p:nvSpPr>
          <p:cNvPr id="925" name="Google Shape;925;p9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26" name="Google Shape;926;p9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2200"/>
              </a:spcBef>
              <a:spcAft>
                <a:spcPts val="0"/>
              </a:spcAft>
              <a:buSzPts val="2800"/>
              <a:buNone/>
              <a:defRPr sz="2800"/>
            </a:lvl1pPr>
            <a:lvl2pPr lvl="1" algn="ctr">
              <a:lnSpc>
                <a:spcPct val="100000"/>
              </a:lnSpc>
              <a:spcBef>
                <a:spcPts val="2200"/>
              </a:spcBef>
              <a:spcAft>
                <a:spcPts val="0"/>
              </a:spcAft>
              <a:buSzPts val="2800"/>
              <a:buNone/>
              <a:defRPr sz="2800"/>
            </a:lvl2pPr>
            <a:lvl3pPr lvl="2" algn="ctr">
              <a:lnSpc>
                <a:spcPct val="100000"/>
              </a:lnSpc>
              <a:spcBef>
                <a:spcPts val="2200"/>
              </a:spcBef>
              <a:spcAft>
                <a:spcPts val="0"/>
              </a:spcAft>
              <a:buSzPts val="2800"/>
              <a:buNone/>
              <a:defRPr sz="2800"/>
            </a:lvl3pPr>
            <a:lvl4pPr lvl="3" algn="ctr">
              <a:lnSpc>
                <a:spcPct val="100000"/>
              </a:lnSpc>
              <a:spcBef>
                <a:spcPts val="2200"/>
              </a:spcBef>
              <a:spcAft>
                <a:spcPts val="0"/>
              </a:spcAft>
              <a:buSzPts val="2800"/>
              <a:buNone/>
              <a:defRPr sz="2800"/>
            </a:lvl4pPr>
            <a:lvl5pPr lvl="4" algn="ctr">
              <a:lnSpc>
                <a:spcPct val="100000"/>
              </a:lnSpc>
              <a:spcBef>
                <a:spcPts val="2200"/>
              </a:spcBef>
              <a:spcAft>
                <a:spcPts val="0"/>
              </a:spcAft>
              <a:buSzPts val="2800"/>
              <a:buNone/>
              <a:defRPr sz="2800"/>
            </a:lvl5pPr>
            <a:lvl6pPr lvl="5" algn="ctr">
              <a:lnSpc>
                <a:spcPct val="100000"/>
              </a:lnSpc>
              <a:spcBef>
                <a:spcPts val="2200"/>
              </a:spcBef>
              <a:spcAft>
                <a:spcPts val="0"/>
              </a:spcAft>
              <a:buSzPts val="2800"/>
              <a:buNone/>
              <a:defRPr sz="2800"/>
            </a:lvl6pPr>
            <a:lvl7pPr lvl="6" algn="ctr">
              <a:lnSpc>
                <a:spcPct val="100000"/>
              </a:lnSpc>
              <a:spcBef>
                <a:spcPts val="2200"/>
              </a:spcBef>
              <a:spcAft>
                <a:spcPts val="0"/>
              </a:spcAft>
              <a:buSzPts val="2800"/>
              <a:buNone/>
              <a:defRPr sz="2800"/>
            </a:lvl7pPr>
            <a:lvl8pPr lvl="7" algn="ctr">
              <a:lnSpc>
                <a:spcPct val="100000"/>
              </a:lnSpc>
              <a:spcBef>
                <a:spcPts val="2200"/>
              </a:spcBef>
              <a:spcAft>
                <a:spcPts val="0"/>
              </a:spcAft>
              <a:buSzPts val="2800"/>
              <a:buNone/>
              <a:defRPr sz="2800"/>
            </a:lvl8pPr>
            <a:lvl9pPr lvl="8" algn="ctr">
              <a:lnSpc>
                <a:spcPct val="100000"/>
              </a:lnSpc>
              <a:spcBef>
                <a:spcPts val="2200"/>
              </a:spcBef>
              <a:spcAft>
                <a:spcPts val="0"/>
              </a:spcAft>
              <a:buSzPts val="2800"/>
              <a:buNone/>
              <a:defRPr sz="2800"/>
            </a:lvl9pPr>
          </a:lstStyle>
          <a:p/>
        </p:txBody>
      </p:sp>
      <p:sp>
        <p:nvSpPr>
          <p:cNvPr id="927" name="Google Shape;927;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8" name="Shape 928"/>
        <p:cNvGrpSpPr/>
        <p:nvPr/>
      </p:nvGrpSpPr>
      <p:grpSpPr>
        <a:xfrm>
          <a:off x="0" y="0"/>
          <a:ext cx="0" cy="0"/>
          <a:chOff x="0" y="0"/>
          <a:chExt cx="0" cy="0"/>
        </a:xfrm>
      </p:grpSpPr>
      <p:sp>
        <p:nvSpPr>
          <p:cNvPr id="929" name="Google Shape;929;p97"/>
          <p:cNvSpPr txBox="1"/>
          <p:nvPr>
            <p:ph idx="1" type="body"/>
          </p:nvPr>
        </p:nvSpPr>
        <p:spPr>
          <a:xfrm>
            <a:off x="457200" y="1554480"/>
            <a:ext cx="3999900" cy="3416400"/>
          </a:xfrm>
          <a:prstGeom prst="rect">
            <a:avLst/>
          </a:prstGeom>
        </p:spPr>
        <p:txBody>
          <a:bodyPr anchorCtr="0" anchor="t" bIns="91425" lIns="91425" spcFirstLastPara="1" rIns="91425" wrap="square" tIns="91425">
            <a:noAutofit/>
          </a:bodyPr>
          <a:lstStyle>
            <a:lvl1pPr indent="-285750" lvl="0" marL="457200">
              <a:spcBef>
                <a:spcPts val="2200"/>
              </a:spcBef>
              <a:spcAft>
                <a:spcPts val="0"/>
              </a:spcAft>
              <a:buSzPts val="900"/>
              <a:buFont typeface="Google Sans Text"/>
              <a:buChar char="•"/>
              <a:defRPr>
                <a:latin typeface="Google Sans Text"/>
                <a:ea typeface="Google Sans Text"/>
                <a:cs typeface="Google Sans Text"/>
                <a:sym typeface="Google Sans Text"/>
              </a:defRPr>
            </a:lvl1pPr>
            <a:lvl2pPr indent="-285750" lvl="1" marL="914400">
              <a:spcBef>
                <a:spcPts val="2200"/>
              </a:spcBef>
              <a:spcAft>
                <a:spcPts val="0"/>
              </a:spcAft>
              <a:buSzPts val="900"/>
              <a:buFont typeface="Google Sans Text"/>
              <a:buChar char="•"/>
              <a:defRPr>
                <a:latin typeface="Google Sans Text"/>
                <a:ea typeface="Google Sans Text"/>
                <a:cs typeface="Google Sans Text"/>
                <a:sym typeface="Google Sans Text"/>
              </a:defRPr>
            </a:lvl2pPr>
            <a:lvl3pPr indent="-285750" lvl="2" marL="1371600">
              <a:spcBef>
                <a:spcPts val="2200"/>
              </a:spcBef>
              <a:spcAft>
                <a:spcPts val="0"/>
              </a:spcAft>
              <a:buSzPts val="900"/>
              <a:buFont typeface="Google Sans Text"/>
              <a:buChar char="•"/>
              <a:defRPr>
                <a:latin typeface="Google Sans Text"/>
                <a:ea typeface="Google Sans Text"/>
                <a:cs typeface="Google Sans Text"/>
                <a:sym typeface="Google Sans Text"/>
              </a:defRPr>
            </a:lvl3pPr>
            <a:lvl4pPr indent="-285750" lvl="3" marL="1828800">
              <a:spcBef>
                <a:spcPts val="2200"/>
              </a:spcBef>
              <a:spcAft>
                <a:spcPts val="0"/>
              </a:spcAft>
              <a:buSzPts val="900"/>
              <a:buFont typeface="Google Sans Text"/>
              <a:buChar char="•"/>
              <a:defRPr>
                <a:latin typeface="Google Sans Text"/>
                <a:ea typeface="Google Sans Text"/>
                <a:cs typeface="Google Sans Text"/>
                <a:sym typeface="Google Sans Text"/>
              </a:defRPr>
            </a:lvl4pPr>
            <a:lvl5pPr indent="-285750" lvl="4" marL="2286000">
              <a:spcBef>
                <a:spcPts val="2200"/>
              </a:spcBef>
              <a:spcAft>
                <a:spcPts val="0"/>
              </a:spcAft>
              <a:buSzPts val="900"/>
              <a:buFont typeface="Google Sans Text"/>
              <a:buChar char="•"/>
              <a:defRPr>
                <a:latin typeface="Google Sans Text"/>
                <a:ea typeface="Google Sans Text"/>
                <a:cs typeface="Google Sans Text"/>
                <a:sym typeface="Google Sans Text"/>
              </a:defRPr>
            </a:lvl5pPr>
            <a:lvl6pPr indent="-285750" lvl="5" marL="2743200">
              <a:spcBef>
                <a:spcPts val="2200"/>
              </a:spcBef>
              <a:spcAft>
                <a:spcPts val="0"/>
              </a:spcAft>
              <a:buSzPts val="900"/>
              <a:buFont typeface="Google Sans Text"/>
              <a:buChar char="•"/>
              <a:defRPr>
                <a:latin typeface="Google Sans Text"/>
                <a:ea typeface="Google Sans Text"/>
                <a:cs typeface="Google Sans Text"/>
                <a:sym typeface="Google Sans Text"/>
              </a:defRPr>
            </a:lvl6pPr>
            <a:lvl7pPr indent="-285750" lvl="6" marL="3200400">
              <a:spcBef>
                <a:spcPts val="2200"/>
              </a:spcBef>
              <a:spcAft>
                <a:spcPts val="0"/>
              </a:spcAft>
              <a:buSzPts val="900"/>
              <a:buFont typeface="Google Sans Text"/>
              <a:buChar char="•"/>
              <a:defRPr>
                <a:latin typeface="Google Sans Text"/>
                <a:ea typeface="Google Sans Text"/>
                <a:cs typeface="Google Sans Text"/>
                <a:sym typeface="Google Sans Text"/>
              </a:defRPr>
            </a:lvl7pPr>
            <a:lvl8pPr indent="-285750" lvl="7" marL="3657600">
              <a:spcBef>
                <a:spcPts val="2200"/>
              </a:spcBef>
              <a:spcAft>
                <a:spcPts val="0"/>
              </a:spcAft>
              <a:buSzPts val="900"/>
              <a:buFont typeface="Google Sans Text"/>
              <a:buChar char="•"/>
              <a:defRPr>
                <a:latin typeface="Google Sans Text"/>
                <a:ea typeface="Google Sans Text"/>
                <a:cs typeface="Google Sans Text"/>
                <a:sym typeface="Google Sans Text"/>
              </a:defRPr>
            </a:lvl8pPr>
            <a:lvl9pPr indent="-285750" lvl="8" marL="4114800">
              <a:spcBef>
                <a:spcPts val="2200"/>
              </a:spcBef>
              <a:spcAft>
                <a:spcPts val="0"/>
              </a:spcAft>
              <a:buSzPts val="900"/>
              <a:buFont typeface="Google Sans Text"/>
              <a:buChar char="•"/>
              <a:defRPr>
                <a:latin typeface="Google Sans Text"/>
                <a:ea typeface="Google Sans Text"/>
                <a:cs typeface="Google Sans Text"/>
                <a:sym typeface="Google Sans Text"/>
              </a:defRPr>
            </a:lvl9pPr>
          </a:lstStyle>
          <a:p/>
        </p:txBody>
      </p:sp>
      <p:sp>
        <p:nvSpPr>
          <p:cNvPr id="930" name="Google Shape;930;p97"/>
          <p:cNvSpPr txBox="1"/>
          <p:nvPr>
            <p:ph idx="2" type="body"/>
          </p:nvPr>
        </p:nvSpPr>
        <p:spPr>
          <a:xfrm>
            <a:off x="4800600" y="1554480"/>
            <a:ext cx="3999900" cy="3416400"/>
          </a:xfrm>
          <a:prstGeom prst="rect">
            <a:avLst/>
          </a:prstGeom>
        </p:spPr>
        <p:txBody>
          <a:bodyPr anchorCtr="0" anchor="t" bIns="91425" lIns="91425" spcFirstLastPara="1" rIns="91425" wrap="square" tIns="91425">
            <a:noAutofit/>
          </a:bodyPr>
          <a:lstStyle>
            <a:lvl1pPr indent="-317500" lvl="0" marL="457200">
              <a:spcBef>
                <a:spcPts val="2200"/>
              </a:spcBef>
              <a:spcAft>
                <a:spcPts val="0"/>
              </a:spcAft>
              <a:buSzPts val="1400"/>
              <a:buFont typeface="Google Sans Text"/>
              <a:buChar char="•"/>
              <a:defRPr sz="1400">
                <a:latin typeface="Google Sans Text"/>
                <a:ea typeface="Google Sans Text"/>
                <a:cs typeface="Google Sans Text"/>
                <a:sym typeface="Google Sans Text"/>
              </a:defRPr>
            </a:lvl1pPr>
            <a:lvl2pPr indent="-304800" lvl="1" marL="914400">
              <a:spcBef>
                <a:spcPts val="2200"/>
              </a:spcBef>
              <a:spcAft>
                <a:spcPts val="0"/>
              </a:spcAft>
              <a:buSzPts val="1200"/>
              <a:buFont typeface="Google Sans Text"/>
              <a:buChar char="•"/>
              <a:defRPr sz="1200">
                <a:latin typeface="Google Sans Text"/>
                <a:ea typeface="Google Sans Text"/>
                <a:cs typeface="Google Sans Text"/>
                <a:sym typeface="Google Sans Text"/>
              </a:defRPr>
            </a:lvl2pPr>
            <a:lvl3pPr indent="-304800" lvl="2" marL="1371600">
              <a:spcBef>
                <a:spcPts val="2200"/>
              </a:spcBef>
              <a:spcAft>
                <a:spcPts val="0"/>
              </a:spcAft>
              <a:buSzPts val="1200"/>
              <a:buFont typeface="Google Sans Text"/>
              <a:buChar char="•"/>
              <a:defRPr sz="1200">
                <a:latin typeface="Google Sans Text"/>
                <a:ea typeface="Google Sans Text"/>
                <a:cs typeface="Google Sans Text"/>
                <a:sym typeface="Google Sans Text"/>
              </a:defRPr>
            </a:lvl3pPr>
            <a:lvl4pPr indent="-304800" lvl="3" marL="1828800">
              <a:spcBef>
                <a:spcPts val="2200"/>
              </a:spcBef>
              <a:spcAft>
                <a:spcPts val="0"/>
              </a:spcAft>
              <a:buSzPts val="1200"/>
              <a:buFont typeface="Google Sans Text"/>
              <a:buChar char="•"/>
              <a:defRPr sz="1200">
                <a:latin typeface="Google Sans Text"/>
                <a:ea typeface="Google Sans Text"/>
                <a:cs typeface="Google Sans Text"/>
                <a:sym typeface="Google Sans Text"/>
              </a:defRPr>
            </a:lvl4pPr>
            <a:lvl5pPr indent="-304800" lvl="4" marL="2286000">
              <a:spcBef>
                <a:spcPts val="2200"/>
              </a:spcBef>
              <a:spcAft>
                <a:spcPts val="0"/>
              </a:spcAft>
              <a:buSzPts val="1200"/>
              <a:buFont typeface="Google Sans Text"/>
              <a:buChar char="•"/>
              <a:defRPr sz="1200">
                <a:latin typeface="Google Sans Text"/>
                <a:ea typeface="Google Sans Text"/>
                <a:cs typeface="Google Sans Text"/>
                <a:sym typeface="Google Sans Text"/>
              </a:defRPr>
            </a:lvl5pPr>
            <a:lvl6pPr indent="-304800" lvl="5" marL="2743200">
              <a:spcBef>
                <a:spcPts val="2200"/>
              </a:spcBef>
              <a:spcAft>
                <a:spcPts val="0"/>
              </a:spcAft>
              <a:buSzPts val="1200"/>
              <a:buFont typeface="Google Sans Text"/>
              <a:buChar char="•"/>
              <a:defRPr sz="1200">
                <a:latin typeface="Google Sans Text"/>
                <a:ea typeface="Google Sans Text"/>
                <a:cs typeface="Google Sans Text"/>
                <a:sym typeface="Google Sans Text"/>
              </a:defRPr>
            </a:lvl6pPr>
            <a:lvl7pPr indent="-304800" lvl="6" marL="3200400">
              <a:spcBef>
                <a:spcPts val="2200"/>
              </a:spcBef>
              <a:spcAft>
                <a:spcPts val="0"/>
              </a:spcAft>
              <a:buSzPts val="1200"/>
              <a:buFont typeface="Google Sans Text"/>
              <a:buChar char="•"/>
              <a:defRPr sz="1200">
                <a:latin typeface="Google Sans Text"/>
                <a:ea typeface="Google Sans Text"/>
                <a:cs typeface="Google Sans Text"/>
                <a:sym typeface="Google Sans Text"/>
              </a:defRPr>
            </a:lvl7pPr>
            <a:lvl8pPr indent="-304800" lvl="7" marL="3657600">
              <a:spcBef>
                <a:spcPts val="2200"/>
              </a:spcBef>
              <a:spcAft>
                <a:spcPts val="0"/>
              </a:spcAft>
              <a:buSzPts val="1200"/>
              <a:buFont typeface="Google Sans Text"/>
              <a:buChar char="•"/>
              <a:defRPr sz="1200">
                <a:latin typeface="Google Sans Text"/>
                <a:ea typeface="Google Sans Text"/>
                <a:cs typeface="Google Sans Text"/>
                <a:sym typeface="Google Sans Text"/>
              </a:defRPr>
            </a:lvl8pPr>
            <a:lvl9pPr indent="-304800" lvl="8" marL="4114800">
              <a:spcBef>
                <a:spcPts val="2200"/>
              </a:spcBef>
              <a:spcAft>
                <a:spcPts val="0"/>
              </a:spcAft>
              <a:buSzPts val="1200"/>
              <a:buFont typeface="Google Sans Text"/>
              <a:buChar char="•"/>
              <a:defRPr sz="1200">
                <a:latin typeface="Google Sans Text"/>
                <a:ea typeface="Google Sans Text"/>
                <a:cs typeface="Google Sans Text"/>
                <a:sym typeface="Google Sans Text"/>
              </a:defRPr>
            </a:lvl9pPr>
          </a:lstStyle>
          <a:p/>
        </p:txBody>
      </p:sp>
      <p:sp>
        <p:nvSpPr>
          <p:cNvPr id="931" name="Google Shape;931;p97"/>
          <p:cNvSpPr txBox="1"/>
          <p:nvPr/>
        </p:nvSpPr>
        <p:spPr>
          <a:xfrm>
            <a:off x="457200" y="4800600"/>
            <a:ext cx="2625000" cy="14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oogle Sans Text"/>
                <a:ea typeface="Google Sans Text"/>
                <a:cs typeface="Google Sans Text"/>
                <a:sym typeface="Google Sans Text"/>
              </a:rPr>
              <a:t>Google Cloud</a:t>
            </a:r>
            <a:endParaRPr sz="800">
              <a:solidFill>
                <a:schemeClr val="dk1"/>
              </a:solidFill>
              <a:latin typeface="Google Sans Text"/>
              <a:ea typeface="Google Sans Text"/>
              <a:cs typeface="Google Sans Text"/>
              <a:sym typeface="Google Sans Text"/>
            </a:endParaRPr>
          </a:p>
        </p:txBody>
      </p:sp>
      <p:sp>
        <p:nvSpPr>
          <p:cNvPr id="932" name="Google Shape;932;p97"/>
          <p:cNvSpPr txBox="1"/>
          <p:nvPr>
            <p:ph idx="12" type="sldNum"/>
          </p:nvPr>
        </p:nvSpPr>
        <p:spPr>
          <a:xfrm>
            <a:off x="8004300" y="4663225"/>
            <a:ext cx="683700" cy="393600"/>
          </a:xfrm>
          <a:prstGeom prst="rect">
            <a:avLst/>
          </a:prstGeom>
          <a:noFill/>
          <a:ln>
            <a:noFill/>
          </a:ln>
        </p:spPr>
        <p:txBody>
          <a:bodyPr anchorCtr="0" anchor="ctr" bIns="91425" lIns="91425" spcFirstLastPara="1" rIns="91425" wrap="square" tIns="91425">
            <a:noAutofit/>
          </a:bodyPr>
          <a:lstStyle>
            <a:lvl1pPr lvl="0" algn="r">
              <a:buNone/>
              <a:defRPr sz="800">
                <a:solidFill>
                  <a:schemeClr val="dk1"/>
                </a:solidFill>
                <a:latin typeface="Google Sans Text"/>
                <a:ea typeface="Google Sans Text"/>
                <a:cs typeface="Google Sans Text"/>
                <a:sym typeface="Google Sans Text"/>
              </a:defRPr>
            </a:lvl1pPr>
            <a:lvl2pPr lvl="1" algn="r">
              <a:buNone/>
              <a:defRPr sz="800">
                <a:solidFill>
                  <a:schemeClr val="dk1"/>
                </a:solidFill>
                <a:latin typeface="Google Sans Text"/>
                <a:ea typeface="Google Sans Text"/>
                <a:cs typeface="Google Sans Text"/>
                <a:sym typeface="Google Sans Text"/>
              </a:defRPr>
            </a:lvl2pPr>
            <a:lvl3pPr lvl="2" algn="r">
              <a:buNone/>
              <a:defRPr sz="800">
                <a:solidFill>
                  <a:schemeClr val="dk1"/>
                </a:solidFill>
                <a:latin typeface="Google Sans Text"/>
                <a:ea typeface="Google Sans Text"/>
                <a:cs typeface="Google Sans Text"/>
                <a:sym typeface="Google Sans Text"/>
              </a:defRPr>
            </a:lvl3pPr>
            <a:lvl4pPr lvl="3" algn="r">
              <a:buNone/>
              <a:defRPr sz="800">
                <a:solidFill>
                  <a:schemeClr val="dk1"/>
                </a:solidFill>
                <a:latin typeface="Google Sans Text"/>
                <a:ea typeface="Google Sans Text"/>
                <a:cs typeface="Google Sans Text"/>
                <a:sym typeface="Google Sans Text"/>
              </a:defRPr>
            </a:lvl4pPr>
            <a:lvl5pPr lvl="4" algn="r">
              <a:buNone/>
              <a:defRPr sz="800">
                <a:solidFill>
                  <a:schemeClr val="dk1"/>
                </a:solidFill>
                <a:latin typeface="Google Sans Text"/>
                <a:ea typeface="Google Sans Text"/>
                <a:cs typeface="Google Sans Text"/>
                <a:sym typeface="Google Sans Text"/>
              </a:defRPr>
            </a:lvl5pPr>
            <a:lvl6pPr lvl="5" algn="r">
              <a:buNone/>
              <a:defRPr sz="800">
                <a:solidFill>
                  <a:schemeClr val="dk1"/>
                </a:solidFill>
                <a:latin typeface="Google Sans Text"/>
                <a:ea typeface="Google Sans Text"/>
                <a:cs typeface="Google Sans Text"/>
                <a:sym typeface="Google Sans Text"/>
              </a:defRPr>
            </a:lvl6pPr>
            <a:lvl7pPr lvl="6" algn="r">
              <a:buNone/>
              <a:defRPr sz="800">
                <a:solidFill>
                  <a:schemeClr val="dk1"/>
                </a:solidFill>
                <a:latin typeface="Google Sans Text"/>
                <a:ea typeface="Google Sans Text"/>
                <a:cs typeface="Google Sans Text"/>
                <a:sym typeface="Google Sans Text"/>
              </a:defRPr>
            </a:lvl7pPr>
            <a:lvl8pPr lvl="7" algn="r">
              <a:buNone/>
              <a:defRPr sz="800">
                <a:solidFill>
                  <a:schemeClr val="dk1"/>
                </a:solidFill>
                <a:latin typeface="Google Sans Text"/>
                <a:ea typeface="Google Sans Text"/>
                <a:cs typeface="Google Sans Text"/>
                <a:sym typeface="Google Sans Text"/>
              </a:defRPr>
            </a:lvl8pPr>
            <a:lvl9pPr lvl="8" algn="r">
              <a:buNone/>
              <a:defRPr sz="800">
                <a:solidFill>
                  <a:schemeClr val="dk1"/>
                </a:solidFill>
                <a:latin typeface="Google Sans Text"/>
                <a:ea typeface="Google Sans Text"/>
                <a:cs typeface="Google Sans Text"/>
                <a:sym typeface="Google Sans Text"/>
              </a:defRPr>
            </a:lvl9pPr>
          </a:lstStyle>
          <a:p>
            <a:pPr indent="0" lvl="0" marL="0" rtl="0" algn="r">
              <a:spcBef>
                <a:spcPts val="0"/>
              </a:spcBef>
              <a:spcAft>
                <a:spcPts val="0"/>
              </a:spcAft>
              <a:buNone/>
            </a:pPr>
            <a:r>
              <a:rPr lang="en"/>
              <a:t>   </a:t>
            </a:r>
            <a:fld id="{00000000-1234-1234-1234-123412341234}" type="slidenum">
              <a:rPr lang="en"/>
              <a:t>‹#›</a:t>
            </a:fld>
            <a:endParaRPr/>
          </a:p>
        </p:txBody>
      </p:sp>
      <p:sp>
        <p:nvSpPr>
          <p:cNvPr id="933" name="Google Shape;933;p97"/>
          <p:cNvSpPr txBox="1"/>
          <p:nvPr/>
        </p:nvSpPr>
        <p:spPr>
          <a:xfrm>
            <a:off x="5643933" y="4800600"/>
            <a:ext cx="2625000" cy="1410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chemeClr val="dk1"/>
                </a:solidFill>
                <a:latin typeface="Google Sans Text"/>
                <a:ea typeface="Google Sans Text"/>
                <a:cs typeface="Google Sans Text"/>
                <a:sym typeface="Google Sans Text"/>
              </a:rPr>
              <a:t>Proprietary &amp; Confidential</a:t>
            </a:r>
            <a:endParaRPr sz="800">
              <a:solidFill>
                <a:schemeClr val="dk1"/>
              </a:solidFill>
              <a:latin typeface="Google Sans Text"/>
              <a:ea typeface="Google Sans Text"/>
              <a:cs typeface="Google Sans Text"/>
              <a:sym typeface="Google Sans Text"/>
            </a:endParaRPr>
          </a:p>
        </p:txBody>
      </p:sp>
      <p:sp>
        <p:nvSpPr>
          <p:cNvPr id="934" name="Google Shape;934;p97"/>
          <p:cNvSpPr txBox="1"/>
          <p:nvPr>
            <p:ph type="title"/>
          </p:nvPr>
        </p:nvSpPr>
        <p:spPr>
          <a:xfrm>
            <a:off x="453825" y="641950"/>
            <a:ext cx="7924500" cy="1262400"/>
          </a:xfrm>
          <a:prstGeom prst="rect">
            <a:avLst/>
          </a:prstGeom>
          <a:noFill/>
        </p:spPr>
        <p:txBody>
          <a:bodyPr anchorCtr="0" anchor="t" bIns="0" lIns="0" spcFirstLastPara="1" rIns="0" wrap="square" tIns="0">
            <a:noAutofit/>
          </a:bodyPr>
          <a:lstStyle>
            <a:lvl1pPr lvl="0">
              <a:lnSpc>
                <a:spcPct val="90000"/>
              </a:lnSpc>
              <a:spcBef>
                <a:spcPts val="0"/>
              </a:spcBef>
              <a:spcAft>
                <a:spcPts val="0"/>
              </a:spcAft>
              <a:buSzPts val="3000"/>
              <a:buFont typeface="Google Sans"/>
              <a:buNone/>
              <a:defRPr b="1" sz="3000">
                <a:latin typeface="Google Sans"/>
                <a:ea typeface="Google Sans"/>
                <a:cs typeface="Google Sans"/>
                <a:sym typeface="Google Sans"/>
              </a:defRPr>
            </a:lvl1pPr>
            <a:lvl2pPr lvl="1">
              <a:lnSpc>
                <a:spcPct val="90000"/>
              </a:lnSpc>
              <a:spcBef>
                <a:spcPts val="0"/>
              </a:spcBef>
              <a:spcAft>
                <a:spcPts val="0"/>
              </a:spcAft>
              <a:buSzPts val="3000"/>
              <a:buFont typeface="Google Sans"/>
              <a:buNone/>
              <a:defRPr b="1" sz="3000">
                <a:latin typeface="Google Sans"/>
                <a:ea typeface="Google Sans"/>
                <a:cs typeface="Google Sans"/>
                <a:sym typeface="Google Sans"/>
              </a:defRPr>
            </a:lvl2pPr>
            <a:lvl3pPr lvl="2">
              <a:lnSpc>
                <a:spcPct val="90000"/>
              </a:lnSpc>
              <a:spcBef>
                <a:spcPts val="0"/>
              </a:spcBef>
              <a:spcAft>
                <a:spcPts val="0"/>
              </a:spcAft>
              <a:buSzPts val="3000"/>
              <a:buFont typeface="Google Sans"/>
              <a:buNone/>
              <a:defRPr b="1" sz="3000">
                <a:latin typeface="Google Sans"/>
                <a:ea typeface="Google Sans"/>
                <a:cs typeface="Google Sans"/>
                <a:sym typeface="Google Sans"/>
              </a:defRPr>
            </a:lvl3pPr>
            <a:lvl4pPr lvl="3">
              <a:lnSpc>
                <a:spcPct val="90000"/>
              </a:lnSpc>
              <a:spcBef>
                <a:spcPts val="0"/>
              </a:spcBef>
              <a:spcAft>
                <a:spcPts val="0"/>
              </a:spcAft>
              <a:buSzPts val="3000"/>
              <a:buFont typeface="Google Sans"/>
              <a:buNone/>
              <a:defRPr b="1" sz="3000">
                <a:latin typeface="Google Sans"/>
                <a:ea typeface="Google Sans"/>
                <a:cs typeface="Google Sans"/>
                <a:sym typeface="Google Sans"/>
              </a:defRPr>
            </a:lvl4pPr>
            <a:lvl5pPr lvl="4">
              <a:lnSpc>
                <a:spcPct val="90000"/>
              </a:lnSpc>
              <a:spcBef>
                <a:spcPts val="0"/>
              </a:spcBef>
              <a:spcAft>
                <a:spcPts val="0"/>
              </a:spcAft>
              <a:buSzPts val="3000"/>
              <a:buFont typeface="Google Sans"/>
              <a:buNone/>
              <a:defRPr b="1" sz="3000">
                <a:latin typeface="Google Sans"/>
                <a:ea typeface="Google Sans"/>
                <a:cs typeface="Google Sans"/>
                <a:sym typeface="Google Sans"/>
              </a:defRPr>
            </a:lvl5pPr>
            <a:lvl6pPr lvl="5">
              <a:lnSpc>
                <a:spcPct val="90000"/>
              </a:lnSpc>
              <a:spcBef>
                <a:spcPts val="0"/>
              </a:spcBef>
              <a:spcAft>
                <a:spcPts val="0"/>
              </a:spcAft>
              <a:buSzPts val="3000"/>
              <a:buFont typeface="Google Sans"/>
              <a:buNone/>
              <a:defRPr b="1" sz="3000">
                <a:latin typeface="Google Sans"/>
                <a:ea typeface="Google Sans"/>
                <a:cs typeface="Google Sans"/>
                <a:sym typeface="Google Sans"/>
              </a:defRPr>
            </a:lvl6pPr>
            <a:lvl7pPr lvl="6">
              <a:lnSpc>
                <a:spcPct val="90000"/>
              </a:lnSpc>
              <a:spcBef>
                <a:spcPts val="0"/>
              </a:spcBef>
              <a:spcAft>
                <a:spcPts val="0"/>
              </a:spcAft>
              <a:buSzPts val="3000"/>
              <a:buFont typeface="Google Sans"/>
              <a:buNone/>
              <a:defRPr b="1" sz="3000">
                <a:latin typeface="Google Sans"/>
                <a:ea typeface="Google Sans"/>
                <a:cs typeface="Google Sans"/>
                <a:sym typeface="Google Sans"/>
              </a:defRPr>
            </a:lvl7pPr>
            <a:lvl8pPr lvl="7">
              <a:lnSpc>
                <a:spcPct val="90000"/>
              </a:lnSpc>
              <a:spcBef>
                <a:spcPts val="0"/>
              </a:spcBef>
              <a:spcAft>
                <a:spcPts val="0"/>
              </a:spcAft>
              <a:buSzPts val="3000"/>
              <a:buFont typeface="Google Sans"/>
              <a:buNone/>
              <a:defRPr b="1" sz="3000">
                <a:latin typeface="Google Sans"/>
                <a:ea typeface="Google Sans"/>
                <a:cs typeface="Google Sans"/>
                <a:sym typeface="Google Sans"/>
              </a:defRPr>
            </a:lvl8pPr>
            <a:lvl9pPr lvl="8">
              <a:lnSpc>
                <a:spcPct val="90000"/>
              </a:lnSpc>
              <a:spcBef>
                <a:spcPts val="0"/>
              </a:spcBef>
              <a:spcAft>
                <a:spcPts val="0"/>
              </a:spcAft>
              <a:buSzPts val="3000"/>
              <a:buFont typeface="Google Sans"/>
              <a:buNone/>
              <a:defRPr b="1" sz="3000">
                <a:latin typeface="Google Sans"/>
                <a:ea typeface="Google Sans"/>
                <a:cs typeface="Google Sans"/>
                <a:sym typeface="Google Sa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1.xml"/><Relationship Id="rId42" Type="http://schemas.openxmlformats.org/officeDocument/2006/relationships/slideLayout" Target="../slideLayouts/slideLayout83.xml"/><Relationship Id="rId41" Type="http://schemas.openxmlformats.org/officeDocument/2006/relationships/slideLayout" Target="../slideLayouts/slideLayout82.xml"/><Relationship Id="rId44" Type="http://schemas.openxmlformats.org/officeDocument/2006/relationships/slideLayout" Target="../slideLayouts/slideLayout85.xml"/><Relationship Id="rId43" Type="http://schemas.openxmlformats.org/officeDocument/2006/relationships/slideLayout" Target="../slideLayouts/slideLayout84.xml"/><Relationship Id="rId46" Type="http://schemas.openxmlformats.org/officeDocument/2006/relationships/slideLayout" Target="../slideLayouts/slideLayout87.xml"/><Relationship Id="rId45" Type="http://schemas.openxmlformats.org/officeDocument/2006/relationships/slideLayout" Target="../slideLayouts/slideLayout86.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48" Type="http://schemas.openxmlformats.org/officeDocument/2006/relationships/slideLayout" Target="../slideLayouts/slideLayout89.xml"/><Relationship Id="rId47" Type="http://schemas.openxmlformats.org/officeDocument/2006/relationships/slideLayout" Target="../slideLayouts/slideLayout88.xml"/><Relationship Id="rId49" Type="http://schemas.openxmlformats.org/officeDocument/2006/relationships/slideLayout" Target="../slideLayouts/slideLayout90.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33" Type="http://schemas.openxmlformats.org/officeDocument/2006/relationships/slideLayout" Target="../slideLayouts/slideLayout74.xml"/><Relationship Id="rId32" Type="http://schemas.openxmlformats.org/officeDocument/2006/relationships/slideLayout" Target="../slideLayouts/slideLayout73.xml"/><Relationship Id="rId35" Type="http://schemas.openxmlformats.org/officeDocument/2006/relationships/slideLayout" Target="../slideLayouts/slideLayout76.xml"/><Relationship Id="rId34" Type="http://schemas.openxmlformats.org/officeDocument/2006/relationships/slideLayout" Target="../slideLayouts/slideLayout75.xml"/><Relationship Id="rId37" Type="http://schemas.openxmlformats.org/officeDocument/2006/relationships/slideLayout" Target="../slideLayouts/slideLayout78.xml"/><Relationship Id="rId36" Type="http://schemas.openxmlformats.org/officeDocument/2006/relationships/slideLayout" Target="../slideLayouts/slideLayout77.xml"/><Relationship Id="rId39" Type="http://schemas.openxmlformats.org/officeDocument/2006/relationships/slideLayout" Target="../slideLayouts/slideLayout80.xml"/><Relationship Id="rId38" Type="http://schemas.openxmlformats.org/officeDocument/2006/relationships/slideLayout" Target="../slideLayouts/slideLayout79.xml"/><Relationship Id="rId20" Type="http://schemas.openxmlformats.org/officeDocument/2006/relationships/slideLayout" Target="../slideLayouts/slideLayout61.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29" Type="http://schemas.openxmlformats.org/officeDocument/2006/relationships/slideLayout" Target="../slideLayouts/slideLayout70.xml"/><Relationship Id="rId51" Type="http://schemas.openxmlformats.org/officeDocument/2006/relationships/slideLayout" Target="../slideLayouts/slideLayout92.xml"/><Relationship Id="rId50" Type="http://schemas.openxmlformats.org/officeDocument/2006/relationships/slideLayout" Target="../slideLayouts/slideLayout91.xml"/><Relationship Id="rId53" Type="http://schemas.openxmlformats.org/officeDocument/2006/relationships/slideLayout" Target="../slideLayouts/slideLayout94.xml"/><Relationship Id="rId52" Type="http://schemas.openxmlformats.org/officeDocument/2006/relationships/slideLayout" Target="../slideLayouts/slideLayout93.xml"/><Relationship Id="rId11" Type="http://schemas.openxmlformats.org/officeDocument/2006/relationships/slideLayout" Target="../slideLayouts/slideLayout52.xml"/><Relationship Id="rId55" Type="http://schemas.openxmlformats.org/officeDocument/2006/relationships/theme" Target="../theme/theme3.xml"/><Relationship Id="rId10" Type="http://schemas.openxmlformats.org/officeDocument/2006/relationships/slideLayout" Target="../slideLayouts/slideLayout51.xml"/><Relationship Id="rId54" Type="http://schemas.openxmlformats.org/officeDocument/2006/relationships/slideLayout" Target="../slideLayouts/slideLayout95.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57200" y="1535475"/>
            <a:ext cx="8229300" cy="3152700"/>
          </a:xfrm>
          <a:prstGeom prst="rect">
            <a:avLst/>
          </a:prstGeom>
          <a:noFill/>
          <a:ln>
            <a:noFill/>
          </a:ln>
        </p:spPr>
        <p:txBody>
          <a:bodyPr anchorCtr="0" anchor="t" bIns="0" lIns="0" spcFirstLastPara="1" rIns="0" wrap="square" tIns="0">
            <a:spAutoFit/>
          </a:bodyPr>
          <a:lstStyle>
            <a:lvl1pPr indent="-292100" lvl="0" marL="4572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1pPr>
            <a:lvl2pPr indent="-292100" lvl="1" marL="9144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2pPr>
            <a:lvl3pPr indent="-292100" lvl="2" marL="13716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3pPr>
            <a:lvl4pPr indent="-292100" lvl="3" marL="18288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4pPr>
            <a:lvl5pPr indent="-292100" lvl="4" marL="22860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5pPr>
            <a:lvl6pPr indent="-292100" lvl="5" marL="27432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6pPr>
            <a:lvl7pPr indent="-292100" lvl="6" marL="32004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7pPr>
            <a:lvl8pPr indent="-292100" lvl="7" marL="36576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8pPr>
            <a:lvl9pPr indent="-292100" lvl="8" marL="4114800">
              <a:lnSpc>
                <a:spcPct val="115000"/>
              </a:lnSpc>
              <a:spcBef>
                <a:spcPts val="0"/>
              </a:spcBef>
              <a:spcAft>
                <a:spcPts val="0"/>
              </a:spcAft>
              <a:buClr>
                <a:schemeClr val="dk2"/>
              </a:buClr>
              <a:buSzPts val="1000"/>
              <a:buFont typeface="Google Sans Text"/>
              <a:buChar char="■"/>
              <a:defRPr sz="1000">
                <a:solidFill>
                  <a:schemeClr val="dk2"/>
                </a:solidFill>
                <a:latin typeface="Google Sans Text"/>
                <a:ea typeface="Google Sans Text"/>
                <a:cs typeface="Google Sans Text"/>
                <a:sym typeface="Google Sans Text"/>
              </a:defRPr>
            </a:lvl9pPr>
          </a:lstStyle>
          <a:p/>
        </p:txBody>
      </p:sp>
      <p:sp>
        <p:nvSpPr>
          <p:cNvPr id="7" name="Google Shape;7;p1"/>
          <p:cNvSpPr txBox="1"/>
          <p:nvPr>
            <p:ph type="title"/>
          </p:nvPr>
        </p:nvSpPr>
        <p:spPr>
          <a:xfrm>
            <a:off x="457200" y="457200"/>
            <a:ext cx="8229300" cy="310800"/>
          </a:xfrm>
          <a:prstGeom prst="rect">
            <a:avLst/>
          </a:prstGeom>
          <a:noFill/>
          <a:ln>
            <a:noFill/>
          </a:ln>
        </p:spPr>
        <p:txBody>
          <a:bodyPr anchorCtr="0" anchor="t" bIns="0" lIns="0" spcFirstLastPara="1" rIns="0" wrap="square" tIns="0">
            <a:spAutoFit/>
          </a:bodyPr>
          <a:lstStyle>
            <a:lvl1pPr lvl="0">
              <a:spcBef>
                <a:spcPts val="0"/>
              </a:spcBef>
              <a:spcAft>
                <a:spcPts val="0"/>
              </a:spcAft>
              <a:buClr>
                <a:schemeClr val="dk1"/>
              </a:buClr>
              <a:buSzPts val="2000"/>
              <a:buFont typeface="Google Sans"/>
              <a:buNone/>
              <a:defRPr sz="2000">
                <a:solidFill>
                  <a:schemeClr val="dk1"/>
                </a:solidFill>
                <a:latin typeface="Google Sans"/>
                <a:ea typeface="Google Sans"/>
                <a:cs typeface="Google Sans"/>
                <a:sym typeface="Google Sans"/>
              </a:defRPr>
            </a:lvl1pPr>
            <a:lvl2pPr lvl="1">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2pPr>
            <a:lvl3pPr lvl="2">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3pPr>
            <a:lvl4pPr lvl="3">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4pPr>
            <a:lvl5pPr lvl="4">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5pPr>
            <a:lvl6pPr lvl="5">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6pPr>
            <a:lvl7pPr lvl="6">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7pPr>
            <a:lvl8pPr lvl="7">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8pPr>
            <a:lvl9pPr lvl="8">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9pPr>
          </a:lstStyle>
          <a:p/>
        </p:txBody>
      </p:sp>
      <p:sp>
        <p:nvSpPr>
          <p:cNvPr id="8" name="Google Shape;8;p1"/>
          <p:cNvSpPr txBox="1"/>
          <p:nvPr>
            <p:ph idx="12" type="sldNum"/>
          </p:nvPr>
        </p:nvSpPr>
        <p:spPr>
          <a:xfrm>
            <a:off x="8771700" y="4874225"/>
            <a:ext cx="372300" cy="92400"/>
          </a:xfrm>
          <a:prstGeom prst="rect">
            <a:avLst/>
          </a:prstGeom>
          <a:noFill/>
          <a:ln>
            <a:noFill/>
          </a:ln>
        </p:spPr>
        <p:txBody>
          <a:bodyPr anchorCtr="0" anchor="ctr" bIns="0" lIns="91425" spcFirstLastPara="1" rIns="91425" wrap="square" tIns="0">
            <a:normAutofit/>
          </a:bodyPr>
          <a:lstStyle>
            <a:lvl1pPr lvl="0">
              <a:lnSpc>
                <a:spcPct val="80000"/>
              </a:lnSpc>
              <a:buSzPts val="1018"/>
              <a:buNone/>
              <a:defRPr sz="740">
                <a:solidFill>
                  <a:schemeClr val="accent5"/>
                </a:solidFill>
                <a:latin typeface="Google Sans Text"/>
                <a:ea typeface="Google Sans Text"/>
                <a:cs typeface="Google Sans Text"/>
                <a:sym typeface="Google Sans Text"/>
              </a:defRPr>
            </a:lvl1pPr>
            <a:lvl2pPr lvl="1">
              <a:lnSpc>
                <a:spcPct val="80000"/>
              </a:lnSpc>
              <a:buSzPts val="1018"/>
              <a:buNone/>
              <a:defRPr sz="740">
                <a:solidFill>
                  <a:schemeClr val="accent5"/>
                </a:solidFill>
                <a:latin typeface="Google Sans Text"/>
                <a:ea typeface="Google Sans Text"/>
                <a:cs typeface="Google Sans Text"/>
                <a:sym typeface="Google Sans Text"/>
              </a:defRPr>
            </a:lvl2pPr>
            <a:lvl3pPr lvl="2">
              <a:lnSpc>
                <a:spcPct val="80000"/>
              </a:lnSpc>
              <a:buSzPts val="1018"/>
              <a:buNone/>
              <a:defRPr sz="740">
                <a:solidFill>
                  <a:schemeClr val="accent5"/>
                </a:solidFill>
                <a:latin typeface="Google Sans Text"/>
                <a:ea typeface="Google Sans Text"/>
                <a:cs typeface="Google Sans Text"/>
                <a:sym typeface="Google Sans Text"/>
              </a:defRPr>
            </a:lvl3pPr>
            <a:lvl4pPr lvl="3">
              <a:lnSpc>
                <a:spcPct val="80000"/>
              </a:lnSpc>
              <a:buSzPts val="1018"/>
              <a:buNone/>
              <a:defRPr sz="740">
                <a:solidFill>
                  <a:schemeClr val="accent5"/>
                </a:solidFill>
                <a:latin typeface="Google Sans Text"/>
                <a:ea typeface="Google Sans Text"/>
                <a:cs typeface="Google Sans Text"/>
                <a:sym typeface="Google Sans Text"/>
              </a:defRPr>
            </a:lvl4pPr>
            <a:lvl5pPr lvl="4">
              <a:lnSpc>
                <a:spcPct val="80000"/>
              </a:lnSpc>
              <a:buSzPts val="1018"/>
              <a:buNone/>
              <a:defRPr sz="740">
                <a:solidFill>
                  <a:schemeClr val="accent5"/>
                </a:solidFill>
                <a:latin typeface="Google Sans Text"/>
                <a:ea typeface="Google Sans Text"/>
                <a:cs typeface="Google Sans Text"/>
                <a:sym typeface="Google Sans Text"/>
              </a:defRPr>
            </a:lvl5pPr>
            <a:lvl6pPr lvl="5">
              <a:lnSpc>
                <a:spcPct val="80000"/>
              </a:lnSpc>
              <a:buSzPts val="1018"/>
              <a:buNone/>
              <a:defRPr sz="740">
                <a:solidFill>
                  <a:schemeClr val="accent5"/>
                </a:solidFill>
                <a:latin typeface="Google Sans Text"/>
                <a:ea typeface="Google Sans Text"/>
                <a:cs typeface="Google Sans Text"/>
                <a:sym typeface="Google Sans Text"/>
              </a:defRPr>
            </a:lvl6pPr>
            <a:lvl7pPr lvl="6">
              <a:lnSpc>
                <a:spcPct val="80000"/>
              </a:lnSpc>
              <a:buSzPts val="1018"/>
              <a:buNone/>
              <a:defRPr sz="740">
                <a:solidFill>
                  <a:schemeClr val="accent5"/>
                </a:solidFill>
                <a:latin typeface="Google Sans Text"/>
                <a:ea typeface="Google Sans Text"/>
                <a:cs typeface="Google Sans Text"/>
                <a:sym typeface="Google Sans Text"/>
              </a:defRPr>
            </a:lvl7pPr>
            <a:lvl8pPr lvl="7">
              <a:lnSpc>
                <a:spcPct val="80000"/>
              </a:lnSpc>
              <a:buSzPts val="1018"/>
              <a:buNone/>
              <a:defRPr sz="740">
                <a:solidFill>
                  <a:schemeClr val="accent5"/>
                </a:solidFill>
                <a:latin typeface="Google Sans Text"/>
                <a:ea typeface="Google Sans Text"/>
                <a:cs typeface="Google Sans Text"/>
                <a:sym typeface="Google Sans Text"/>
              </a:defRPr>
            </a:lvl8pPr>
            <a:lvl9pPr lvl="8">
              <a:lnSpc>
                <a:spcPct val="80000"/>
              </a:lnSpc>
              <a:buSzPts val="1018"/>
              <a:buNone/>
              <a:defRPr sz="740">
                <a:solidFill>
                  <a:schemeClr val="accent5"/>
                </a:solidFill>
                <a:latin typeface="Google Sans Text"/>
                <a:ea typeface="Google Sans Text"/>
                <a:cs typeface="Google Sans Text"/>
                <a:sym typeface="Google Sans Text"/>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88">
          <p15:clr>
            <a:schemeClr val="accent2"/>
          </p15:clr>
        </p15:guide>
        <p15:guide id="2" pos="288">
          <p15:clr>
            <a:schemeClr val="accent2"/>
          </p15:clr>
        </p15:guide>
        <p15:guide id="3" orient="horz" pos="2953">
          <p15:clr>
            <a:schemeClr val="accent2"/>
          </p15:clr>
        </p15:guide>
        <p15:guide id="4" pos="5472">
          <p15:clr>
            <a:schemeClr val="accent2"/>
          </p15:clr>
        </p15:guide>
        <p15:guide id="5" orient="horz" pos="915">
          <p15:clr>
            <a:schemeClr val="accent2"/>
          </p15:clr>
        </p15:guide>
        <p15:guide id="6" orient="horz" pos="967">
          <p15:clr>
            <a:schemeClr val="accent2"/>
          </p15:clr>
        </p15:guide>
        <p15:guide id="7" orient="horz" pos="1595">
          <p15:clr>
            <a:schemeClr val="accent2"/>
          </p15:clr>
        </p15:guide>
        <p15:guide id="8" orient="horz" pos="1646">
          <p15:clr>
            <a:schemeClr val="accent2"/>
          </p15:clr>
        </p15:guide>
        <p15:guide id="9" orient="horz" pos="2274">
          <p15:clr>
            <a:schemeClr val="accent2"/>
          </p15:clr>
        </p15:guide>
        <p15:guide id="10" orient="horz" pos="2326">
          <p15:clr>
            <a:schemeClr val="accent2"/>
          </p15:clr>
        </p15:guide>
        <p15:guide id="11" pos="1981">
          <p15:clr>
            <a:schemeClr val="accent2"/>
          </p15:clr>
        </p15:guide>
        <p15:guide id="12" pos="2033">
          <p15:clr>
            <a:schemeClr val="accent2"/>
          </p15:clr>
        </p15:guide>
        <p15:guide id="13" pos="3727">
          <p15:clr>
            <a:schemeClr val="accent2"/>
          </p15:clr>
        </p15:guide>
        <p15:guide id="14" pos="3779">
          <p15:clr>
            <a:schemeClr val="accent2"/>
          </p15:clr>
        </p15:guide>
        <p15:guide id="15" pos="2854">
          <p15:clr>
            <a:schemeClr val="accent1"/>
          </p15:clr>
        </p15:guide>
        <p15:guide id="16" pos="2905">
          <p15:clr>
            <a:schemeClr val="accent1"/>
          </p15:clr>
        </p15:guide>
        <p15:guide id="17" pos="4163">
          <p15:clr>
            <a:schemeClr val="accent1"/>
          </p15:clr>
        </p15:guide>
        <p15:guide id="18" pos="4215">
          <p15:clr>
            <a:schemeClr val="accent1"/>
          </p15:clr>
        </p15:guide>
        <p15:guide id="19" pos="1546">
          <p15:clr>
            <a:schemeClr val="accent1"/>
          </p15:clr>
        </p15:guide>
        <p15:guide id="20" pos="1598">
          <p15:clr>
            <a:schemeClr val="accent1"/>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51" name="Shape 451"/>
        <p:cNvGrpSpPr/>
        <p:nvPr/>
      </p:nvGrpSpPr>
      <p:grpSpPr>
        <a:xfrm>
          <a:off x="0" y="0"/>
          <a:ext cx="0" cy="0"/>
          <a:chOff x="0" y="0"/>
          <a:chExt cx="0" cy="0"/>
        </a:xfrm>
      </p:grpSpPr>
      <p:sp>
        <p:nvSpPr>
          <p:cNvPr id="452" name="Google Shape;452;p43"/>
          <p:cNvSpPr txBox="1"/>
          <p:nvPr>
            <p:ph idx="1" type="body"/>
          </p:nvPr>
        </p:nvSpPr>
        <p:spPr>
          <a:xfrm>
            <a:off x="340663" y="1128663"/>
            <a:ext cx="7877100" cy="3452700"/>
          </a:xfrm>
          <a:prstGeom prst="rect">
            <a:avLst/>
          </a:prstGeom>
          <a:noFill/>
          <a:ln>
            <a:noFill/>
          </a:ln>
        </p:spPr>
        <p:txBody>
          <a:bodyPr anchorCtr="0" anchor="t" bIns="91425" lIns="91425" spcFirstLastPara="1" rIns="91425" wrap="square" tIns="91425">
            <a:noAutofit/>
          </a:bodyPr>
          <a:lstStyle>
            <a:lvl1pPr indent="-285750" lvl="0" marL="4572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1pPr>
            <a:lvl2pPr indent="-285750" lvl="1" marL="9144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2pPr>
            <a:lvl3pPr indent="-285750" lvl="2" marL="13716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3pPr>
            <a:lvl4pPr indent="-285750" lvl="3" marL="18288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4pPr>
            <a:lvl5pPr indent="-285750" lvl="4" marL="22860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5pPr>
            <a:lvl6pPr indent="-285750" lvl="5" marL="27432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6pPr>
            <a:lvl7pPr indent="-285750" lvl="6" marL="32004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7pPr>
            <a:lvl8pPr indent="-285750" lvl="7" marL="36576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8pPr>
            <a:lvl9pPr indent="-285750" lvl="8" marL="4114800" marR="0" algn="l">
              <a:lnSpc>
                <a:spcPct val="100000"/>
              </a:lnSpc>
              <a:spcBef>
                <a:spcPts val="2200"/>
              </a:spcBef>
              <a:spcAft>
                <a:spcPts val="0"/>
              </a:spcAft>
              <a:buClr>
                <a:srgbClr val="80868B"/>
              </a:buClr>
              <a:buSzPts val="900"/>
              <a:buFont typeface="Roboto"/>
              <a:buChar char="•"/>
              <a:defRPr b="0" i="0" sz="900" u="none" cap="none" strike="noStrike">
                <a:solidFill>
                  <a:srgbClr val="80868B"/>
                </a:solidFill>
                <a:latin typeface="Roboto"/>
                <a:ea typeface="Roboto"/>
                <a:cs typeface="Roboto"/>
                <a:sym typeface="Roboto"/>
              </a:defRPr>
            </a:lvl9pPr>
          </a:lstStyle>
          <a:p/>
        </p:txBody>
      </p:sp>
      <p:sp>
        <p:nvSpPr>
          <p:cNvPr id="453" name="Google Shape;453;p43"/>
          <p:cNvSpPr txBox="1"/>
          <p:nvPr>
            <p:ph type="title"/>
          </p:nvPr>
        </p:nvSpPr>
        <p:spPr>
          <a:xfrm>
            <a:off x="395688" y="493663"/>
            <a:ext cx="7877100" cy="857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3C4043"/>
              </a:buClr>
              <a:buSzPts val="2400"/>
              <a:buFont typeface="Google Sans"/>
              <a:buNone/>
              <a:defRPr b="0" i="0" sz="2400" u="none" cap="none" strike="noStrike">
                <a:solidFill>
                  <a:srgbClr val="3C4043"/>
                </a:solidFill>
                <a:latin typeface="Google Sans"/>
                <a:ea typeface="Google Sans"/>
                <a:cs typeface="Google Sans"/>
                <a:sym typeface="Google Sans"/>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
        <p:nvSpPr>
          <p:cNvPr id="454" name="Google Shape;454;p43"/>
          <p:cNvSpPr txBox="1"/>
          <p:nvPr/>
        </p:nvSpPr>
        <p:spPr>
          <a:xfrm>
            <a:off x="7462500" y="218775"/>
            <a:ext cx="1209300" cy="114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i="0" lang="en" sz="600" u="none" cap="none" strike="noStrike">
                <a:solidFill>
                  <a:srgbClr val="B7B7B7"/>
                </a:solidFill>
                <a:latin typeface="Google Sans Flex"/>
                <a:ea typeface="Google Sans Flex"/>
                <a:cs typeface="Google Sans Flex"/>
                <a:sym typeface="Google Sans Flex"/>
              </a:rPr>
              <a:t>Proprietary + Confidential</a:t>
            </a:r>
            <a:endParaRPr i="0" sz="600" u="none" cap="none" strike="noStrike">
              <a:solidFill>
                <a:srgbClr val="B7B7B7"/>
              </a:solidFill>
              <a:latin typeface="Google Sans Flex"/>
              <a:ea typeface="Google Sans Flex"/>
              <a:cs typeface="Google Sans Flex"/>
              <a:sym typeface="Google Sans Flex"/>
            </a:endParaRPr>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 id="2147483735" r:id="rId47"/>
    <p:sldLayoutId id="2147483736" r:id="rId48"/>
    <p:sldLayoutId id="2147483737" r:id="rId49"/>
    <p:sldLayoutId id="2147483738" r:id="rId50"/>
    <p:sldLayoutId id="2147483739" r:id="rId51"/>
    <p:sldLayoutId id="2147483740" r:id="rId52"/>
    <p:sldLayoutId id="2147483741" r:id="rId53"/>
    <p:sldLayoutId id="2147483742" r:id="rId5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xml"/><Relationship Id="rId3" Type="http://schemas.openxmlformats.org/officeDocument/2006/relationships/image" Target="../media/image2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3.xml"/><Relationship Id="rId3" Type="http://schemas.openxmlformats.org/officeDocument/2006/relationships/image" Target="../media/image26.gif"/><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9.png"/><Relationship Id="rId9" Type="http://schemas.openxmlformats.org/officeDocument/2006/relationships/image" Target="../media/image17.png"/><Relationship Id="rId5" Type="http://schemas.openxmlformats.org/officeDocument/2006/relationships/image" Target="../media/image30.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image" Target="../media/image21.png"/><Relationship Id="rId10"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hyperlink" Target="https://docs.cloud.google.com/gemini/enterprise/docs/alphaevolve/developer-guide/overview" TargetMode="External"/><Relationship Id="rId5" Type="http://schemas.openxmlformats.org/officeDocument/2006/relationships/hyperlink" Target="https://github.com/Google-Cloud-AI/alphaevolve-on-googleclou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 Id="rId3" Type="http://schemas.openxmlformats.org/officeDocument/2006/relationships/image" Target="../media/image26.gif"/><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hyperlink" Target="http://drive.google.com/file/d/1Im0fpycVWE3W2qBlsaktaGEatC0-57CK/view" TargetMode="External"/><Relationship Id="rId5" Type="http://schemas.openxmlformats.org/officeDocument/2006/relationships/image" Target="../media/image22.jpg"/><Relationship Id="rId6"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26.gif"/><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pic>
        <p:nvPicPr>
          <p:cNvPr id="939" name="Google Shape;939;p98"/>
          <p:cNvPicPr preferRelativeResize="0"/>
          <p:nvPr/>
        </p:nvPicPr>
        <p:blipFill rotWithShape="1">
          <a:blip r:embed="rId3">
            <a:alphaModFix/>
          </a:blip>
          <a:srcRect b="6755" l="6747" r="6755" t="6747"/>
          <a:stretch/>
        </p:blipFill>
        <p:spPr>
          <a:xfrm>
            <a:off x="25" y="0"/>
            <a:ext cx="9143952" cy="5143500"/>
          </a:xfrm>
          <a:prstGeom prst="rect">
            <a:avLst/>
          </a:prstGeom>
          <a:noFill/>
          <a:ln>
            <a:noFill/>
          </a:ln>
        </p:spPr>
      </p:pic>
      <p:sp>
        <p:nvSpPr>
          <p:cNvPr id="940" name="Google Shape;940;p98"/>
          <p:cNvSpPr txBox="1"/>
          <p:nvPr/>
        </p:nvSpPr>
        <p:spPr>
          <a:xfrm>
            <a:off x="457350" y="1759513"/>
            <a:ext cx="8229300" cy="16884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6000">
                <a:solidFill>
                  <a:schemeClr val="lt1"/>
                </a:solidFill>
                <a:latin typeface="Google Sans Flex Medium"/>
                <a:ea typeface="Google Sans Flex Medium"/>
                <a:cs typeface="Google Sans Flex Medium"/>
                <a:sym typeface="Google Sans Flex Medium"/>
              </a:rPr>
              <a:t>A</a:t>
            </a:r>
            <a:r>
              <a:rPr lang="en" sz="6000">
                <a:solidFill>
                  <a:schemeClr val="lt1"/>
                </a:solidFill>
                <a:latin typeface="Google Sans Flex Medium"/>
                <a:ea typeface="Google Sans Flex Medium"/>
                <a:cs typeface="Google Sans Flex Medium"/>
                <a:sym typeface="Google Sans Flex Medium"/>
              </a:rPr>
              <a:t>lphaEvolve</a:t>
            </a:r>
            <a:endParaRPr sz="4800">
              <a:solidFill>
                <a:schemeClr val="lt1"/>
              </a:solidFill>
              <a:latin typeface="Google Sans Flex"/>
              <a:ea typeface="Google Sans Flex"/>
              <a:cs typeface="Google Sans Flex"/>
              <a:sym typeface="Google Sans Flex"/>
            </a:endParaRPr>
          </a:p>
          <a:p>
            <a:pPr indent="0" lvl="0" marL="0" rtl="0" algn="ctr">
              <a:lnSpc>
                <a:spcPct val="90000"/>
              </a:lnSpc>
              <a:spcBef>
                <a:spcPts val="1500"/>
              </a:spcBef>
              <a:spcAft>
                <a:spcPts val="1000"/>
              </a:spcAft>
              <a:buNone/>
            </a:pPr>
            <a:r>
              <a:rPr lang="en" sz="2400">
                <a:solidFill>
                  <a:schemeClr val="lt1"/>
                </a:solidFill>
                <a:latin typeface="Google Sans Flex Medium"/>
                <a:ea typeface="Google Sans Flex Medium"/>
                <a:cs typeface="Google Sans Flex Medium"/>
                <a:sym typeface="Google Sans Flex Medium"/>
              </a:rPr>
              <a:t>Solve harder problems with AlphaEvolve,</a:t>
            </a:r>
            <a:br>
              <a:rPr lang="en" sz="2400">
                <a:solidFill>
                  <a:schemeClr val="lt1"/>
                </a:solidFill>
                <a:latin typeface="Google Sans Flex Medium"/>
                <a:ea typeface="Google Sans Flex Medium"/>
                <a:cs typeface="Google Sans Flex Medium"/>
                <a:sym typeface="Google Sans Flex Medium"/>
              </a:rPr>
            </a:br>
            <a:r>
              <a:rPr lang="en" sz="2400">
                <a:solidFill>
                  <a:schemeClr val="lt1"/>
                </a:solidFill>
                <a:latin typeface="Google Sans Flex Medium"/>
                <a:ea typeface="Google Sans Flex Medium"/>
                <a:cs typeface="Google Sans Flex Medium"/>
                <a:sym typeface="Google Sans Flex Medium"/>
              </a:rPr>
              <a:t>now available to everyone.</a:t>
            </a:r>
            <a:endParaRPr sz="2400">
              <a:solidFill>
                <a:schemeClr val="lt1"/>
              </a:solidFill>
              <a:latin typeface="Google Sans Flex Medium"/>
              <a:ea typeface="Google Sans Flex Medium"/>
              <a:cs typeface="Google Sans Flex Medium"/>
              <a:sym typeface="Google Sans Flex Medium"/>
            </a:endParaRPr>
          </a:p>
        </p:txBody>
      </p:sp>
      <p:graphicFrame>
        <p:nvGraphicFramePr>
          <p:cNvPr id="941" name="Google Shape;941;p98"/>
          <p:cNvGraphicFramePr/>
          <p:nvPr/>
        </p:nvGraphicFramePr>
        <p:xfrm>
          <a:off x="9668950" y="-997775"/>
          <a:ext cx="3000000" cy="3000000"/>
        </p:xfrm>
        <a:graphic>
          <a:graphicData uri="http://schemas.openxmlformats.org/drawingml/2006/table">
            <a:tbl>
              <a:tblPr>
                <a:noFill/>
                <a:tableStyleId>{8D579A1B-3BEE-44F7-932D-BFC129C867D6}</a:tableStyleId>
              </a:tblPr>
              <a:tblGrid>
                <a:gridCol w="2933700"/>
                <a:gridCol w="2933700"/>
              </a:tblGrid>
              <a:tr h="4490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LGTM</a:t>
                      </a:r>
                      <a:endParaRPr/>
                    </a:p>
                  </a:txBody>
                  <a:tcPr marT="91425" marB="91425" marR="91425" marL="91425"/>
                </a:tc>
              </a:tr>
              <a:tr h="381000">
                <a:tc>
                  <a:txBody>
                    <a:bodyPr/>
                    <a:lstStyle/>
                    <a:p>
                      <a:pPr indent="0" lvl="0" marL="0" rtl="0" algn="l">
                        <a:spcBef>
                          <a:spcPts val="0"/>
                        </a:spcBef>
                        <a:spcAft>
                          <a:spcPts val="0"/>
                        </a:spcAft>
                        <a:buNone/>
                      </a:pPr>
                      <a:r>
                        <a:rPr lang="en"/>
                        <a:t>Adrian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Roxanne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45" name="Shape 945"/>
        <p:cNvGrpSpPr/>
        <p:nvPr/>
      </p:nvGrpSpPr>
      <p:grpSpPr>
        <a:xfrm>
          <a:off x="0" y="0"/>
          <a:ext cx="0" cy="0"/>
          <a:chOff x="0" y="0"/>
          <a:chExt cx="0" cy="0"/>
        </a:xfrm>
      </p:grpSpPr>
      <p:pic>
        <p:nvPicPr>
          <p:cNvPr id="946" name="Google Shape;946;p99" title="11_06_03_abstract_pro_dark_bleed_4x5_gemini-3_00303.png"/>
          <p:cNvPicPr preferRelativeResize="0"/>
          <p:nvPr/>
        </p:nvPicPr>
        <p:blipFill rotWithShape="1">
          <a:blip r:embed="rId3">
            <a:alphaModFix/>
          </a:blip>
          <a:srcRect b="-2067" l="1253" r="49622" t="67904"/>
          <a:stretch/>
        </p:blipFill>
        <p:spPr>
          <a:xfrm>
            <a:off x="6271850" y="0"/>
            <a:ext cx="2872148" cy="2183427"/>
          </a:xfrm>
          <a:prstGeom prst="rect">
            <a:avLst/>
          </a:prstGeom>
          <a:noFill/>
          <a:ln>
            <a:noFill/>
          </a:ln>
        </p:spPr>
      </p:pic>
      <p:sp>
        <p:nvSpPr>
          <p:cNvPr id="947" name="Google Shape;947;p99"/>
          <p:cNvSpPr txBox="1"/>
          <p:nvPr/>
        </p:nvSpPr>
        <p:spPr>
          <a:xfrm>
            <a:off x="2125000" y="3323638"/>
            <a:ext cx="4913700" cy="606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600">
                <a:solidFill>
                  <a:srgbClr val="3186FF"/>
                </a:solidFill>
                <a:latin typeface="Google Sans Flex Medium"/>
                <a:ea typeface="Google Sans Flex Medium"/>
                <a:cs typeface="Google Sans Flex Medium"/>
                <a:sym typeface="Google Sans Flex Medium"/>
              </a:rPr>
              <a:t>Pushmeet Kohli </a:t>
            </a:r>
            <a:endParaRPr sz="1600">
              <a:solidFill>
                <a:srgbClr val="3186FF"/>
              </a:solidFill>
              <a:latin typeface="Google Sans Flex Medium"/>
              <a:ea typeface="Google Sans Flex Medium"/>
              <a:cs typeface="Google Sans Flex Medium"/>
              <a:sym typeface="Google Sans Flex Medium"/>
            </a:endParaRPr>
          </a:p>
          <a:p>
            <a:pPr indent="0" lvl="0" marL="0" rtl="0" algn="ctr">
              <a:lnSpc>
                <a:spcPct val="115000"/>
              </a:lnSpc>
              <a:spcBef>
                <a:spcPts val="0"/>
              </a:spcBef>
              <a:spcAft>
                <a:spcPts val="0"/>
              </a:spcAft>
              <a:buNone/>
            </a:pPr>
            <a:r>
              <a:rPr lang="en" sz="1200">
                <a:solidFill>
                  <a:srgbClr val="3186FF"/>
                </a:solidFill>
                <a:latin typeface="Google Sans Flex"/>
                <a:ea typeface="Google Sans Flex"/>
                <a:cs typeface="Google Sans Flex"/>
                <a:sym typeface="Google Sans Flex"/>
              </a:rPr>
              <a:t>Chief Scientist, Google Cloud &amp; Vice President, Google </a:t>
            </a:r>
            <a:r>
              <a:rPr lang="en" sz="1200">
                <a:solidFill>
                  <a:srgbClr val="3186FF"/>
                </a:solidFill>
                <a:latin typeface="Google Sans Flex"/>
                <a:ea typeface="Google Sans Flex"/>
                <a:cs typeface="Google Sans Flex"/>
                <a:sym typeface="Google Sans Flex"/>
              </a:rPr>
              <a:t>DeepMind</a:t>
            </a:r>
            <a:endParaRPr sz="1200">
              <a:solidFill>
                <a:srgbClr val="3186FF"/>
              </a:solidFill>
              <a:latin typeface="Google Sans Flex"/>
              <a:ea typeface="Google Sans Flex"/>
              <a:cs typeface="Google Sans Flex"/>
              <a:sym typeface="Google Sans Flex"/>
            </a:endParaRPr>
          </a:p>
        </p:txBody>
      </p:sp>
      <p:pic>
        <p:nvPicPr>
          <p:cNvPr id="948" name="Google Shape;948;p99"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949" name="Google Shape;949;p99"/>
          <p:cNvSpPr txBox="1"/>
          <p:nvPr/>
        </p:nvSpPr>
        <p:spPr>
          <a:xfrm>
            <a:off x="1345775" y="1213863"/>
            <a:ext cx="6462300" cy="16920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000">
                <a:solidFill>
                  <a:srgbClr val="FFFFFF"/>
                </a:solidFill>
                <a:latin typeface="Google Sans Flex Medium"/>
                <a:ea typeface="Google Sans Flex Medium"/>
                <a:cs typeface="Google Sans Flex Medium"/>
                <a:sym typeface="Google Sans Flex Medium"/>
              </a:rPr>
              <a:t>“AI is shifting from a productivity assistant that accelerates how we work to a discovery engine that expands what we can achieve.”</a:t>
            </a:r>
            <a:endParaRPr sz="3000">
              <a:solidFill>
                <a:srgbClr val="FFFFFF"/>
              </a:solidFill>
              <a:latin typeface="Google Sans Flex Medium"/>
              <a:ea typeface="Google Sans Flex Medium"/>
              <a:cs typeface="Google Sans Flex Medium"/>
              <a:sym typeface="Google Sans Flex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pic>
        <p:nvPicPr>
          <p:cNvPr id="954" name="Google Shape;954;p100"/>
          <p:cNvPicPr preferRelativeResize="0"/>
          <p:nvPr/>
        </p:nvPicPr>
        <p:blipFill rotWithShape="1">
          <a:blip r:embed="rId3">
            <a:alphaModFix/>
          </a:blip>
          <a:srcRect b="6755" l="6747" r="6755" t="6747"/>
          <a:stretch/>
        </p:blipFill>
        <p:spPr>
          <a:xfrm>
            <a:off x="25" y="0"/>
            <a:ext cx="9143952" cy="5143500"/>
          </a:xfrm>
          <a:prstGeom prst="rect">
            <a:avLst/>
          </a:prstGeom>
          <a:noFill/>
          <a:ln>
            <a:noFill/>
          </a:ln>
        </p:spPr>
      </p:pic>
      <p:sp>
        <p:nvSpPr>
          <p:cNvPr id="955" name="Google Shape;955;p100"/>
          <p:cNvSpPr/>
          <p:nvPr/>
        </p:nvSpPr>
        <p:spPr>
          <a:xfrm>
            <a:off x="633575" y="1593225"/>
            <a:ext cx="7886700" cy="1008000"/>
          </a:xfrm>
          <a:prstGeom prst="roundRect">
            <a:avLst>
              <a:gd fmla="val 0" name="adj"/>
            </a:avLst>
          </a:prstGeom>
          <a:noFill/>
          <a:ln>
            <a:noFill/>
          </a:ln>
        </p:spPr>
        <p:txBody>
          <a:bodyPr anchorCtr="0" anchor="ctr" bIns="135425" lIns="135425" spcFirstLastPara="1" rIns="135425" wrap="square" tIns="135425">
            <a:noAutofit/>
          </a:bodyPr>
          <a:lstStyle/>
          <a:p>
            <a:pPr indent="0" lvl="0" marL="0" rtl="0" algn="ctr">
              <a:spcBef>
                <a:spcPts val="0"/>
              </a:spcBef>
              <a:spcAft>
                <a:spcPts val="0"/>
              </a:spcAft>
              <a:buNone/>
            </a:pPr>
            <a:r>
              <a:rPr lang="en" sz="2400">
                <a:solidFill>
                  <a:srgbClr val="3186FF"/>
                </a:solidFill>
                <a:latin typeface="Google Sans Flex Medium"/>
                <a:ea typeface="Google Sans Flex Medium"/>
                <a:cs typeface="Google Sans Flex Medium"/>
                <a:sym typeface="Google Sans Flex Medium"/>
              </a:rPr>
              <a:t>Many of the most challenging and potentially valuable problems  in the world are related to optimization.</a:t>
            </a:r>
            <a:endParaRPr sz="2400">
              <a:solidFill>
                <a:srgbClr val="3186FF"/>
              </a:solidFill>
              <a:latin typeface="Google Sans Flex Medium"/>
              <a:ea typeface="Google Sans Flex Medium"/>
              <a:cs typeface="Google Sans Flex Medium"/>
              <a:sym typeface="Google Sans Flex Medium"/>
            </a:endParaRPr>
          </a:p>
        </p:txBody>
      </p:sp>
      <p:sp>
        <p:nvSpPr>
          <p:cNvPr id="956" name="Google Shape;956;p100"/>
          <p:cNvSpPr/>
          <p:nvPr/>
        </p:nvSpPr>
        <p:spPr>
          <a:xfrm>
            <a:off x="767350" y="2821275"/>
            <a:ext cx="2271300" cy="729000"/>
          </a:xfrm>
          <a:prstGeom prst="roundRect">
            <a:avLst>
              <a:gd fmla="val 22262" name="adj"/>
            </a:avLst>
          </a:prstGeom>
          <a:solidFill>
            <a:srgbClr val="000000"/>
          </a:solidFill>
          <a:ln>
            <a:noFill/>
          </a:ln>
          <a:effectLst>
            <a:outerShdw blurRad="356786" rotWithShape="0" algn="bl">
              <a:srgbClr val="F8F9FA">
                <a:alpha val="30000"/>
              </a:srgbClr>
            </a:outerShdw>
          </a:effectLst>
        </p:spPr>
        <p:txBody>
          <a:bodyPr anchorCtr="0" anchor="ctr" bIns="108725" lIns="108725" spcFirstLastPara="1" rIns="108725" wrap="square" tIns="108725">
            <a:noAutofit/>
          </a:bodyPr>
          <a:lstStyle/>
          <a:p>
            <a:pPr indent="0" lvl="0" marL="0" rtl="0" algn="ctr">
              <a:lnSpc>
                <a:spcPct val="100000"/>
              </a:lnSpc>
              <a:spcBef>
                <a:spcPts val="0"/>
              </a:spcBef>
              <a:spcAft>
                <a:spcPts val="0"/>
              </a:spcAft>
              <a:buNone/>
            </a:pPr>
            <a:r>
              <a:rPr lang="en" sz="1200">
                <a:solidFill>
                  <a:srgbClr val="FFFFFF"/>
                </a:solidFill>
                <a:latin typeface="Google Sans Flex"/>
                <a:ea typeface="Google Sans Flex"/>
                <a:cs typeface="Google Sans Flex"/>
                <a:sym typeface="Google Sans Flex"/>
              </a:rPr>
              <a:t>Minimiz</a:t>
            </a:r>
            <a:r>
              <a:rPr lang="en" sz="1200">
                <a:solidFill>
                  <a:srgbClr val="FFFFFF"/>
                </a:solidFill>
                <a:latin typeface="Google Sans Flex"/>
                <a:ea typeface="Google Sans Flex"/>
                <a:cs typeface="Google Sans Flex"/>
                <a:sym typeface="Google Sans Flex"/>
              </a:rPr>
              <a:t>e</a:t>
            </a:r>
            <a:r>
              <a:rPr lang="en" sz="1200">
                <a:solidFill>
                  <a:srgbClr val="FFFFFF"/>
                </a:solidFill>
                <a:latin typeface="Google Sans Flex"/>
                <a:ea typeface="Google Sans Flex"/>
                <a:cs typeface="Google Sans Flex"/>
                <a:sym typeface="Google Sans Flex"/>
              </a:rPr>
              <a:t> latency </a:t>
            </a:r>
            <a:br>
              <a:rPr lang="en" sz="1200">
                <a:solidFill>
                  <a:srgbClr val="FFFFFF"/>
                </a:solidFill>
                <a:latin typeface="Google Sans Flex"/>
                <a:ea typeface="Google Sans Flex"/>
                <a:cs typeface="Google Sans Flex"/>
                <a:sym typeface="Google Sans Flex"/>
              </a:rPr>
            </a:br>
            <a:r>
              <a:rPr lang="en" sz="1200">
                <a:solidFill>
                  <a:srgbClr val="FFFFFF"/>
                </a:solidFill>
                <a:latin typeface="Google Sans Flex"/>
                <a:ea typeface="Google Sans Flex"/>
                <a:cs typeface="Google Sans Flex"/>
                <a:sym typeface="Google Sans Flex"/>
              </a:rPr>
              <a:t>in a data center</a:t>
            </a:r>
            <a:endParaRPr sz="1200">
              <a:solidFill>
                <a:srgbClr val="FFFFFF"/>
              </a:solidFill>
              <a:latin typeface="Google Sans Flex"/>
              <a:ea typeface="Google Sans Flex"/>
              <a:cs typeface="Google Sans Flex"/>
              <a:sym typeface="Google Sans Flex"/>
            </a:endParaRPr>
          </a:p>
        </p:txBody>
      </p:sp>
      <p:sp>
        <p:nvSpPr>
          <p:cNvPr id="957" name="Google Shape;957;p100"/>
          <p:cNvSpPr/>
          <p:nvPr/>
        </p:nvSpPr>
        <p:spPr>
          <a:xfrm>
            <a:off x="3436350" y="2821275"/>
            <a:ext cx="2271300" cy="729000"/>
          </a:xfrm>
          <a:prstGeom prst="roundRect">
            <a:avLst>
              <a:gd fmla="val 22262" name="adj"/>
            </a:avLst>
          </a:prstGeom>
          <a:solidFill>
            <a:srgbClr val="000000"/>
          </a:solidFill>
          <a:ln>
            <a:noFill/>
          </a:ln>
          <a:effectLst>
            <a:outerShdw blurRad="356786" rotWithShape="0" algn="bl">
              <a:srgbClr val="F8F9FA">
                <a:alpha val="30000"/>
              </a:srgbClr>
            </a:outerShdw>
          </a:effectLst>
        </p:spPr>
        <p:txBody>
          <a:bodyPr anchorCtr="0" anchor="ctr" bIns="108725" lIns="108725" spcFirstLastPara="1" rIns="108725" wrap="square" tIns="108725">
            <a:noAutofit/>
          </a:bodyPr>
          <a:lstStyle/>
          <a:p>
            <a:pPr indent="0" lvl="0" marL="0" rtl="0" algn="ctr">
              <a:lnSpc>
                <a:spcPct val="100000"/>
              </a:lnSpc>
              <a:spcBef>
                <a:spcPts val="0"/>
              </a:spcBef>
              <a:spcAft>
                <a:spcPts val="0"/>
              </a:spcAft>
              <a:buNone/>
            </a:pPr>
            <a:r>
              <a:rPr lang="en" sz="1200">
                <a:solidFill>
                  <a:srgbClr val="FFFFFF"/>
                </a:solidFill>
                <a:latin typeface="Google Sans Flex"/>
                <a:ea typeface="Google Sans Flex"/>
                <a:cs typeface="Google Sans Flex"/>
                <a:sym typeface="Google Sans Flex"/>
              </a:rPr>
              <a:t>Maximize the stability </a:t>
            </a:r>
            <a:br>
              <a:rPr lang="en" sz="1200">
                <a:solidFill>
                  <a:srgbClr val="FFFFFF"/>
                </a:solidFill>
                <a:latin typeface="Google Sans Flex"/>
                <a:ea typeface="Google Sans Flex"/>
                <a:cs typeface="Google Sans Flex"/>
                <a:sym typeface="Google Sans Flex"/>
              </a:rPr>
            </a:br>
            <a:r>
              <a:rPr lang="en" sz="1200">
                <a:solidFill>
                  <a:srgbClr val="FFFFFF"/>
                </a:solidFill>
                <a:latin typeface="Google Sans Flex"/>
                <a:ea typeface="Google Sans Flex"/>
                <a:cs typeface="Google Sans Flex"/>
                <a:sym typeface="Google Sans Flex"/>
              </a:rPr>
              <a:t>of a protein</a:t>
            </a:r>
            <a:endParaRPr sz="1200">
              <a:solidFill>
                <a:srgbClr val="FFFFFF"/>
              </a:solidFill>
              <a:latin typeface="Google Sans Flex"/>
              <a:ea typeface="Google Sans Flex"/>
              <a:cs typeface="Google Sans Flex"/>
              <a:sym typeface="Google Sans Flex"/>
            </a:endParaRPr>
          </a:p>
        </p:txBody>
      </p:sp>
      <p:sp>
        <p:nvSpPr>
          <p:cNvPr id="958" name="Google Shape;958;p100"/>
          <p:cNvSpPr/>
          <p:nvPr/>
        </p:nvSpPr>
        <p:spPr>
          <a:xfrm>
            <a:off x="6105350" y="2821275"/>
            <a:ext cx="2271300" cy="729000"/>
          </a:xfrm>
          <a:prstGeom prst="roundRect">
            <a:avLst>
              <a:gd fmla="val 22262" name="adj"/>
            </a:avLst>
          </a:prstGeom>
          <a:solidFill>
            <a:srgbClr val="000000"/>
          </a:solidFill>
          <a:ln>
            <a:noFill/>
          </a:ln>
          <a:effectLst>
            <a:outerShdw blurRad="356786" rotWithShape="0" algn="bl">
              <a:srgbClr val="F8F9FA">
                <a:alpha val="30000"/>
              </a:srgbClr>
            </a:outerShdw>
          </a:effectLst>
        </p:spPr>
        <p:txBody>
          <a:bodyPr anchorCtr="0" anchor="ctr" bIns="108725" lIns="108725" spcFirstLastPara="1" rIns="108725" wrap="square" tIns="108725">
            <a:noAutofit/>
          </a:bodyPr>
          <a:lstStyle/>
          <a:p>
            <a:pPr indent="0" lvl="0" marL="0" rtl="0" algn="ctr">
              <a:lnSpc>
                <a:spcPct val="100000"/>
              </a:lnSpc>
              <a:spcBef>
                <a:spcPts val="0"/>
              </a:spcBef>
              <a:spcAft>
                <a:spcPts val="0"/>
              </a:spcAft>
              <a:buNone/>
            </a:pPr>
            <a:r>
              <a:rPr lang="en" sz="1200">
                <a:solidFill>
                  <a:srgbClr val="FFFFFF"/>
                </a:solidFill>
                <a:latin typeface="Google Sans Flex"/>
                <a:ea typeface="Google Sans Flex"/>
                <a:cs typeface="Google Sans Flex"/>
                <a:sym typeface="Google Sans Flex"/>
              </a:rPr>
              <a:t>Optimize</a:t>
            </a:r>
            <a:r>
              <a:rPr lang="en" sz="1200">
                <a:solidFill>
                  <a:srgbClr val="FFFFFF"/>
                </a:solidFill>
                <a:latin typeface="Google Sans Flex"/>
                <a:ea typeface="Google Sans Flex"/>
                <a:cs typeface="Google Sans Flex"/>
                <a:sym typeface="Google Sans Flex"/>
              </a:rPr>
              <a:t> </a:t>
            </a:r>
            <a:r>
              <a:rPr lang="en" sz="1200">
                <a:solidFill>
                  <a:srgbClr val="FFFFFF"/>
                </a:solidFill>
                <a:latin typeface="Google Sans Flex"/>
                <a:ea typeface="Google Sans Flex"/>
                <a:cs typeface="Google Sans Flex"/>
                <a:sym typeface="Google Sans Flex"/>
              </a:rPr>
              <a:t>route for </a:t>
            </a:r>
            <a:br>
              <a:rPr lang="en" sz="1200">
                <a:solidFill>
                  <a:srgbClr val="FFFFFF"/>
                </a:solidFill>
                <a:latin typeface="Google Sans Flex"/>
                <a:ea typeface="Google Sans Flex"/>
                <a:cs typeface="Google Sans Flex"/>
                <a:sym typeface="Google Sans Flex"/>
              </a:rPr>
            </a:br>
            <a:r>
              <a:rPr lang="en" sz="1200">
                <a:solidFill>
                  <a:srgbClr val="FFFFFF"/>
                </a:solidFill>
                <a:latin typeface="Google Sans Flex"/>
                <a:ea typeface="Google Sans Flex"/>
                <a:cs typeface="Google Sans Flex"/>
                <a:sym typeface="Google Sans Flex"/>
              </a:rPr>
              <a:t>a logistics fleet</a:t>
            </a:r>
            <a:endParaRPr sz="1200">
              <a:solidFill>
                <a:srgbClr val="FFFFFF"/>
              </a:solidFill>
              <a:latin typeface="Google Sans Flex"/>
              <a:ea typeface="Google Sans Flex"/>
              <a:cs typeface="Google Sans Flex"/>
              <a:sym typeface="Google Sans Flex"/>
            </a:endParaRPr>
          </a:p>
        </p:txBody>
      </p:sp>
      <p:pic>
        <p:nvPicPr>
          <p:cNvPr id="959" name="Google Shape;959;p100" title="GC_Logo_Reverse_rgb.png"/>
          <p:cNvPicPr preferRelativeResize="0"/>
          <p:nvPr/>
        </p:nvPicPr>
        <p:blipFill>
          <a:blip r:embed="rId4">
            <a:alphaModFix/>
          </a:blip>
          <a:stretch>
            <a:fillRect/>
          </a:stretch>
        </p:blipFill>
        <p:spPr>
          <a:xfrm>
            <a:off x="8008717" y="4866771"/>
            <a:ext cx="663076" cy="114300"/>
          </a:xfrm>
          <a:prstGeom prst="rect">
            <a:avLst/>
          </a:prstGeom>
          <a:noFill/>
          <a:ln>
            <a:noFill/>
          </a:ln>
        </p:spPr>
      </p:pic>
      <p:sp>
        <p:nvSpPr>
          <p:cNvPr id="960" name="Google Shape;960;p100"/>
          <p:cNvSpPr txBox="1"/>
          <p:nvPr/>
        </p:nvSpPr>
        <p:spPr>
          <a:xfrm>
            <a:off x="7462500" y="218775"/>
            <a:ext cx="1209300" cy="114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i="0" lang="en" sz="600" u="none" cap="none" strike="noStrike">
                <a:solidFill>
                  <a:srgbClr val="B7B7B7"/>
                </a:solidFill>
                <a:latin typeface="Google Sans Flex"/>
                <a:ea typeface="Google Sans Flex"/>
                <a:cs typeface="Google Sans Flex"/>
                <a:sym typeface="Google Sans Flex"/>
              </a:rPr>
              <a:t>Proprietary + Confidential</a:t>
            </a:r>
            <a:endParaRPr i="0" sz="600" u="none" cap="none" strike="noStrike">
              <a:solidFill>
                <a:srgbClr val="B7B7B7"/>
              </a:solidFill>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pic>
        <p:nvPicPr>
          <p:cNvPr id="965" name="Google Shape;965;p101" title="11_06_03_abstract_pro_dark_bleed_4x5_gemini-3_00303.png"/>
          <p:cNvPicPr preferRelativeResize="0"/>
          <p:nvPr/>
        </p:nvPicPr>
        <p:blipFill rotWithShape="1">
          <a:blip r:embed="rId3">
            <a:alphaModFix/>
          </a:blip>
          <a:srcRect b="73526" l="26101" r="0" t="0"/>
          <a:stretch/>
        </p:blipFill>
        <p:spPr>
          <a:xfrm>
            <a:off x="0" y="3451475"/>
            <a:ext cx="4320551" cy="1692027"/>
          </a:xfrm>
          <a:prstGeom prst="rect">
            <a:avLst/>
          </a:prstGeom>
          <a:noFill/>
          <a:ln>
            <a:noFill/>
          </a:ln>
        </p:spPr>
      </p:pic>
      <p:pic>
        <p:nvPicPr>
          <p:cNvPr id="966" name="Google Shape;966;p101" title="11_06_03_abstract_pro_dark_bleed_4x5_gemini-3_00303.png"/>
          <p:cNvPicPr preferRelativeResize="0"/>
          <p:nvPr/>
        </p:nvPicPr>
        <p:blipFill rotWithShape="1">
          <a:blip r:embed="rId3">
            <a:alphaModFix/>
          </a:blip>
          <a:srcRect b="0" l="0" r="48546" t="74477"/>
          <a:stretch/>
        </p:blipFill>
        <p:spPr>
          <a:xfrm>
            <a:off x="6135700" y="0"/>
            <a:ext cx="3008300" cy="1631250"/>
          </a:xfrm>
          <a:prstGeom prst="rect">
            <a:avLst/>
          </a:prstGeom>
          <a:noFill/>
          <a:ln>
            <a:noFill/>
          </a:ln>
        </p:spPr>
      </p:pic>
      <p:sp>
        <p:nvSpPr>
          <p:cNvPr id="967" name="Google Shape;967;p101"/>
          <p:cNvSpPr txBox="1"/>
          <p:nvPr/>
        </p:nvSpPr>
        <p:spPr>
          <a:xfrm>
            <a:off x="453825" y="456500"/>
            <a:ext cx="8233200" cy="77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At Google, we are using agentic AI tackle some of our own hard optimization and engineering problems.</a:t>
            </a:r>
            <a:endParaRPr sz="2400">
              <a:solidFill>
                <a:srgbClr val="FFFFFF"/>
              </a:solidFill>
              <a:latin typeface="Google Sans Flex Medium"/>
              <a:ea typeface="Google Sans Flex Medium"/>
              <a:cs typeface="Google Sans Flex Medium"/>
              <a:sym typeface="Google Sans Flex Medium"/>
            </a:endParaRPr>
          </a:p>
        </p:txBody>
      </p:sp>
      <p:sp>
        <p:nvSpPr>
          <p:cNvPr id="968" name="Google Shape;968;p101"/>
          <p:cNvSpPr/>
          <p:nvPr/>
        </p:nvSpPr>
        <p:spPr>
          <a:xfrm>
            <a:off x="453825" y="1748950"/>
            <a:ext cx="2513700" cy="2934300"/>
          </a:xfrm>
          <a:prstGeom prst="roundRect">
            <a:avLst>
              <a:gd fmla="val 9867" name="adj"/>
            </a:avLst>
          </a:prstGeom>
          <a:solidFill>
            <a:srgbClr val="000000"/>
          </a:solidFill>
          <a:ln>
            <a:noFill/>
          </a:ln>
          <a:effectLst>
            <a:outerShdw blurRad="356786" rotWithShape="0" algn="bl">
              <a:srgbClr val="F8F9FA">
                <a:alpha val="30000"/>
              </a:srgbClr>
            </a:outerShdw>
          </a:effectLst>
        </p:spPr>
        <p:txBody>
          <a:bodyPr anchorCtr="0" anchor="t" bIns="108725" lIns="108725" spcFirstLastPara="1" rIns="108725" wrap="square" tIns="548625">
            <a:noAutofit/>
          </a:bodyPr>
          <a:lstStyle/>
          <a:p>
            <a:pPr indent="0" lvl="0" marL="0" rtl="0" algn="ctr">
              <a:lnSpc>
                <a:spcPct val="100000"/>
              </a:lnSpc>
              <a:spcBef>
                <a:spcPts val="0"/>
              </a:spcBef>
              <a:spcAft>
                <a:spcPts val="0"/>
              </a:spcAft>
              <a:buNone/>
            </a:pPr>
            <a:r>
              <a:rPr lang="en" sz="4800">
                <a:solidFill>
                  <a:srgbClr val="3186FF"/>
                </a:solidFill>
                <a:latin typeface="Google Sans Flex Medium"/>
                <a:ea typeface="Google Sans Flex Medium"/>
                <a:cs typeface="Google Sans Flex Medium"/>
                <a:sym typeface="Google Sans Flex Medium"/>
              </a:rPr>
              <a:t>20</a:t>
            </a:r>
            <a:r>
              <a:rPr lang="en" sz="4800">
                <a:solidFill>
                  <a:srgbClr val="3186FF"/>
                </a:solidFill>
                <a:latin typeface="Google Sans Flex Medium"/>
                <a:ea typeface="Google Sans Flex Medium"/>
                <a:cs typeface="Google Sans Flex Medium"/>
                <a:sym typeface="Google Sans Flex Medium"/>
              </a:rPr>
              <a:t>%</a:t>
            </a:r>
            <a:endParaRPr sz="4800">
              <a:solidFill>
                <a:srgbClr val="3186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r</a:t>
            </a:r>
            <a:r>
              <a:rPr lang="en">
                <a:solidFill>
                  <a:srgbClr val="FFFFFF"/>
                </a:solidFill>
                <a:latin typeface="Google Sans Flex"/>
                <a:ea typeface="Google Sans Flex"/>
                <a:cs typeface="Google Sans Flex"/>
                <a:sym typeface="Google Sans Flex"/>
              </a:rPr>
              <a:t>eduction in </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write amplification </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through new compiler optimization strategies </a:t>
            </a:r>
            <a:r>
              <a:rPr lang="en" sz="1200">
                <a:solidFill>
                  <a:srgbClr val="FFFFFF"/>
                </a:solidFill>
                <a:latin typeface="Google Sans Flex"/>
                <a:ea typeface="Google Sans Flex"/>
                <a:cs typeface="Google Sans Flex"/>
                <a:sym typeface="Google Sans Flex"/>
              </a:rPr>
              <a:t> </a:t>
            </a:r>
            <a:endParaRPr sz="1200">
              <a:solidFill>
                <a:srgbClr val="FFFFFF"/>
              </a:solidFill>
              <a:latin typeface="Google Sans Flex"/>
              <a:ea typeface="Google Sans Flex"/>
              <a:cs typeface="Google Sans Flex"/>
              <a:sym typeface="Google Sans Flex"/>
            </a:endParaRPr>
          </a:p>
        </p:txBody>
      </p:sp>
      <p:sp>
        <p:nvSpPr>
          <p:cNvPr id="969" name="Google Shape;969;p101"/>
          <p:cNvSpPr/>
          <p:nvPr/>
        </p:nvSpPr>
        <p:spPr>
          <a:xfrm>
            <a:off x="1036725" y="1649962"/>
            <a:ext cx="13479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In coding</a:t>
            </a:r>
            <a:endParaRPr sz="1200">
              <a:solidFill>
                <a:srgbClr val="FFFFFF"/>
              </a:solidFill>
              <a:latin typeface="Google Sans Flex Medium"/>
              <a:ea typeface="Google Sans Flex Medium"/>
              <a:cs typeface="Google Sans Flex Medium"/>
              <a:sym typeface="Google Sans Flex Medium"/>
            </a:endParaRPr>
          </a:p>
        </p:txBody>
      </p:sp>
      <p:sp>
        <p:nvSpPr>
          <p:cNvPr id="970" name="Google Shape;970;p101"/>
          <p:cNvSpPr/>
          <p:nvPr/>
        </p:nvSpPr>
        <p:spPr>
          <a:xfrm>
            <a:off x="3313575" y="1740112"/>
            <a:ext cx="2513700" cy="2934300"/>
          </a:xfrm>
          <a:prstGeom prst="roundRect">
            <a:avLst>
              <a:gd fmla="val 9867" name="adj"/>
            </a:avLst>
          </a:prstGeom>
          <a:solidFill>
            <a:srgbClr val="000000"/>
          </a:solidFill>
          <a:ln>
            <a:noFill/>
          </a:ln>
          <a:effectLst>
            <a:outerShdw blurRad="356786" rotWithShape="0" algn="bl">
              <a:srgbClr val="F8F9FA">
                <a:alpha val="30000"/>
              </a:srgbClr>
            </a:outerShdw>
          </a:effectLst>
        </p:spPr>
        <p:txBody>
          <a:bodyPr anchorCtr="0" anchor="t" bIns="108725" lIns="108725" spcFirstLastPara="1" rIns="108725" wrap="square" tIns="548625">
            <a:noAutofit/>
          </a:bodyPr>
          <a:lstStyle/>
          <a:p>
            <a:pPr indent="0" lvl="0" marL="0" rtl="0" algn="ctr">
              <a:lnSpc>
                <a:spcPct val="100000"/>
              </a:lnSpc>
              <a:spcBef>
                <a:spcPts val="0"/>
              </a:spcBef>
              <a:spcAft>
                <a:spcPts val="0"/>
              </a:spcAft>
              <a:buNone/>
            </a:pPr>
            <a:r>
              <a:rPr lang="en" sz="4800">
                <a:solidFill>
                  <a:srgbClr val="3186FF"/>
                </a:solidFill>
                <a:latin typeface="Google Sans Flex Medium"/>
                <a:ea typeface="Google Sans Flex Medium"/>
                <a:cs typeface="Google Sans Flex Medium"/>
                <a:sym typeface="Google Sans Flex Medium"/>
              </a:rPr>
              <a:t>5%</a:t>
            </a:r>
            <a:endParaRPr sz="4800">
              <a:solidFill>
                <a:srgbClr val="3186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b</a:t>
            </a:r>
            <a:r>
              <a:rPr lang="en">
                <a:solidFill>
                  <a:srgbClr val="FFFFFF"/>
                </a:solidFill>
                <a:latin typeface="Google Sans Flex"/>
                <a:ea typeface="Google Sans Flex"/>
                <a:cs typeface="Google Sans Flex"/>
                <a:sym typeface="Google Sans Flex"/>
              </a:rPr>
              <a:t>oost in predictive accuracy achieved across 20 natural disaster </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risk categories </a:t>
            </a:r>
            <a:endParaRPr>
              <a:solidFill>
                <a:srgbClr val="FFFFFF"/>
              </a:solidFill>
              <a:latin typeface="Google Sans Flex"/>
              <a:ea typeface="Google Sans Flex"/>
              <a:cs typeface="Google Sans Flex"/>
              <a:sym typeface="Google Sans Flex"/>
            </a:endParaRPr>
          </a:p>
        </p:txBody>
      </p:sp>
      <p:sp>
        <p:nvSpPr>
          <p:cNvPr id="971" name="Google Shape;971;p101"/>
          <p:cNvSpPr/>
          <p:nvPr/>
        </p:nvSpPr>
        <p:spPr>
          <a:xfrm>
            <a:off x="3896475" y="1649962"/>
            <a:ext cx="13479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In science</a:t>
            </a:r>
            <a:endParaRPr sz="1200">
              <a:solidFill>
                <a:srgbClr val="FFFFFF"/>
              </a:solidFill>
              <a:latin typeface="Google Sans Flex Medium"/>
              <a:ea typeface="Google Sans Flex Medium"/>
              <a:cs typeface="Google Sans Flex Medium"/>
              <a:sym typeface="Google Sans Flex Medium"/>
            </a:endParaRPr>
          </a:p>
        </p:txBody>
      </p:sp>
      <p:sp>
        <p:nvSpPr>
          <p:cNvPr id="972" name="Google Shape;972;p101"/>
          <p:cNvSpPr/>
          <p:nvPr/>
        </p:nvSpPr>
        <p:spPr>
          <a:xfrm>
            <a:off x="6173325" y="1740112"/>
            <a:ext cx="2513700" cy="2934300"/>
          </a:xfrm>
          <a:prstGeom prst="roundRect">
            <a:avLst>
              <a:gd fmla="val 9867" name="adj"/>
            </a:avLst>
          </a:prstGeom>
          <a:solidFill>
            <a:srgbClr val="000000"/>
          </a:solidFill>
          <a:ln>
            <a:noFill/>
          </a:ln>
          <a:effectLst>
            <a:outerShdw blurRad="356786" rotWithShape="0" algn="bl">
              <a:srgbClr val="F8F9FA">
                <a:alpha val="30000"/>
              </a:srgbClr>
            </a:outerShdw>
          </a:effectLst>
        </p:spPr>
        <p:txBody>
          <a:bodyPr anchorCtr="0" anchor="t" bIns="108725" lIns="108725" spcFirstLastPara="1" rIns="108725" wrap="square" tIns="548625">
            <a:noAutofit/>
          </a:bodyPr>
          <a:lstStyle/>
          <a:p>
            <a:pPr indent="0" lvl="0" marL="0" rtl="0" algn="ctr">
              <a:lnSpc>
                <a:spcPct val="100000"/>
              </a:lnSpc>
              <a:spcBef>
                <a:spcPts val="0"/>
              </a:spcBef>
              <a:spcAft>
                <a:spcPts val="0"/>
              </a:spcAft>
              <a:buNone/>
            </a:pPr>
            <a:r>
              <a:rPr lang="en" sz="4800">
                <a:solidFill>
                  <a:srgbClr val="3186FF"/>
                </a:solidFill>
                <a:latin typeface="Google Sans Flex Medium"/>
                <a:ea typeface="Google Sans Flex Medium"/>
                <a:cs typeface="Google Sans Flex Medium"/>
                <a:sym typeface="Google Sans Flex Medium"/>
              </a:rPr>
              <a:t>10x</a:t>
            </a:r>
            <a:endParaRPr sz="4800">
              <a:solidFill>
                <a:srgbClr val="3186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l</a:t>
            </a:r>
            <a:r>
              <a:rPr lang="en">
                <a:solidFill>
                  <a:srgbClr val="FFFFFF"/>
                </a:solidFill>
                <a:latin typeface="Google Sans Flex"/>
                <a:ea typeface="Google Sans Flex"/>
                <a:cs typeface="Google Sans Flex"/>
                <a:sym typeface="Google Sans Flex"/>
              </a:rPr>
              <a:t>ower error rates in quantum circuits for complex molecular simulations via Google’s Willow processor </a:t>
            </a:r>
            <a:endParaRPr>
              <a:solidFill>
                <a:srgbClr val="FFFFFF"/>
              </a:solidFill>
              <a:latin typeface="Google Sans Flex"/>
              <a:ea typeface="Google Sans Flex"/>
              <a:cs typeface="Google Sans Flex"/>
              <a:sym typeface="Google Sans Flex"/>
            </a:endParaRPr>
          </a:p>
        </p:txBody>
      </p:sp>
      <p:sp>
        <p:nvSpPr>
          <p:cNvPr id="973" name="Google Shape;973;p101"/>
          <p:cNvSpPr/>
          <p:nvPr/>
        </p:nvSpPr>
        <p:spPr>
          <a:xfrm>
            <a:off x="6756225" y="1649962"/>
            <a:ext cx="13479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In computing</a:t>
            </a:r>
            <a:endParaRPr sz="1200">
              <a:solidFill>
                <a:srgbClr val="FFFFFF"/>
              </a:solidFill>
              <a:latin typeface="Google Sans Flex Medium"/>
              <a:ea typeface="Google Sans Flex Medium"/>
              <a:cs typeface="Google Sans Flex Medium"/>
              <a:sym typeface="Google Sans Flex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02"/>
          <p:cNvSpPr txBox="1"/>
          <p:nvPr/>
        </p:nvSpPr>
        <p:spPr>
          <a:xfrm>
            <a:off x="453825" y="1594650"/>
            <a:ext cx="3661800" cy="1954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AlphaEvolve is </a:t>
            </a:r>
            <a:r>
              <a:rPr lang="en" sz="2400">
                <a:solidFill>
                  <a:srgbClr val="3186FF"/>
                </a:solidFill>
                <a:latin typeface="Google Sans Flex Medium"/>
                <a:ea typeface="Google Sans Flex Medium"/>
                <a:cs typeface="Google Sans Flex Medium"/>
                <a:sym typeface="Google Sans Flex Medium"/>
              </a:rPr>
              <a:t>an agent to help you design better algorithms</a:t>
            </a:r>
            <a:r>
              <a:rPr lang="en" sz="2400">
                <a:solidFill>
                  <a:srgbClr val="FFFFFF"/>
                </a:solidFill>
                <a:latin typeface="Google Sans Flex Medium"/>
                <a:ea typeface="Google Sans Flex Medium"/>
                <a:cs typeface="Google Sans Flex Medium"/>
                <a:sym typeface="Google Sans Flex Medium"/>
              </a:rPr>
              <a:t> for problems too vast for standard brute-force methods to explore effectively.</a:t>
            </a:r>
            <a:endParaRPr sz="2400">
              <a:solidFill>
                <a:srgbClr val="FFFFFF"/>
              </a:solidFill>
              <a:latin typeface="Google Sans Flex Medium"/>
              <a:ea typeface="Google Sans Flex Medium"/>
              <a:cs typeface="Google Sans Flex Medium"/>
              <a:sym typeface="Google Sans Flex Medium"/>
            </a:endParaRPr>
          </a:p>
        </p:txBody>
      </p:sp>
      <p:pic>
        <p:nvPicPr>
          <p:cNvPr id="979" name="Google Shape;979;p102" title="11_06_03_abstract_pro_dark_bleed_4x5_gemini-3_00303.png"/>
          <p:cNvPicPr preferRelativeResize="0"/>
          <p:nvPr/>
        </p:nvPicPr>
        <p:blipFill rotWithShape="1">
          <a:blip r:embed="rId3">
            <a:alphaModFix/>
          </a:blip>
          <a:srcRect b="0" l="3514" r="45032" t="66075"/>
          <a:stretch/>
        </p:blipFill>
        <p:spPr>
          <a:xfrm>
            <a:off x="4409725" y="0"/>
            <a:ext cx="4734274" cy="3412202"/>
          </a:xfrm>
          <a:prstGeom prst="rect">
            <a:avLst/>
          </a:prstGeom>
          <a:noFill/>
          <a:ln>
            <a:noFill/>
          </a:ln>
        </p:spPr>
      </p:pic>
      <p:pic>
        <p:nvPicPr>
          <p:cNvPr id="980" name="Google Shape;980;p102" title="11_06_03_abstract_pro_dark_bleed_4x5_gemini-3_00303.png"/>
          <p:cNvPicPr preferRelativeResize="0"/>
          <p:nvPr/>
        </p:nvPicPr>
        <p:blipFill rotWithShape="1">
          <a:blip r:embed="rId3">
            <a:alphaModFix/>
          </a:blip>
          <a:srcRect b="75677" l="45590" r="-101986" t="-3692"/>
          <a:stretch/>
        </p:blipFill>
        <p:spPr>
          <a:xfrm>
            <a:off x="0" y="3352925"/>
            <a:ext cx="9144000" cy="1790577"/>
          </a:xfrm>
          <a:prstGeom prst="rect">
            <a:avLst/>
          </a:prstGeom>
          <a:noFill/>
          <a:ln>
            <a:noFill/>
          </a:ln>
        </p:spPr>
      </p:pic>
      <p:grpSp>
        <p:nvGrpSpPr>
          <p:cNvPr id="981" name="Google Shape;981;p102"/>
          <p:cNvGrpSpPr/>
          <p:nvPr/>
        </p:nvGrpSpPr>
        <p:grpSpPr>
          <a:xfrm>
            <a:off x="4724525" y="844350"/>
            <a:ext cx="4114800" cy="3454800"/>
            <a:chOff x="4572125" y="1228425"/>
            <a:chExt cx="4114800" cy="3454800"/>
          </a:xfrm>
        </p:grpSpPr>
        <p:sp>
          <p:nvSpPr>
            <p:cNvPr id="982" name="Google Shape;982;p102"/>
            <p:cNvSpPr/>
            <p:nvPr/>
          </p:nvSpPr>
          <p:spPr>
            <a:xfrm>
              <a:off x="4572125" y="1228425"/>
              <a:ext cx="4114800" cy="34548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983" name="Google Shape;983;p102"/>
            <p:cNvSpPr/>
            <p:nvPr/>
          </p:nvSpPr>
          <p:spPr>
            <a:xfrm>
              <a:off x="4675175" y="1365750"/>
              <a:ext cx="3908700" cy="3198000"/>
            </a:xfrm>
            <a:prstGeom prst="rect">
              <a:avLst/>
            </a:prstGeom>
            <a:solidFill>
              <a:srgbClr val="F2F3F6"/>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pic>
          <p:nvPicPr>
            <p:cNvPr id="984" name="Google Shape;984;p102" title="alphaevolve-anim.gif"/>
            <p:cNvPicPr preferRelativeResize="0"/>
            <p:nvPr/>
          </p:nvPicPr>
          <p:blipFill/>
          <p:spPr>
            <a:xfrm>
              <a:off x="4675175" y="1755525"/>
              <a:ext cx="3908700" cy="2400600"/>
            </a:xfrm>
            <a:prstGeom prst="roundRect">
              <a:avLst>
                <a:gd fmla="val 0" name="adj"/>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pic>
        <p:nvPicPr>
          <p:cNvPr id="989" name="Google Shape;989;p103" title="11_06_03_abstract_pro_dark_bleed_4x5_gemini-3_00303.png"/>
          <p:cNvPicPr preferRelativeResize="0"/>
          <p:nvPr/>
        </p:nvPicPr>
        <p:blipFill rotWithShape="1">
          <a:blip r:embed="rId3">
            <a:alphaModFix/>
          </a:blip>
          <a:srcRect b="-2573" l="3914" r="51906" t="74693"/>
          <a:stretch/>
        </p:blipFill>
        <p:spPr>
          <a:xfrm>
            <a:off x="6561000" y="0"/>
            <a:ext cx="2583000" cy="1781924"/>
          </a:xfrm>
          <a:prstGeom prst="rect">
            <a:avLst/>
          </a:prstGeom>
          <a:noFill/>
          <a:ln>
            <a:noFill/>
          </a:ln>
        </p:spPr>
      </p:pic>
      <p:sp>
        <p:nvSpPr>
          <p:cNvPr id="990" name="Google Shape;990;p103"/>
          <p:cNvSpPr txBox="1"/>
          <p:nvPr/>
        </p:nvSpPr>
        <p:spPr>
          <a:xfrm>
            <a:off x="1125300" y="456500"/>
            <a:ext cx="6893400" cy="77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Now generally available, AlphaEvolve has already driven impact across diverse domains.</a:t>
            </a:r>
            <a:endParaRPr sz="2400">
              <a:solidFill>
                <a:srgbClr val="FFFFFF"/>
              </a:solidFill>
              <a:latin typeface="Google Sans Flex Medium"/>
              <a:ea typeface="Google Sans Flex Medium"/>
              <a:cs typeface="Google Sans Flex Medium"/>
              <a:sym typeface="Google Sans Flex Medium"/>
            </a:endParaRPr>
          </a:p>
        </p:txBody>
      </p:sp>
      <p:cxnSp>
        <p:nvCxnSpPr>
          <p:cNvPr id="991" name="Google Shape;991;p103"/>
          <p:cNvCxnSpPr>
            <a:stCxn id="992" idx="3"/>
            <a:endCxn id="993" idx="1"/>
          </p:cNvCxnSpPr>
          <p:nvPr/>
        </p:nvCxnSpPr>
        <p:spPr>
          <a:xfrm>
            <a:off x="3066150" y="3118000"/>
            <a:ext cx="3050100" cy="0"/>
          </a:xfrm>
          <a:prstGeom prst="straightConnector1">
            <a:avLst/>
          </a:prstGeom>
          <a:noFill/>
          <a:ln cap="flat" cmpd="sng" w="19050">
            <a:solidFill>
              <a:schemeClr val="lt2"/>
            </a:solidFill>
            <a:prstDash val="solid"/>
            <a:round/>
            <a:headEnd len="med" w="med" type="none"/>
            <a:tailEnd len="med" w="med" type="none"/>
          </a:ln>
        </p:spPr>
      </p:cxnSp>
      <p:sp>
        <p:nvSpPr>
          <p:cNvPr id="994" name="Google Shape;994;p103"/>
          <p:cNvSpPr/>
          <p:nvPr/>
        </p:nvSpPr>
        <p:spPr>
          <a:xfrm rot="10800000">
            <a:off x="5752868" y="3058476"/>
            <a:ext cx="113700" cy="113700"/>
          </a:xfrm>
          <a:prstGeom prst="ellipse">
            <a:avLst/>
          </a:prstGeom>
          <a:solidFill>
            <a:srgbClr val="4285F4"/>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995" name="Google Shape;995;p103"/>
          <p:cNvGrpSpPr/>
          <p:nvPr/>
        </p:nvGrpSpPr>
        <p:grpSpPr>
          <a:xfrm>
            <a:off x="2794096" y="1339730"/>
            <a:ext cx="3555809" cy="3551348"/>
            <a:chOff x="2693725" y="1231910"/>
            <a:chExt cx="3752040" cy="3747334"/>
          </a:xfrm>
        </p:grpSpPr>
        <p:sp>
          <p:nvSpPr>
            <p:cNvPr id="996" name="Google Shape;996;p103"/>
            <p:cNvSpPr/>
            <p:nvPr/>
          </p:nvSpPr>
          <p:spPr>
            <a:xfrm>
              <a:off x="3200400" y="1733985"/>
              <a:ext cx="2743200" cy="2743200"/>
            </a:xfrm>
            <a:prstGeom prst="blockArc">
              <a:avLst>
                <a:gd fmla="val 16201004" name="adj1"/>
                <a:gd fmla="val 19806624" name="adj2"/>
                <a:gd fmla="val 5037" name="adj3"/>
              </a:avLst>
            </a:prstGeom>
            <a:solidFill>
              <a:srgbClr val="76BB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97" name="Google Shape;997;p103"/>
            <p:cNvSpPr/>
            <p:nvPr/>
          </p:nvSpPr>
          <p:spPr>
            <a:xfrm rot="3600012">
              <a:off x="3200507" y="1733986"/>
              <a:ext cx="2743217" cy="2743217"/>
            </a:xfrm>
            <a:prstGeom prst="blockArc">
              <a:avLst>
                <a:gd fmla="val 16203593" name="adj1"/>
                <a:gd fmla="val 19806624" name="adj2"/>
                <a:gd fmla="val 5037" name="adj3"/>
              </a:avLst>
            </a:prstGeom>
            <a:solidFill>
              <a:srgbClr val="76BB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98" name="Google Shape;998;p103"/>
            <p:cNvSpPr/>
            <p:nvPr/>
          </p:nvSpPr>
          <p:spPr>
            <a:xfrm rot="7199988">
              <a:off x="3200453" y="1733952"/>
              <a:ext cx="2743217" cy="2743217"/>
            </a:xfrm>
            <a:prstGeom prst="blockArc">
              <a:avLst>
                <a:gd fmla="val 16203593" name="adj1"/>
                <a:gd fmla="val 19806624" name="adj2"/>
                <a:gd fmla="val 5037" name="adj3"/>
              </a:avLst>
            </a:prstGeom>
            <a:solidFill>
              <a:srgbClr val="76BB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99" name="Google Shape;999;p103"/>
            <p:cNvSpPr/>
            <p:nvPr/>
          </p:nvSpPr>
          <p:spPr>
            <a:xfrm flipH="1">
              <a:off x="3195891" y="1733985"/>
              <a:ext cx="2743200" cy="2743200"/>
            </a:xfrm>
            <a:prstGeom prst="blockArc">
              <a:avLst>
                <a:gd fmla="val 16177928" name="adj1"/>
                <a:gd fmla="val 19806624" name="adj2"/>
                <a:gd fmla="val 5037" name="adj3"/>
              </a:avLst>
            </a:prstGeom>
            <a:solidFill>
              <a:srgbClr val="76BB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00" name="Google Shape;1000;p103"/>
            <p:cNvSpPr/>
            <p:nvPr/>
          </p:nvSpPr>
          <p:spPr>
            <a:xfrm flipH="1" rot="-3600012">
              <a:off x="3195767" y="1733986"/>
              <a:ext cx="2743217" cy="2743217"/>
            </a:xfrm>
            <a:prstGeom prst="blockArc">
              <a:avLst>
                <a:gd fmla="val 16203593" name="adj1"/>
                <a:gd fmla="val 19806624" name="adj2"/>
                <a:gd fmla="val 5037" name="adj3"/>
              </a:avLst>
            </a:prstGeom>
            <a:solidFill>
              <a:srgbClr val="76BB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01" name="Google Shape;1001;p103"/>
            <p:cNvSpPr/>
            <p:nvPr/>
          </p:nvSpPr>
          <p:spPr>
            <a:xfrm flipH="1" rot="-7199988">
              <a:off x="3195821" y="1733952"/>
              <a:ext cx="2743217" cy="2743217"/>
            </a:xfrm>
            <a:prstGeom prst="blockArc">
              <a:avLst>
                <a:gd fmla="val 16203593" name="adj1"/>
                <a:gd fmla="val 19806624" name="adj2"/>
                <a:gd fmla="val 5037" name="adj3"/>
              </a:avLst>
            </a:prstGeom>
            <a:solidFill>
              <a:srgbClr val="76BB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sp>
        <p:nvSpPr>
          <p:cNvPr id="1002" name="Google Shape;1002;p103"/>
          <p:cNvSpPr/>
          <p:nvPr/>
        </p:nvSpPr>
        <p:spPr>
          <a:xfrm>
            <a:off x="3557368" y="2099538"/>
            <a:ext cx="2039100" cy="2039100"/>
          </a:xfrm>
          <a:prstGeom prst="ellipse">
            <a:avLst/>
          </a:prstGeom>
          <a:gradFill>
            <a:gsLst>
              <a:gs pos="0">
                <a:srgbClr val="3186FF"/>
              </a:gs>
              <a:gs pos="52000">
                <a:srgbClr val="346BF1"/>
              </a:gs>
              <a:gs pos="100000">
                <a:srgbClr val="579FFF"/>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1003" name="Google Shape;1003;p103"/>
          <p:cNvSpPr/>
          <p:nvPr/>
        </p:nvSpPr>
        <p:spPr>
          <a:xfrm>
            <a:off x="6116111" y="1770929"/>
            <a:ext cx="1009500" cy="510900"/>
          </a:xfrm>
          <a:prstGeom prst="roundRect">
            <a:avLst>
              <a:gd fmla="val 22871"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1004" name="Google Shape;1004;p103"/>
          <p:cNvSpPr txBox="1"/>
          <p:nvPr/>
        </p:nvSpPr>
        <p:spPr>
          <a:xfrm>
            <a:off x="459575" y="1733950"/>
            <a:ext cx="1244100" cy="587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800">
                <a:solidFill>
                  <a:srgbClr val="FFFFFF"/>
                </a:solidFill>
                <a:latin typeface="Google Sans Flex"/>
                <a:ea typeface="Google Sans Flex"/>
                <a:cs typeface="Google Sans Flex"/>
                <a:sym typeface="Google Sans Flex"/>
              </a:rPr>
              <a:t>Improve</a:t>
            </a:r>
            <a:r>
              <a:rPr lang="en" sz="800">
                <a:solidFill>
                  <a:srgbClr val="FFFFFF"/>
                </a:solidFill>
                <a:latin typeface="Google Sans Flex"/>
                <a:ea typeface="Google Sans Flex"/>
                <a:cs typeface="Google Sans Flex"/>
                <a:sym typeface="Google Sans Flex"/>
              </a:rPr>
              <a:t>d</a:t>
            </a:r>
            <a:r>
              <a:rPr lang="en" sz="800">
                <a:solidFill>
                  <a:srgbClr val="FFFFFF"/>
                </a:solidFill>
                <a:latin typeface="Google Sans Flex"/>
                <a:ea typeface="Google Sans Flex"/>
                <a:cs typeface="Google Sans Flex"/>
                <a:sym typeface="Google Sans Flex"/>
              </a:rPr>
              <a:t> their existing planning and forecasting models by over 80%</a:t>
            </a:r>
            <a:endParaRPr sz="800">
              <a:solidFill>
                <a:srgbClr val="FFFFFF"/>
              </a:solidFill>
              <a:latin typeface="Google Sans Flex"/>
              <a:ea typeface="Google Sans Flex"/>
              <a:cs typeface="Google Sans Flex"/>
              <a:sym typeface="Google Sans Flex"/>
            </a:endParaRPr>
          </a:p>
        </p:txBody>
      </p:sp>
      <p:sp>
        <p:nvSpPr>
          <p:cNvPr id="1005" name="Google Shape;1005;p103"/>
          <p:cNvSpPr txBox="1"/>
          <p:nvPr/>
        </p:nvSpPr>
        <p:spPr>
          <a:xfrm>
            <a:off x="7442074" y="3719950"/>
            <a:ext cx="1244100" cy="842100"/>
          </a:xfrm>
          <a:prstGeom prst="rect">
            <a:avLst/>
          </a:prstGeom>
          <a:noFill/>
          <a:ln>
            <a:noFill/>
          </a:ln>
        </p:spPr>
        <p:txBody>
          <a:bodyPr anchorCtr="0" anchor="ctr" bIns="0" lIns="0" spcFirstLastPara="1" rIns="0" wrap="square" tIns="0">
            <a:noAutofit/>
          </a:bodyPr>
          <a:lstStyle/>
          <a:p>
            <a:pPr indent="0" lvl="0" marL="0" rtl="0" algn="r">
              <a:lnSpc>
                <a:spcPct val="115000"/>
              </a:lnSpc>
              <a:spcBef>
                <a:spcPts val="0"/>
              </a:spcBef>
              <a:spcAft>
                <a:spcPts val="0"/>
              </a:spcAft>
              <a:buNone/>
            </a:pPr>
            <a:r>
              <a:rPr lang="en" sz="800">
                <a:solidFill>
                  <a:srgbClr val="FFFFFF"/>
                </a:solidFill>
                <a:latin typeface="Google Sans Flex"/>
                <a:ea typeface="Google Sans Flex"/>
                <a:cs typeface="Google Sans Flex"/>
                <a:sym typeface="Google Sans Flex"/>
              </a:rPr>
              <a:t>Achieving improvements of more than 22% in key forecasting accuracy metrics while reducing runtime by over 90% </a:t>
            </a:r>
            <a:endParaRPr sz="800">
              <a:solidFill>
                <a:srgbClr val="FFFFFF"/>
              </a:solidFill>
              <a:latin typeface="Google Sans Flex"/>
              <a:ea typeface="Google Sans Flex"/>
              <a:cs typeface="Google Sans Flex"/>
              <a:sym typeface="Google Sans Flex"/>
            </a:endParaRPr>
          </a:p>
        </p:txBody>
      </p:sp>
      <p:sp>
        <p:nvSpPr>
          <p:cNvPr id="1006" name="Google Shape;1006;p103"/>
          <p:cNvSpPr/>
          <p:nvPr/>
        </p:nvSpPr>
        <p:spPr>
          <a:xfrm>
            <a:off x="2056650" y="1770929"/>
            <a:ext cx="1009500" cy="510900"/>
          </a:xfrm>
          <a:prstGeom prst="roundRect">
            <a:avLst>
              <a:gd fmla="val 22871"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1007" name="Google Shape;1007;p103"/>
          <p:cNvSpPr txBox="1"/>
          <p:nvPr/>
        </p:nvSpPr>
        <p:spPr>
          <a:xfrm>
            <a:off x="468925" y="2899300"/>
            <a:ext cx="1338900" cy="450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600"/>
              </a:spcAft>
              <a:buNone/>
            </a:pPr>
            <a:r>
              <a:rPr lang="en" sz="800">
                <a:solidFill>
                  <a:srgbClr val="FFFFFF"/>
                </a:solidFill>
                <a:latin typeface="Google Sans Flex"/>
                <a:ea typeface="Google Sans Flex"/>
                <a:cs typeface="Google Sans Flex"/>
                <a:sym typeface="Google Sans Flex"/>
              </a:rPr>
              <a:t>Improved production forecast by over 5%</a:t>
            </a:r>
            <a:endParaRPr sz="800">
              <a:solidFill>
                <a:srgbClr val="FFFFFF"/>
              </a:solidFill>
              <a:latin typeface="Google Sans Flex"/>
              <a:ea typeface="Google Sans Flex"/>
              <a:cs typeface="Google Sans Flex"/>
              <a:sym typeface="Google Sans Flex"/>
            </a:endParaRPr>
          </a:p>
        </p:txBody>
      </p:sp>
      <p:sp>
        <p:nvSpPr>
          <p:cNvPr id="1008" name="Google Shape;1008;p103"/>
          <p:cNvSpPr txBox="1"/>
          <p:nvPr/>
        </p:nvSpPr>
        <p:spPr>
          <a:xfrm>
            <a:off x="7249774" y="1707850"/>
            <a:ext cx="1436400" cy="639300"/>
          </a:xfrm>
          <a:prstGeom prst="rect">
            <a:avLst/>
          </a:prstGeom>
          <a:noFill/>
          <a:ln>
            <a:noFill/>
          </a:ln>
        </p:spPr>
        <p:txBody>
          <a:bodyPr anchorCtr="0" anchor="ctr" bIns="0" lIns="0" spcFirstLastPara="1" rIns="0" wrap="square" tIns="0">
            <a:noAutofit/>
          </a:bodyPr>
          <a:lstStyle/>
          <a:p>
            <a:pPr indent="0" lvl="0" marL="0" rtl="0" algn="r">
              <a:lnSpc>
                <a:spcPct val="115000"/>
              </a:lnSpc>
              <a:spcBef>
                <a:spcPts val="0"/>
              </a:spcBef>
              <a:spcAft>
                <a:spcPts val="600"/>
              </a:spcAft>
              <a:buNone/>
            </a:pPr>
            <a:r>
              <a:rPr lang="en" sz="800">
                <a:solidFill>
                  <a:srgbClr val="FFFFFF"/>
                </a:solidFill>
                <a:latin typeface="Google Sans Flex"/>
                <a:ea typeface="Google Sans Flex"/>
                <a:cs typeface="Google Sans Flex"/>
                <a:sym typeface="Google Sans Flex"/>
              </a:rPr>
              <a:t> Achieving a 30% reduction in variant detection errors</a:t>
            </a:r>
            <a:endParaRPr b="1" sz="800">
              <a:solidFill>
                <a:srgbClr val="FFFFFF"/>
              </a:solidFill>
              <a:latin typeface="Google Sans Flex"/>
              <a:ea typeface="Google Sans Flex"/>
              <a:cs typeface="Google Sans Flex"/>
              <a:sym typeface="Google Sans Flex"/>
            </a:endParaRPr>
          </a:p>
        </p:txBody>
      </p:sp>
      <p:cxnSp>
        <p:nvCxnSpPr>
          <p:cNvPr id="1009" name="Google Shape;1009;p103"/>
          <p:cNvCxnSpPr>
            <a:stCxn id="1006" idx="3"/>
          </p:cNvCxnSpPr>
          <p:nvPr/>
        </p:nvCxnSpPr>
        <p:spPr>
          <a:xfrm>
            <a:off x="3066150" y="2026379"/>
            <a:ext cx="793500" cy="600"/>
          </a:xfrm>
          <a:prstGeom prst="straightConnector1">
            <a:avLst/>
          </a:prstGeom>
          <a:noFill/>
          <a:ln cap="flat" cmpd="sng" w="19050">
            <a:solidFill>
              <a:schemeClr val="lt2"/>
            </a:solidFill>
            <a:prstDash val="solid"/>
            <a:round/>
            <a:headEnd len="med" w="med" type="none"/>
            <a:tailEnd len="med" w="med" type="none"/>
          </a:ln>
        </p:spPr>
      </p:cxnSp>
      <p:cxnSp>
        <p:nvCxnSpPr>
          <p:cNvPr id="1010" name="Google Shape;1010;p103"/>
          <p:cNvCxnSpPr>
            <a:stCxn id="1003" idx="1"/>
          </p:cNvCxnSpPr>
          <p:nvPr/>
        </p:nvCxnSpPr>
        <p:spPr>
          <a:xfrm rot="10800000">
            <a:off x="5289611" y="2025779"/>
            <a:ext cx="826500" cy="600"/>
          </a:xfrm>
          <a:prstGeom prst="straightConnector1">
            <a:avLst/>
          </a:prstGeom>
          <a:noFill/>
          <a:ln cap="flat" cmpd="sng" w="19050">
            <a:solidFill>
              <a:schemeClr val="lt2"/>
            </a:solidFill>
            <a:prstDash val="solid"/>
            <a:round/>
            <a:headEnd len="med" w="med" type="none"/>
            <a:tailEnd len="med" w="med" type="none"/>
          </a:ln>
        </p:spPr>
      </p:cxnSp>
      <p:cxnSp>
        <p:nvCxnSpPr>
          <p:cNvPr id="1011" name="Google Shape;1011;p103"/>
          <p:cNvCxnSpPr>
            <a:stCxn id="1012" idx="3"/>
          </p:cNvCxnSpPr>
          <p:nvPr/>
        </p:nvCxnSpPr>
        <p:spPr>
          <a:xfrm>
            <a:off x="3066150" y="4198021"/>
            <a:ext cx="793500" cy="600"/>
          </a:xfrm>
          <a:prstGeom prst="straightConnector1">
            <a:avLst/>
          </a:prstGeom>
          <a:noFill/>
          <a:ln cap="flat" cmpd="sng" w="19050">
            <a:solidFill>
              <a:schemeClr val="lt2"/>
            </a:solidFill>
            <a:prstDash val="solid"/>
            <a:round/>
            <a:headEnd len="med" w="med" type="none"/>
            <a:tailEnd len="med" w="med" type="none"/>
          </a:ln>
        </p:spPr>
      </p:cxnSp>
      <p:cxnSp>
        <p:nvCxnSpPr>
          <p:cNvPr id="1013" name="Google Shape;1013;p103"/>
          <p:cNvCxnSpPr/>
          <p:nvPr/>
        </p:nvCxnSpPr>
        <p:spPr>
          <a:xfrm rot="10800000">
            <a:off x="5304311" y="4197871"/>
            <a:ext cx="811800" cy="300"/>
          </a:xfrm>
          <a:prstGeom prst="straightConnector1">
            <a:avLst/>
          </a:prstGeom>
          <a:noFill/>
          <a:ln cap="flat" cmpd="sng" w="19050">
            <a:solidFill>
              <a:schemeClr val="lt2"/>
            </a:solidFill>
            <a:prstDash val="solid"/>
            <a:round/>
            <a:headEnd len="med" w="med" type="none"/>
            <a:tailEnd len="med" w="med" type="none"/>
          </a:ln>
        </p:spPr>
      </p:cxnSp>
      <p:sp>
        <p:nvSpPr>
          <p:cNvPr id="1014" name="Google Shape;1014;p103"/>
          <p:cNvSpPr/>
          <p:nvPr/>
        </p:nvSpPr>
        <p:spPr>
          <a:xfrm>
            <a:off x="6116111" y="3942571"/>
            <a:ext cx="1009500" cy="510900"/>
          </a:xfrm>
          <a:prstGeom prst="roundRect">
            <a:avLst>
              <a:gd fmla="val 22871"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1015" name="Google Shape;1015;p103"/>
          <p:cNvSpPr txBox="1"/>
          <p:nvPr/>
        </p:nvSpPr>
        <p:spPr>
          <a:xfrm>
            <a:off x="7347274" y="2737150"/>
            <a:ext cx="1338900" cy="774300"/>
          </a:xfrm>
          <a:prstGeom prst="rect">
            <a:avLst/>
          </a:prstGeom>
          <a:noFill/>
          <a:ln>
            <a:noFill/>
          </a:ln>
        </p:spPr>
        <p:txBody>
          <a:bodyPr anchorCtr="0" anchor="ctr" bIns="0" lIns="0" spcFirstLastPara="1" rIns="0" wrap="square" tIns="0">
            <a:noAutofit/>
          </a:bodyPr>
          <a:lstStyle/>
          <a:p>
            <a:pPr indent="0" lvl="0" marL="0" rtl="0" algn="r">
              <a:lnSpc>
                <a:spcPct val="115000"/>
              </a:lnSpc>
              <a:spcBef>
                <a:spcPts val="0"/>
              </a:spcBef>
              <a:spcAft>
                <a:spcPts val="0"/>
              </a:spcAft>
              <a:buNone/>
            </a:pPr>
            <a:r>
              <a:rPr lang="en" sz="800">
                <a:solidFill>
                  <a:srgbClr val="FFFFFF"/>
                </a:solidFill>
                <a:latin typeface="Google Sans Flex"/>
                <a:ea typeface="Google Sans Flex"/>
                <a:cs typeface="Google Sans Flex"/>
                <a:sym typeface="Google Sans Flex"/>
              </a:rPr>
              <a:t>Delivered a 10% lift in prediction accuracy</a:t>
            </a:r>
            <a:r>
              <a:rPr lang="en" sz="800">
                <a:solidFill>
                  <a:srgbClr val="FFFFFF"/>
                </a:solidFill>
                <a:latin typeface="Google Sans Flex"/>
                <a:ea typeface="Google Sans Flex"/>
                <a:cs typeface="Google Sans Flex"/>
                <a:sym typeface="Google Sans Flex"/>
              </a:rPr>
              <a:t> </a:t>
            </a:r>
            <a:r>
              <a:rPr lang="en" sz="800">
                <a:solidFill>
                  <a:srgbClr val="FFFFFF"/>
                </a:solidFill>
                <a:latin typeface="Google Sans Flex"/>
                <a:ea typeface="Google Sans Flex"/>
                <a:cs typeface="Google Sans Flex"/>
                <a:sym typeface="Google Sans Flex"/>
              </a:rPr>
              <a:t>and up to a 7% boost in downstream recommendation scores</a:t>
            </a:r>
            <a:endParaRPr sz="800">
              <a:solidFill>
                <a:srgbClr val="FFFFFF"/>
              </a:solidFill>
              <a:latin typeface="Google Sans Flex"/>
              <a:ea typeface="Google Sans Flex"/>
              <a:cs typeface="Google Sans Flex"/>
              <a:sym typeface="Google Sans Flex"/>
            </a:endParaRPr>
          </a:p>
        </p:txBody>
      </p:sp>
      <p:sp>
        <p:nvSpPr>
          <p:cNvPr id="1012" name="Google Shape;1012;p103"/>
          <p:cNvSpPr/>
          <p:nvPr/>
        </p:nvSpPr>
        <p:spPr>
          <a:xfrm>
            <a:off x="2056650" y="3942571"/>
            <a:ext cx="1009500" cy="510900"/>
          </a:xfrm>
          <a:prstGeom prst="roundRect">
            <a:avLst>
              <a:gd fmla="val 22871"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1016" name="Google Shape;1016;p103"/>
          <p:cNvSpPr/>
          <p:nvPr/>
        </p:nvSpPr>
        <p:spPr>
          <a:xfrm>
            <a:off x="3709050" y="2256914"/>
            <a:ext cx="1725900" cy="1724328"/>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Font typeface="Arial"/>
              <a:buNone/>
            </a:pPr>
            <a:r>
              <a:t/>
            </a:r>
            <a:endParaRPr sz="1000">
              <a:solidFill>
                <a:srgbClr val="202124"/>
              </a:solidFill>
              <a:latin typeface="Google Sans Text"/>
              <a:ea typeface="Google Sans Text"/>
              <a:cs typeface="Google Sans Text"/>
              <a:sym typeface="Google Sans Text"/>
            </a:endParaRPr>
          </a:p>
        </p:txBody>
      </p:sp>
      <p:sp>
        <p:nvSpPr>
          <p:cNvPr id="1017" name="Google Shape;1017;p103"/>
          <p:cNvSpPr txBox="1"/>
          <p:nvPr/>
        </p:nvSpPr>
        <p:spPr>
          <a:xfrm>
            <a:off x="3949950" y="3106225"/>
            <a:ext cx="1244100" cy="587100"/>
          </a:xfrm>
          <a:prstGeom prst="rect">
            <a:avLst/>
          </a:prstGeom>
          <a:noFill/>
          <a:ln>
            <a:noFill/>
          </a:ln>
        </p:spPr>
        <p:txBody>
          <a:bodyPr anchorCtr="0" anchor="t" bIns="0" lIns="0" spcFirstLastPara="1" rIns="0" wrap="square" tIns="91425">
            <a:noAutofit/>
          </a:bodyPr>
          <a:lstStyle/>
          <a:p>
            <a:pPr indent="0" lvl="0" marL="0" rtl="0" algn="ctr">
              <a:spcBef>
                <a:spcPts val="0"/>
              </a:spcBef>
              <a:spcAft>
                <a:spcPts val="0"/>
              </a:spcAft>
              <a:buNone/>
            </a:pPr>
            <a:r>
              <a:rPr lang="en" sz="1000">
                <a:solidFill>
                  <a:srgbClr val="FFFFFF"/>
                </a:solidFill>
                <a:latin typeface="Google Sans Flex Medium"/>
                <a:ea typeface="Google Sans Flex Medium"/>
                <a:cs typeface="Google Sans Flex Medium"/>
                <a:sym typeface="Google Sans Flex Medium"/>
              </a:rPr>
              <a:t>AlphaEvolve helps solve for algorithmic optimization</a:t>
            </a:r>
            <a:endParaRPr sz="1000">
              <a:solidFill>
                <a:srgbClr val="FFFFFF"/>
              </a:solidFill>
              <a:latin typeface="Google Sans Flex Medium"/>
              <a:ea typeface="Google Sans Flex Medium"/>
              <a:cs typeface="Google Sans Flex Medium"/>
              <a:sym typeface="Google Sans Flex Medium"/>
            </a:endParaRPr>
          </a:p>
        </p:txBody>
      </p:sp>
      <p:sp>
        <p:nvSpPr>
          <p:cNvPr id="1018" name="Google Shape;1018;p103"/>
          <p:cNvSpPr txBox="1"/>
          <p:nvPr/>
        </p:nvSpPr>
        <p:spPr>
          <a:xfrm>
            <a:off x="443401" y="3696875"/>
            <a:ext cx="1436400" cy="1002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600"/>
              </a:spcAft>
              <a:buNone/>
            </a:pPr>
            <a:r>
              <a:rPr lang="en" sz="800">
                <a:solidFill>
                  <a:srgbClr val="FFFFFF"/>
                </a:solidFill>
                <a:latin typeface="Google Sans Flex"/>
                <a:ea typeface="Google Sans Flex"/>
                <a:cs typeface="Google Sans Flex"/>
                <a:sym typeface="Google Sans Flex"/>
              </a:rPr>
              <a:t>Doubled training speed and improve performance for their foundational models</a:t>
            </a:r>
            <a:endParaRPr sz="800">
              <a:solidFill>
                <a:srgbClr val="FFFFFF"/>
              </a:solidFill>
              <a:latin typeface="Google Sans Flex"/>
              <a:ea typeface="Google Sans Flex"/>
              <a:cs typeface="Google Sans Flex"/>
              <a:sym typeface="Google Sans Flex"/>
            </a:endParaRPr>
          </a:p>
        </p:txBody>
      </p:sp>
      <p:sp>
        <p:nvSpPr>
          <p:cNvPr id="992" name="Google Shape;992;p103"/>
          <p:cNvSpPr/>
          <p:nvPr/>
        </p:nvSpPr>
        <p:spPr>
          <a:xfrm>
            <a:off x="2056650" y="2862550"/>
            <a:ext cx="1009500" cy="510900"/>
          </a:xfrm>
          <a:prstGeom prst="roundRect">
            <a:avLst>
              <a:gd fmla="val 22871"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993" name="Google Shape;993;p103"/>
          <p:cNvSpPr/>
          <p:nvPr/>
        </p:nvSpPr>
        <p:spPr>
          <a:xfrm>
            <a:off x="6116111" y="2862550"/>
            <a:ext cx="1009500" cy="510900"/>
          </a:xfrm>
          <a:prstGeom prst="roundRect">
            <a:avLst>
              <a:gd fmla="val 22871"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a:ea typeface="Google Sans"/>
              <a:cs typeface="Google Sans"/>
              <a:sym typeface="Google Sans"/>
            </a:endParaRPr>
          </a:p>
        </p:txBody>
      </p:sp>
      <p:sp>
        <p:nvSpPr>
          <p:cNvPr id="1019" name="Google Shape;1019;p103"/>
          <p:cNvSpPr txBox="1"/>
          <p:nvPr/>
        </p:nvSpPr>
        <p:spPr>
          <a:xfrm>
            <a:off x="2056650" y="1473619"/>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3186FF"/>
                </a:solidFill>
                <a:latin typeface="Google Sans Flex SemiBold"/>
                <a:ea typeface="Google Sans Flex SemiBold"/>
                <a:cs typeface="Google Sans Flex SemiBold"/>
                <a:sym typeface="Google Sans Flex SemiBold"/>
              </a:rPr>
              <a:t>Supply chain</a:t>
            </a:r>
            <a:endParaRPr sz="800">
              <a:solidFill>
                <a:srgbClr val="3186FF"/>
              </a:solidFill>
              <a:latin typeface="Google Sans Flex SemiBold"/>
              <a:ea typeface="Google Sans Flex SemiBold"/>
              <a:cs typeface="Google Sans Flex SemiBold"/>
              <a:sym typeface="Google Sans Flex SemiBold"/>
            </a:endParaRPr>
          </a:p>
        </p:txBody>
      </p:sp>
      <p:sp>
        <p:nvSpPr>
          <p:cNvPr id="1020" name="Google Shape;1020;p103"/>
          <p:cNvSpPr txBox="1"/>
          <p:nvPr/>
        </p:nvSpPr>
        <p:spPr>
          <a:xfrm>
            <a:off x="6116111" y="1450220"/>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3186FF"/>
                </a:solidFill>
                <a:latin typeface="Google Sans Flex SemiBold"/>
                <a:ea typeface="Google Sans Flex SemiBold"/>
                <a:cs typeface="Google Sans Flex SemiBold"/>
                <a:sym typeface="Google Sans Flex SemiBold"/>
              </a:rPr>
              <a:t>Genomics</a:t>
            </a:r>
            <a:endParaRPr sz="800">
              <a:solidFill>
                <a:srgbClr val="3186FF"/>
              </a:solidFill>
              <a:latin typeface="Google Sans Flex SemiBold"/>
              <a:ea typeface="Google Sans Flex SemiBold"/>
              <a:cs typeface="Google Sans Flex SemiBold"/>
              <a:sym typeface="Google Sans Flex SemiBold"/>
            </a:endParaRPr>
          </a:p>
        </p:txBody>
      </p:sp>
      <p:sp>
        <p:nvSpPr>
          <p:cNvPr id="1021" name="Google Shape;1021;p103"/>
          <p:cNvSpPr txBox="1"/>
          <p:nvPr/>
        </p:nvSpPr>
        <p:spPr>
          <a:xfrm>
            <a:off x="6116111" y="2555511"/>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3186FF"/>
                </a:solidFill>
                <a:latin typeface="Google Sans Flex SemiBold"/>
                <a:ea typeface="Google Sans Flex SemiBold"/>
                <a:cs typeface="Google Sans Flex SemiBold"/>
                <a:sym typeface="Google Sans Flex SemiBold"/>
              </a:rPr>
              <a:t>Marketing</a:t>
            </a:r>
            <a:endParaRPr sz="800">
              <a:solidFill>
                <a:srgbClr val="3186FF"/>
              </a:solidFill>
              <a:latin typeface="Google Sans Flex SemiBold"/>
              <a:ea typeface="Google Sans Flex SemiBold"/>
              <a:cs typeface="Google Sans Flex SemiBold"/>
              <a:sym typeface="Google Sans Flex SemiBold"/>
            </a:endParaRPr>
          </a:p>
        </p:txBody>
      </p:sp>
      <p:sp>
        <p:nvSpPr>
          <p:cNvPr id="1022" name="Google Shape;1022;p103"/>
          <p:cNvSpPr txBox="1"/>
          <p:nvPr/>
        </p:nvSpPr>
        <p:spPr>
          <a:xfrm>
            <a:off x="6087461" y="3622320"/>
            <a:ext cx="1066800" cy="355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3186FF"/>
                </a:solidFill>
                <a:latin typeface="Google Sans Flex SemiBold"/>
                <a:ea typeface="Google Sans Flex SemiBold"/>
                <a:cs typeface="Google Sans Flex SemiBold"/>
                <a:sym typeface="Google Sans Flex SemiBold"/>
              </a:rPr>
              <a:t>Supply Chain</a:t>
            </a:r>
            <a:endParaRPr sz="800">
              <a:solidFill>
                <a:srgbClr val="3186FF"/>
              </a:solidFill>
              <a:latin typeface="Google Sans Flex SemiBold"/>
              <a:ea typeface="Google Sans Flex SemiBold"/>
              <a:cs typeface="Google Sans Flex SemiBold"/>
              <a:sym typeface="Google Sans Flex SemiBold"/>
            </a:endParaRPr>
          </a:p>
        </p:txBody>
      </p:sp>
      <p:sp>
        <p:nvSpPr>
          <p:cNvPr id="1023" name="Google Shape;1023;p103"/>
          <p:cNvSpPr txBox="1"/>
          <p:nvPr/>
        </p:nvSpPr>
        <p:spPr>
          <a:xfrm>
            <a:off x="2056650" y="2547961"/>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3186FF"/>
                </a:solidFill>
                <a:latin typeface="Google Sans Flex SemiBold"/>
                <a:ea typeface="Google Sans Flex SemiBold"/>
                <a:cs typeface="Google Sans Flex SemiBold"/>
                <a:sym typeface="Google Sans Flex SemiBold"/>
              </a:rPr>
              <a:t>E-commerce</a:t>
            </a:r>
            <a:endParaRPr sz="800">
              <a:solidFill>
                <a:srgbClr val="3186FF"/>
              </a:solidFill>
              <a:latin typeface="Google Sans Flex SemiBold"/>
              <a:ea typeface="Google Sans Flex SemiBold"/>
              <a:cs typeface="Google Sans Flex SemiBold"/>
              <a:sym typeface="Google Sans Flex SemiBold"/>
            </a:endParaRPr>
          </a:p>
        </p:txBody>
      </p:sp>
      <p:sp>
        <p:nvSpPr>
          <p:cNvPr id="1024" name="Google Shape;1024;p103"/>
          <p:cNvSpPr txBox="1"/>
          <p:nvPr/>
        </p:nvSpPr>
        <p:spPr>
          <a:xfrm>
            <a:off x="1891950" y="3619707"/>
            <a:ext cx="1338900" cy="355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3186FF"/>
                </a:solidFill>
                <a:latin typeface="Google Sans Flex SemiBold"/>
                <a:ea typeface="Google Sans Flex SemiBold"/>
                <a:cs typeface="Google Sans Flex SemiBold"/>
                <a:sym typeface="Google Sans Flex SemiBold"/>
              </a:rPr>
              <a:t>Financial services</a:t>
            </a:r>
            <a:endParaRPr sz="800">
              <a:solidFill>
                <a:srgbClr val="3186FF"/>
              </a:solidFill>
              <a:latin typeface="Google Sans Flex SemiBold"/>
              <a:ea typeface="Google Sans Flex SemiBold"/>
              <a:cs typeface="Google Sans Flex SemiBold"/>
              <a:sym typeface="Google Sans Flex SemiBold"/>
            </a:endParaRPr>
          </a:p>
        </p:txBody>
      </p:sp>
      <p:pic>
        <p:nvPicPr>
          <p:cNvPr id="1025" name="Google Shape;1025;p103"/>
          <p:cNvPicPr preferRelativeResize="0"/>
          <p:nvPr/>
        </p:nvPicPr>
        <p:blipFill rotWithShape="1">
          <a:blip r:embed="rId4">
            <a:alphaModFix/>
          </a:blip>
          <a:srcRect b="70" l="0" r="0" t="60"/>
          <a:stretch/>
        </p:blipFill>
        <p:spPr>
          <a:xfrm>
            <a:off x="2244900" y="1848479"/>
            <a:ext cx="633000" cy="355800"/>
          </a:xfrm>
          <a:prstGeom prst="rect">
            <a:avLst/>
          </a:prstGeom>
          <a:noFill/>
          <a:ln>
            <a:noFill/>
          </a:ln>
        </p:spPr>
      </p:pic>
      <p:pic>
        <p:nvPicPr>
          <p:cNvPr id="1026" name="Google Shape;1026;p103"/>
          <p:cNvPicPr preferRelativeResize="0"/>
          <p:nvPr/>
        </p:nvPicPr>
        <p:blipFill rotWithShape="1">
          <a:blip r:embed="rId5">
            <a:alphaModFix/>
          </a:blip>
          <a:srcRect b="0" l="160" r="150" t="0"/>
          <a:stretch/>
        </p:blipFill>
        <p:spPr>
          <a:xfrm>
            <a:off x="2359500" y="2940100"/>
            <a:ext cx="403800" cy="355800"/>
          </a:xfrm>
          <a:prstGeom prst="rect">
            <a:avLst/>
          </a:prstGeom>
          <a:noFill/>
          <a:ln>
            <a:noFill/>
          </a:ln>
        </p:spPr>
      </p:pic>
      <p:pic>
        <p:nvPicPr>
          <p:cNvPr id="1027" name="Google Shape;1027;p103"/>
          <p:cNvPicPr preferRelativeResize="0"/>
          <p:nvPr/>
        </p:nvPicPr>
        <p:blipFill rotWithShape="1">
          <a:blip r:embed="rId6">
            <a:alphaModFix/>
          </a:blip>
          <a:srcRect b="80" l="0" r="0" t="90"/>
          <a:stretch/>
        </p:blipFill>
        <p:spPr>
          <a:xfrm>
            <a:off x="2195850" y="4020121"/>
            <a:ext cx="731100" cy="355800"/>
          </a:xfrm>
          <a:prstGeom prst="rect">
            <a:avLst/>
          </a:prstGeom>
          <a:noFill/>
          <a:ln>
            <a:noFill/>
          </a:ln>
        </p:spPr>
      </p:pic>
      <p:pic>
        <p:nvPicPr>
          <p:cNvPr id="1028" name="Google Shape;1028;p103"/>
          <p:cNvPicPr preferRelativeResize="0"/>
          <p:nvPr/>
        </p:nvPicPr>
        <p:blipFill rotWithShape="1">
          <a:blip r:embed="rId7">
            <a:alphaModFix/>
          </a:blip>
          <a:srcRect b="10122" l="0" r="0" t="10114"/>
          <a:stretch/>
        </p:blipFill>
        <p:spPr>
          <a:xfrm>
            <a:off x="6224411" y="1848479"/>
            <a:ext cx="792900" cy="355800"/>
          </a:xfrm>
          <a:prstGeom prst="rect">
            <a:avLst/>
          </a:prstGeom>
          <a:noFill/>
          <a:ln>
            <a:noFill/>
          </a:ln>
        </p:spPr>
      </p:pic>
      <p:pic>
        <p:nvPicPr>
          <p:cNvPr id="1029" name="Google Shape;1029;p103"/>
          <p:cNvPicPr preferRelativeResize="0"/>
          <p:nvPr/>
        </p:nvPicPr>
        <p:blipFill rotWithShape="1">
          <a:blip r:embed="rId8">
            <a:alphaModFix/>
          </a:blip>
          <a:srcRect b="0" l="0" r="0" t="0"/>
          <a:stretch/>
        </p:blipFill>
        <p:spPr>
          <a:xfrm>
            <a:off x="6304361" y="3019000"/>
            <a:ext cx="633000" cy="198000"/>
          </a:xfrm>
          <a:prstGeom prst="rect">
            <a:avLst/>
          </a:prstGeom>
          <a:noFill/>
          <a:ln>
            <a:noFill/>
          </a:ln>
        </p:spPr>
      </p:pic>
      <p:pic>
        <p:nvPicPr>
          <p:cNvPr id="1030" name="Google Shape;1030;p103"/>
          <p:cNvPicPr preferRelativeResize="0"/>
          <p:nvPr/>
        </p:nvPicPr>
        <p:blipFill rotWithShape="1">
          <a:blip r:embed="rId9">
            <a:alphaModFix/>
          </a:blip>
          <a:srcRect b="0" l="110" r="110" t="0"/>
          <a:stretch/>
        </p:blipFill>
        <p:spPr>
          <a:xfrm>
            <a:off x="6175076" y="4010521"/>
            <a:ext cx="888900" cy="375000"/>
          </a:xfrm>
          <a:prstGeom prst="rect">
            <a:avLst/>
          </a:prstGeom>
          <a:noFill/>
          <a:ln>
            <a:noFill/>
          </a:ln>
        </p:spPr>
      </p:pic>
      <p:sp>
        <p:nvSpPr>
          <p:cNvPr id="1031" name="Google Shape;1031;p103"/>
          <p:cNvSpPr/>
          <p:nvPr/>
        </p:nvSpPr>
        <p:spPr>
          <a:xfrm>
            <a:off x="5727679" y="3035950"/>
            <a:ext cx="164100" cy="164100"/>
          </a:xfrm>
          <a:prstGeom prst="ellipse">
            <a:avLst/>
          </a:prstGeom>
          <a:solidFill>
            <a:srgbClr val="4285F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32" name="Google Shape;1032;p103"/>
          <p:cNvSpPr/>
          <p:nvPr/>
        </p:nvSpPr>
        <p:spPr>
          <a:xfrm>
            <a:off x="3262079" y="3035950"/>
            <a:ext cx="164100" cy="164100"/>
          </a:xfrm>
          <a:prstGeom prst="ellipse">
            <a:avLst/>
          </a:prstGeom>
          <a:solidFill>
            <a:srgbClr val="4285F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1033" name="Google Shape;1033;p103" title="Spark-Final.png"/>
          <p:cNvPicPr preferRelativeResize="0"/>
          <p:nvPr/>
        </p:nvPicPr>
        <p:blipFill>
          <a:blip r:embed="rId10">
            <a:alphaModFix/>
          </a:blip>
          <a:stretch>
            <a:fillRect/>
          </a:stretch>
        </p:blipFill>
        <p:spPr>
          <a:xfrm>
            <a:off x="4316550" y="2538650"/>
            <a:ext cx="510900" cy="510900"/>
          </a:xfrm>
          <a:prstGeom prst="rect">
            <a:avLst/>
          </a:prstGeom>
          <a:noFill/>
          <a:ln>
            <a:noFill/>
          </a:ln>
        </p:spPr>
      </p:pic>
      <p:sp>
        <p:nvSpPr>
          <p:cNvPr id="1034" name="Google Shape;1034;p103"/>
          <p:cNvSpPr/>
          <p:nvPr/>
        </p:nvSpPr>
        <p:spPr>
          <a:xfrm>
            <a:off x="3859579" y="4115971"/>
            <a:ext cx="164100" cy="164100"/>
          </a:xfrm>
          <a:prstGeom prst="ellipse">
            <a:avLst/>
          </a:prstGeom>
          <a:solidFill>
            <a:srgbClr val="4285F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35" name="Google Shape;1035;p103"/>
          <p:cNvSpPr/>
          <p:nvPr/>
        </p:nvSpPr>
        <p:spPr>
          <a:xfrm>
            <a:off x="5126379" y="4115971"/>
            <a:ext cx="164100" cy="164100"/>
          </a:xfrm>
          <a:prstGeom prst="ellipse">
            <a:avLst/>
          </a:prstGeom>
          <a:solidFill>
            <a:srgbClr val="4285F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36" name="Google Shape;1036;p103"/>
          <p:cNvSpPr/>
          <p:nvPr/>
        </p:nvSpPr>
        <p:spPr>
          <a:xfrm>
            <a:off x="3861479" y="1944329"/>
            <a:ext cx="164100" cy="164100"/>
          </a:xfrm>
          <a:prstGeom prst="ellipse">
            <a:avLst/>
          </a:prstGeom>
          <a:solidFill>
            <a:srgbClr val="4285F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37" name="Google Shape;1037;p103"/>
          <p:cNvSpPr/>
          <p:nvPr/>
        </p:nvSpPr>
        <p:spPr>
          <a:xfrm>
            <a:off x="5128279" y="1944329"/>
            <a:ext cx="164100" cy="164100"/>
          </a:xfrm>
          <a:prstGeom prst="ellipse">
            <a:avLst/>
          </a:prstGeom>
          <a:solidFill>
            <a:srgbClr val="4285F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pic>
        <p:nvPicPr>
          <p:cNvPr id="1042" name="Google Shape;1042;p104" title="11_06_03_abstract_pro_dark_bleed_4x5_gemini-3_00303.png"/>
          <p:cNvPicPr preferRelativeResize="0"/>
          <p:nvPr/>
        </p:nvPicPr>
        <p:blipFill rotWithShape="1">
          <a:blip r:embed="rId3">
            <a:alphaModFix/>
          </a:blip>
          <a:srcRect b="70932" l="-20871" r="-12659" t="5148"/>
          <a:stretch/>
        </p:blipFill>
        <p:spPr>
          <a:xfrm>
            <a:off x="0" y="3352925"/>
            <a:ext cx="9144000" cy="1790577"/>
          </a:xfrm>
          <a:prstGeom prst="rect">
            <a:avLst/>
          </a:prstGeom>
          <a:noFill/>
          <a:ln>
            <a:noFill/>
          </a:ln>
        </p:spPr>
      </p:pic>
      <p:sp>
        <p:nvSpPr>
          <p:cNvPr id="1043" name="Google Shape;1043;p104"/>
          <p:cNvSpPr txBox="1"/>
          <p:nvPr/>
        </p:nvSpPr>
        <p:spPr>
          <a:xfrm>
            <a:off x="1176900" y="456500"/>
            <a:ext cx="6790200" cy="10305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Treating your most complex processes as code and systematically identifying more efficient ways to run </a:t>
            </a:r>
            <a:r>
              <a:rPr lang="en" sz="2400">
                <a:solidFill>
                  <a:srgbClr val="FFFFFF"/>
                </a:solidFill>
                <a:latin typeface="Google Sans Flex Medium"/>
                <a:ea typeface="Google Sans Flex Medium"/>
                <a:cs typeface="Google Sans Flex Medium"/>
                <a:sym typeface="Google Sans Flex Medium"/>
              </a:rPr>
              <a:t>them.</a:t>
            </a:r>
            <a:endParaRPr sz="2400">
              <a:solidFill>
                <a:srgbClr val="FFFFFF"/>
              </a:solidFill>
              <a:latin typeface="Google Sans Flex Medium"/>
              <a:ea typeface="Google Sans Flex Medium"/>
              <a:cs typeface="Google Sans Flex Medium"/>
              <a:sym typeface="Google Sans Flex Medium"/>
            </a:endParaRPr>
          </a:p>
        </p:txBody>
      </p:sp>
      <p:sp>
        <p:nvSpPr>
          <p:cNvPr id="1044" name="Google Shape;1044;p104"/>
          <p:cNvSpPr/>
          <p:nvPr/>
        </p:nvSpPr>
        <p:spPr>
          <a:xfrm>
            <a:off x="468925" y="2633550"/>
            <a:ext cx="1173900" cy="1095600"/>
          </a:xfrm>
          <a:prstGeom prst="roundRect">
            <a:avLst>
              <a:gd fmla="val 14396" name="adj"/>
            </a:avLst>
          </a:prstGeom>
          <a:solidFill>
            <a:srgbClr val="000000"/>
          </a:solidFill>
          <a:ln>
            <a:noFill/>
          </a:ln>
          <a:effectLst>
            <a:outerShdw blurRad="356786" rotWithShape="0" algn="bl">
              <a:srgbClr val="F8F9FA">
                <a:alpha val="30000"/>
              </a:srgbClr>
            </a:outerShdw>
          </a:effectLst>
        </p:spPr>
        <p:txBody>
          <a:bodyPr anchorCtr="0" anchor="ctr" bIns="108725" lIns="0" spcFirstLastPara="1" rIns="0" wrap="square" tIns="108725">
            <a:noAutofit/>
          </a:bodyPr>
          <a:lstStyle/>
          <a:p>
            <a:pPr indent="0" lvl="0" marL="0" rtl="0" algn="ctr">
              <a:lnSpc>
                <a:spcPct val="100000"/>
              </a:lnSpc>
              <a:spcBef>
                <a:spcPts val="0"/>
              </a:spcBef>
              <a:spcAft>
                <a:spcPts val="0"/>
              </a:spcAft>
              <a:buNone/>
            </a:pPr>
            <a:r>
              <a:rPr lang="en">
                <a:solidFill>
                  <a:srgbClr val="FFFFFF"/>
                </a:solidFill>
                <a:latin typeface="Google Sans Flex Medium"/>
                <a:ea typeface="Google Sans Flex Medium"/>
                <a:cs typeface="Google Sans Flex Medium"/>
                <a:sym typeface="Google Sans Flex Medium"/>
              </a:rPr>
              <a:t>Seed algorithm</a:t>
            </a:r>
            <a:endParaRPr>
              <a:solidFill>
                <a:srgbClr val="FFFFFF"/>
              </a:solidFill>
              <a:latin typeface="Google Sans Flex Medium"/>
              <a:ea typeface="Google Sans Flex Medium"/>
              <a:cs typeface="Google Sans Flex Medium"/>
              <a:sym typeface="Google Sans Flex Medium"/>
            </a:endParaRPr>
          </a:p>
        </p:txBody>
      </p:sp>
      <p:sp>
        <p:nvSpPr>
          <p:cNvPr id="1045" name="Google Shape;1045;p104"/>
          <p:cNvSpPr/>
          <p:nvPr/>
        </p:nvSpPr>
        <p:spPr>
          <a:xfrm>
            <a:off x="7512233" y="2633550"/>
            <a:ext cx="1173900" cy="1095600"/>
          </a:xfrm>
          <a:prstGeom prst="roundRect">
            <a:avLst>
              <a:gd fmla="val 14396" name="adj"/>
            </a:avLst>
          </a:prstGeom>
          <a:solidFill>
            <a:srgbClr val="000000"/>
          </a:solidFill>
          <a:ln>
            <a:noFill/>
          </a:ln>
          <a:effectLst>
            <a:outerShdw blurRad="356786" rotWithShape="0" algn="bl">
              <a:srgbClr val="F8F9FA">
                <a:alpha val="30000"/>
              </a:srgbClr>
            </a:outerShdw>
          </a:effectLst>
        </p:spPr>
        <p:txBody>
          <a:bodyPr anchorCtr="0" anchor="ctr" bIns="108725" lIns="0" spcFirstLastPara="1" rIns="0" wrap="square" tIns="108725">
            <a:noAutofit/>
          </a:bodyPr>
          <a:lstStyle/>
          <a:p>
            <a:pPr indent="0" lvl="0" marL="0" rtl="0" algn="ctr">
              <a:lnSpc>
                <a:spcPct val="100000"/>
              </a:lnSpc>
              <a:spcBef>
                <a:spcPts val="0"/>
              </a:spcBef>
              <a:spcAft>
                <a:spcPts val="0"/>
              </a:spcAft>
              <a:buNone/>
            </a:pPr>
            <a:r>
              <a:rPr lang="en">
                <a:solidFill>
                  <a:srgbClr val="FFFFFF"/>
                </a:solidFill>
                <a:latin typeface="Google Sans Flex Medium"/>
                <a:ea typeface="Google Sans Flex Medium"/>
                <a:cs typeface="Google Sans Flex Medium"/>
                <a:sym typeface="Google Sans Flex Medium"/>
              </a:rPr>
              <a:t>Optimized algorithm</a:t>
            </a:r>
            <a:endParaRPr>
              <a:solidFill>
                <a:srgbClr val="FFFFFF"/>
              </a:solidFill>
              <a:latin typeface="Google Sans Flex Medium"/>
              <a:ea typeface="Google Sans Flex Medium"/>
              <a:cs typeface="Google Sans Flex Medium"/>
              <a:sym typeface="Google Sans Flex Medium"/>
            </a:endParaRPr>
          </a:p>
        </p:txBody>
      </p:sp>
      <p:sp>
        <p:nvSpPr>
          <p:cNvPr id="1046" name="Google Shape;1046;p104"/>
          <p:cNvSpPr/>
          <p:nvPr/>
        </p:nvSpPr>
        <p:spPr>
          <a:xfrm>
            <a:off x="2092175" y="1679400"/>
            <a:ext cx="4970700" cy="3003900"/>
          </a:xfrm>
          <a:prstGeom prst="roundRect">
            <a:avLst>
              <a:gd fmla="val 8525"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Google Sans Flex Medium"/>
                <a:ea typeface="Google Sans Flex Medium"/>
                <a:cs typeface="Google Sans Flex Medium"/>
                <a:sym typeface="Google Sans Flex Medium"/>
              </a:rPr>
              <a:t>AlphaEvolve iterative loop</a:t>
            </a:r>
            <a:endParaRPr>
              <a:solidFill>
                <a:srgbClr val="FFFF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t/>
            </a:r>
            <a:endParaRPr>
              <a:solidFill>
                <a:srgbClr val="FFFFFF"/>
              </a:solidFill>
              <a:latin typeface="Google Sans Flex Medium"/>
              <a:ea typeface="Google Sans Flex Medium"/>
              <a:cs typeface="Google Sans Flex Medium"/>
              <a:sym typeface="Google Sans Flex Medium"/>
            </a:endParaRPr>
          </a:p>
        </p:txBody>
      </p:sp>
      <p:sp>
        <p:nvSpPr>
          <p:cNvPr id="1047" name="Google Shape;1047;p104"/>
          <p:cNvSpPr/>
          <p:nvPr/>
        </p:nvSpPr>
        <p:spPr>
          <a:xfrm>
            <a:off x="2418525" y="2535384"/>
            <a:ext cx="711600" cy="668700"/>
          </a:xfrm>
          <a:prstGeom prst="roundRect">
            <a:avLst>
              <a:gd fmla="val 12783" name="adj"/>
            </a:avLst>
          </a:prstGeom>
          <a:solidFill>
            <a:srgbClr val="000000"/>
          </a:solidFill>
          <a:ln cap="flat" cmpd="sng" w="10825">
            <a:solidFill>
              <a:srgbClr val="3186FF"/>
            </a:solidFill>
            <a:prstDash val="solid"/>
            <a:round/>
            <a:headEnd len="sm" w="sm" type="none"/>
            <a:tailEnd len="sm" w="sm" type="none"/>
          </a:ln>
        </p:spPr>
        <p:txBody>
          <a:bodyPr anchorCtr="0" anchor="ctr" bIns="103950" lIns="103950" spcFirstLastPara="1" rIns="103950" wrap="square" tIns="103950">
            <a:noAutofit/>
          </a:bodyPr>
          <a:lstStyle/>
          <a:p>
            <a:pPr indent="0" lvl="0" marL="0" rtl="0" algn="ctr">
              <a:lnSpc>
                <a:spcPct val="100000"/>
              </a:lnSpc>
              <a:spcBef>
                <a:spcPts val="0"/>
              </a:spcBef>
              <a:spcAft>
                <a:spcPts val="0"/>
              </a:spcAft>
              <a:buNone/>
            </a:pPr>
            <a:r>
              <a:t/>
            </a:r>
            <a:endParaRPr sz="1339">
              <a:solidFill>
                <a:srgbClr val="FFFFFF"/>
              </a:solidFill>
              <a:latin typeface="Google Sans Flex Medium"/>
              <a:ea typeface="Google Sans Flex Medium"/>
              <a:cs typeface="Google Sans Flex Medium"/>
              <a:sym typeface="Google Sans Flex Medium"/>
            </a:endParaRPr>
          </a:p>
        </p:txBody>
      </p:sp>
      <p:sp>
        <p:nvSpPr>
          <p:cNvPr id="1048" name="Google Shape;1048;p104"/>
          <p:cNvSpPr txBox="1"/>
          <p:nvPr/>
        </p:nvSpPr>
        <p:spPr>
          <a:xfrm>
            <a:off x="2269575" y="2179576"/>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Gemini </a:t>
            </a:r>
            <a:br>
              <a:rPr lang="en" sz="800">
                <a:solidFill>
                  <a:srgbClr val="FFFFFF"/>
                </a:solidFill>
                <a:latin typeface="Google Sans Flex Medium"/>
                <a:ea typeface="Google Sans Flex Medium"/>
                <a:cs typeface="Google Sans Flex Medium"/>
                <a:sym typeface="Google Sans Flex Medium"/>
              </a:rPr>
            </a:br>
            <a:r>
              <a:rPr lang="en" sz="800">
                <a:solidFill>
                  <a:srgbClr val="FFFFFF"/>
                </a:solidFill>
                <a:latin typeface="Google Sans Flex Medium"/>
                <a:ea typeface="Google Sans Flex Medium"/>
                <a:cs typeface="Google Sans Flex Medium"/>
                <a:sym typeface="Google Sans Flex Medium"/>
              </a:rPr>
              <a:t>models</a:t>
            </a:r>
            <a:endParaRPr sz="800">
              <a:solidFill>
                <a:srgbClr val="FFFFFF"/>
              </a:solidFill>
              <a:latin typeface="Google Sans Flex Medium"/>
              <a:ea typeface="Google Sans Flex Medium"/>
              <a:cs typeface="Google Sans Flex Medium"/>
              <a:sym typeface="Google Sans Flex Medium"/>
            </a:endParaRPr>
          </a:p>
        </p:txBody>
      </p:sp>
      <p:sp>
        <p:nvSpPr>
          <p:cNvPr id="1049" name="Google Shape;1049;p104"/>
          <p:cNvSpPr/>
          <p:nvPr/>
        </p:nvSpPr>
        <p:spPr>
          <a:xfrm>
            <a:off x="3413317" y="2535384"/>
            <a:ext cx="711600" cy="668700"/>
          </a:xfrm>
          <a:prstGeom prst="roundRect">
            <a:avLst>
              <a:gd fmla="val 12783" name="adj"/>
            </a:avLst>
          </a:prstGeom>
          <a:solidFill>
            <a:srgbClr val="000000"/>
          </a:solidFill>
          <a:ln cap="flat" cmpd="sng" w="10825">
            <a:solidFill>
              <a:srgbClr val="3186FF"/>
            </a:solidFill>
            <a:prstDash val="solid"/>
            <a:round/>
            <a:headEnd len="sm" w="sm" type="none"/>
            <a:tailEnd len="sm" w="sm" type="none"/>
          </a:ln>
        </p:spPr>
        <p:txBody>
          <a:bodyPr anchorCtr="0" anchor="ctr" bIns="103950" lIns="103950" spcFirstLastPara="1" rIns="103950" wrap="square" tIns="103950">
            <a:noAutofit/>
          </a:bodyPr>
          <a:lstStyle/>
          <a:p>
            <a:pPr indent="0" lvl="0" marL="0" rtl="0" algn="ctr">
              <a:lnSpc>
                <a:spcPct val="100000"/>
              </a:lnSpc>
              <a:spcBef>
                <a:spcPts val="0"/>
              </a:spcBef>
              <a:spcAft>
                <a:spcPts val="0"/>
              </a:spcAft>
              <a:buNone/>
            </a:pPr>
            <a:r>
              <a:t/>
            </a:r>
            <a:endParaRPr sz="1339">
              <a:solidFill>
                <a:srgbClr val="FFFFFF"/>
              </a:solidFill>
              <a:latin typeface="Google Sans Flex Medium"/>
              <a:ea typeface="Google Sans Flex Medium"/>
              <a:cs typeface="Google Sans Flex Medium"/>
              <a:sym typeface="Google Sans Flex Medium"/>
            </a:endParaRPr>
          </a:p>
        </p:txBody>
      </p:sp>
      <p:sp>
        <p:nvSpPr>
          <p:cNvPr id="1050" name="Google Shape;1050;p104"/>
          <p:cNvSpPr txBox="1"/>
          <p:nvPr/>
        </p:nvSpPr>
        <p:spPr>
          <a:xfrm>
            <a:off x="3264371" y="2179576"/>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Automated evaluator</a:t>
            </a:r>
            <a:endParaRPr sz="800">
              <a:solidFill>
                <a:srgbClr val="FFFFFF"/>
              </a:solidFill>
              <a:latin typeface="Google Sans Flex Medium"/>
              <a:ea typeface="Google Sans Flex Medium"/>
              <a:cs typeface="Google Sans Flex Medium"/>
              <a:sym typeface="Google Sans Flex Medium"/>
            </a:endParaRPr>
          </a:p>
        </p:txBody>
      </p:sp>
      <p:sp>
        <p:nvSpPr>
          <p:cNvPr id="1051" name="Google Shape;1051;p104"/>
          <p:cNvSpPr/>
          <p:nvPr/>
        </p:nvSpPr>
        <p:spPr>
          <a:xfrm>
            <a:off x="4422334" y="2535384"/>
            <a:ext cx="711600" cy="668700"/>
          </a:xfrm>
          <a:prstGeom prst="roundRect">
            <a:avLst>
              <a:gd fmla="val 12783" name="adj"/>
            </a:avLst>
          </a:prstGeom>
          <a:solidFill>
            <a:srgbClr val="000000"/>
          </a:solidFill>
          <a:ln cap="flat" cmpd="sng" w="10825">
            <a:solidFill>
              <a:srgbClr val="3186FF"/>
            </a:solidFill>
            <a:prstDash val="solid"/>
            <a:round/>
            <a:headEnd len="sm" w="sm" type="none"/>
            <a:tailEnd len="sm" w="sm" type="none"/>
          </a:ln>
        </p:spPr>
        <p:txBody>
          <a:bodyPr anchorCtr="0" anchor="ctr" bIns="45700" lIns="0" spcFirstLastPara="1" rIns="0" wrap="square" tIns="45700">
            <a:noAutofit/>
          </a:bodyPr>
          <a:lstStyle/>
          <a:p>
            <a:pPr indent="0" lvl="0" marL="0" rtl="0" algn="ctr">
              <a:lnSpc>
                <a:spcPct val="100000"/>
              </a:lnSpc>
              <a:spcBef>
                <a:spcPts val="0"/>
              </a:spcBef>
              <a:spcAft>
                <a:spcPts val="0"/>
              </a:spcAft>
              <a:buNone/>
            </a:pPr>
            <a:r>
              <a:rPr lang="en" sz="800">
                <a:solidFill>
                  <a:srgbClr val="3186FF"/>
                </a:solidFill>
                <a:latin typeface="Google Sans Flex Medium"/>
                <a:ea typeface="Google Sans Flex Medium"/>
                <a:cs typeface="Google Sans Flex Medium"/>
                <a:sym typeface="Google Sans Flex Medium"/>
              </a:rPr>
              <a:t>Performance Check</a:t>
            </a:r>
            <a:endParaRPr sz="800">
              <a:solidFill>
                <a:srgbClr val="3186FF"/>
              </a:solidFill>
              <a:latin typeface="Google Sans Flex Medium"/>
              <a:ea typeface="Google Sans Flex Medium"/>
              <a:cs typeface="Google Sans Flex Medium"/>
              <a:sym typeface="Google Sans Flex Medium"/>
            </a:endParaRPr>
          </a:p>
        </p:txBody>
      </p:sp>
      <p:sp>
        <p:nvSpPr>
          <p:cNvPr id="1052" name="Google Shape;1052;p104"/>
          <p:cNvSpPr txBox="1"/>
          <p:nvPr/>
        </p:nvSpPr>
        <p:spPr>
          <a:xfrm>
            <a:off x="4273392" y="2179576"/>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Ground truth evaluator</a:t>
            </a:r>
            <a:endParaRPr sz="800">
              <a:solidFill>
                <a:srgbClr val="FFFFFF"/>
              </a:solidFill>
              <a:latin typeface="Google Sans Flex Medium"/>
              <a:ea typeface="Google Sans Flex Medium"/>
              <a:cs typeface="Google Sans Flex Medium"/>
              <a:sym typeface="Google Sans Flex Medium"/>
            </a:endParaRPr>
          </a:p>
        </p:txBody>
      </p:sp>
      <p:sp>
        <p:nvSpPr>
          <p:cNvPr id="1053" name="Google Shape;1053;p104"/>
          <p:cNvSpPr/>
          <p:nvPr/>
        </p:nvSpPr>
        <p:spPr>
          <a:xfrm>
            <a:off x="6024913" y="2535384"/>
            <a:ext cx="711600" cy="668700"/>
          </a:xfrm>
          <a:prstGeom prst="roundRect">
            <a:avLst>
              <a:gd fmla="val 12783" name="adj"/>
            </a:avLst>
          </a:prstGeom>
          <a:solidFill>
            <a:srgbClr val="000000"/>
          </a:solidFill>
          <a:ln cap="flat" cmpd="sng" w="10825">
            <a:solidFill>
              <a:srgbClr val="3186FF"/>
            </a:solidFill>
            <a:prstDash val="solid"/>
            <a:round/>
            <a:headEnd len="sm" w="sm" type="none"/>
            <a:tailEnd len="sm" w="sm" type="none"/>
          </a:ln>
        </p:spPr>
        <p:txBody>
          <a:bodyPr anchorCtr="0" anchor="ctr" bIns="103950" lIns="103950" spcFirstLastPara="1" rIns="103950" wrap="square" tIns="103950">
            <a:noAutofit/>
          </a:bodyPr>
          <a:lstStyle/>
          <a:p>
            <a:pPr indent="0" lvl="0" marL="0" rtl="0" algn="ctr">
              <a:spcBef>
                <a:spcPts val="0"/>
              </a:spcBef>
              <a:spcAft>
                <a:spcPts val="0"/>
              </a:spcAft>
              <a:buNone/>
            </a:pPr>
            <a:r>
              <a:rPr lang="en" sz="1100">
                <a:solidFill>
                  <a:srgbClr val="3186FF"/>
                </a:solidFill>
                <a:latin typeface="Google Sans Flex Medium"/>
                <a:ea typeface="Google Sans Flex Medium"/>
                <a:cs typeface="Google Sans Flex Medium"/>
                <a:sym typeface="Google Sans Flex Medium"/>
              </a:rPr>
              <a:t>V2.0</a:t>
            </a:r>
            <a:endParaRPr sz="1739">
              <a:solidFill>
                <a:srgbClr val="FFFFFF"/>
              </a:solidFill>
              <a:latin typeface="Google Sans Flex Medium"/>
              <a:ea typeface="Google Sans Flex Medium"/>
              <a:cs typeface="Google Sans Flex Medium"/>
              <a:sym typeface="Google Sans Flex Medium"/>
            </a:endParaRPr>
          </a:p>
        </p:txBody>
      </p:sp>
      <p:sp>
        <p:nvSpPr>
          <p:cNvPr id="1054" name="Google Shape;1054;p104"/>
          <p:cNvSpPr txBox="1"/>
          <p:nvPr/>
        </p:nvSpPr>
        <p:spPr>
          <a:xfrm>
            <a:off x="5875975" y="2179576"/>
            <a:ext cx="1009500" cy="355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New parent program</a:t>
            </a:r>
            <a:endParaRPr sz="800">
              <a:solidFill>
                <a:srgbClr val="FFFFFF"/>
              </a:solidFill>
              <a:latin typeface="Google Sans Flex Medium"/>
              <a:ea typeface="Google Sans Flex Medium"/>
              <a:cs typeface="Google Sans Flex Medium"/>
              <a:sym typeface="Google Sans Flex Medium"/>
            </a:endParaRPr>
          </a:p>
        </p:txBody>
      </p:sp>
      <p:sp>
        <p:nvSpPr>
          <p:cNvPr id="1055" name="Google Shape;1055;p104"/>
          <p:cNvSpPr txBox="1"/>
          <p:nvPr/>
        </p:nvSpPr>
        <p:spPr>
          <a:xfrm>
            <a:off x="2362275" y="3290157"/>
            <a:ext cx="824100" cy="5871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800">
                <a:solidFill>
                  <a:srgbClr val="FFFFFF"/>
                </a:solidFill>
                <a:latin typeface="Google Sans Flex"/>
                <a:ea typeface="Google Sans Flex"/>
                <a:cs typeface="Google Sans Flex"/>
                <a:sym typeface="Google Sans Flex"/>
              </a:rPr>
              <a:t>Creatively proposes new code changes and algorithms</a:t>
            </a:r>
            <a:endParaRPr sz="800">
              <a:solidFill>
                <a:srgbClr val="FFFFFF"/>
              </a:solidFill>
              <a:latin typeface="Google Sans Flex"/>
              <a:ea typeface="Google Sans Flex"/>
              <a:cs typeface="Google Sans Flex"/>
              <a:sym typeface="Google Sans Flex"/>
            </a:endParaRPr>
          </a:p>
        </p:txBody>
      </p:sp>
      <p:sp>
        <p:nvSpPr>
          <p:cNvPr id="1056" name="Google Shape;1056;p104"/>
          <p:cNvSpPr txBox="1"/>
          <p:nvPr/>
        </p:nvSpPr>
        <p:spPr>
          <a:xfrm>
            <a:off x="3357071" y="3290157"/>
            <a:ext cx="824100" cy="375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800">
                <a:solidFill>
                  <a:srgbClr val="FFFFFF"/>
                </a:solidFill>
                <a:latin typeface="Google Sans Flex"/>
                <a:ea typeface="Google Sans Flex"/>
                <a:cs typeface="Google Sans Flex"/>
                <a:sym typeface="Google Sans Flex"/>
              </a:rPr>
              <a:t>Verifies answers for functional correctness</a:t>
            </a:r>
            <a:endParaRPr sz="800">
              <a:solidFill>
                <a:srgbClr val="FFFFFF"/>
              </a:solidFill>
              <a:latin typeface="Google Sans Flex"/>
              <a:ea typeface="Google Sans Flex"/>
              <a:cs typeface="Google Sans Flex"/>
              <a:sym typeface="Google Sans Flex"/>
            </a:endParaRPr>
          </a:p>
        </p:txBody>
      </p:sp>
      <p:sp>
        <p:nvSpPr>
          <p:cNvPr id="1057" name="Google Shape;1057;p104"/>
          <p:cNvSpPr txBox="1"/>
          <p:nvPr/>
        </p:nvSpPr>
        <p:spPr>
          <a:xfrm>
            <a:off x="4273375" y="3290150"/>
            <a:ext cx="1009500" cy="375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Performance check</a:t>
            </a:r>
            <a:r>
              <a:rPr lang="en" sz="800">
                <a:solidFill>
                  <a:srgbClr val="FFFFFF"/>
                </a:solidFill>
                <a:latin typeface="Google Sans Flex"/>
                <a:ea typeface="Google Sans Flex"/>
                <a:cs typeface="Google Sans Flex"/>
                <a:sym typeface="Google Sans Flex"/>
              </a:rPr>
              <a:t> a</a:t>
            </a:r>
            <a:r>
              <a:rPr lang="en" sz="800">
                <a:solidFill>
                  <a:srgbClr val="FFFFFF"/>
                </a:solidFill>
                <a:latin typeface="Google Sans Flex"/>
                <a:ea typeface="Google Sans Flex"/>
                <a:cs typeface="Google Sans Flex"/>
                <a:sym typeface="Google Sans Flex"/>
              </a:rPr>
              <a:t>gainst user-defined ground truth</a:t>
            </a:r>
            <a:endParaRPr sz="800">
              <a:solidFill>
                <a:srgbClr val="FFFFFF"/>
              </a:solidFill>
              <a:latin typeface="Google Sans Flex"/>
              <a:ea typeface="Google Sans Flex"/>
              <a:cs typeface="Google Sans Flex"/>
              <a:sym typeface="Google Sans Flex"/>
            </a:endParaRPr>
          </a:p>
        </p:txBody>
      </p:sp>
      <p:sp>
        <p:nvSpPr>
          <p:cNvPr id="1058" name="Google Shape;1058;p104"/>
          <p:cNvSpPr txBox="1"/>
          <p:nvPr/>
        </p:nvSpPr>
        <p:spPr>
          <a:xfrm>
            <a:off x="5968675" y="3290157"/>
            <a:ext cx="824100" cy="4425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800">
                <a:solidFill>
                  <a:srgbClr val="FFFFFF"/>
                </a:solidFill>
                <a:latin typeface="Google Sans Flex"/>
                <a:ea typeface="Google Sans Flex"/>
                <a:cs typeface="Google Sans Flex"/>
                <a:sym typeface="Google Sans Flex"/>
              </a:rPr>
              <a:t>Becomes </a:t>
            </a:r>
            <a:br>
              <a:rPr lang="en" sz="800">
                <a:solidFill>
                  <a:srgbClr val="FFFFFF"/>
                </a:solidFill>
                <a:latin typeface="Google Sans Flex"/>
                <a:ea typeface="Google Sans Flex"/>
                <a:cs typeface="Google Sans Flex"/>
                <a:sym typeface="Google Sans Flex"/>
              </a:rPr>
            </a:br>
            <a:r>
              <a:rPr lang="en" sz="800">
                <a:solidFill>
                  <a:srgbClr val="FFFFFF"/>
                </a:solidFill>
                <a:latin typeface="Google Sans Flex"/>
                <a:ea typeface="Google Sans Flex"/>
                <a:cs typeface="Google Sans Flex"/>
                <a:sym typeface="Google Sans Flex"/>
              </a:rPr>
              <a:t>basis for next generation</a:t>
            </a:r>
            <a:endParaRPr sz="800">
              <a:solidFill>
                <a:srgbClr val="FFFFFF"/>
              </a:solidFill>
              <a:latin typeface="Google Sans Flex"/>
              <a:ea typeface="Google Sans Flex"/>
              <a:cs typeface="Google Sans Flex"/>
              <a:sym typeface="Google Sans Flex"/>
            </a:endParaRPr>
          </a:p>
        </p:txBody>
      </p:sp>
      <p:cxnSp>
        <p:nvCxnSpPr>
          <p:cNvPr id="1059" name="Google Shape;1059;p104"/>
          <p:cNvCxnSpPr>
            <a:stCxn id="1047" idx="3"/>
            <a:endCxn id="1049" idx="1"/>
          </p:cNvCxnSpPr>
          <p:nvPr/>
        </p:nvCxnSpPr>
        <p:spPr>
          <a:xfrm>
            <a:off x="3130125" y="2869734"/>
            <a:ext cx="283200" cy="0"/>
          </a:xfrm>
          <a:prstGeom prst="straightConnector1">
            <a:avLst/>
          </a:prstGeom>
          <a:noFill/>
          <a:ln cap="flat" cmpd="sng" w="9525">
            <a:solidFill>
              <a:schemeClr val="accent1"/>
            </a:solidFill>
            <a:prstDash val="solid"/>
            <a:round/>
            <a:headEnd len="med" w="med" type="none"/>
            <a:tailEnd len="med" w="med" type="triangle"/>
          </a:ln>
        </p:spPr>
      </p:cxnSp>
      <p:cxnSp>
        <p:nvCxnSpPr>
          <p:cNvPr id="1060" name="Google Shape;1060;p104"/>
          <p:cNvCxnSpPr>
            <a:stCxn id="1049" idx="3"/>
            <a:endCxn id="1051" idx="1"/>
          </p:cNvCxnSpPr>
          <p:nvPr/>
        </p:nvCxnSpPr>
        <p:spPr>
          <a:xfrm>
            <a:off x="4124917" y="2869734"/>
            <a:ext cx="297300" cy="0"/>
          </a:xfrm>
          <a:prstGeom prst="straightConnector1">
            <a:avLst/>
          </a:prstGeom>
          <a:noFill/>
          <a:ln cap="flat" cmpd="sng" w="9525">
            <a:solidFill>
              <a:schemeClr val="accent1"/>
            </a:solidFill>
            <a:prstDash val="solid"/>
            <a:round/>
            <a:headEnd len="med" w="med" type="none"/>
            <a:tailEnd len="med" w="med" type="triangle"/>
          </a:ln>
        </p:spPr>
      </p:cxnSp>
      <p:cxnSp>
        <p:nvCxnSpPr>
          <p:cNvPr id="1061" name="Google Shape;1061;p104"/>
          <p:cNvCxnSpPr/>
          <p:nvPr/>
        </p:nvCxnSpPr>
        <p:spPr>
          <a:xfrm>
            <a:off x="5133934" y="2868543"/>
            <a:ext cx="893400" cy="1500"/>
          </a:xfrm>
          <a:prstGeom prst="straightConnector1">
            <a:avLst/>
          </a:prstGeom>
          <a:noFill/>
          <a:ln cap="flat" cmpd="sng" w="9525">
            <a:solidFill>
              <a:schemeClr val="accent1"/>
            </a:solidFill>
            <a:prstDash val="solid"/>
            <a:round/>
            <a:headEnd len="med" w="med" type="none"/>
            <a:tailEnd len="med" w="med" type="triangle"/>
          </a:ln>
        </p:spPr>
      </p:cxnSp>
      <p:cxnSp>
        <p:nvCxnSpPr>
          <p:cNvPr id="1062" name="Google Shape;1062;p104"/>
          <p:cNvCxnSpPr>
            <a:stCxn id="1051" idx="3"/>
            <a:endCxn id="1063" idx="0"/>
          </p:cNvCxnSpPr>
          <p:nvPr/>
        </p:nvCxnSpPr>
        <p:spPr>
          <a:xfrm>
            <a:off x="5133934" y="2869734"/>
            <a:ext cx="553200" cy="693000"/>
          </a:xfrm>
          <a:prstGeom prst="bentConnector2">
            <a:avLst/>
          </a:prstGeom>
          <a:noFill/>
          <a:ln cap="flat" cmpd="sng" w="9525">
            <a:solidFill>
              <a:srgbClr val="3186FF"/>
            </a:solidFill>
            <a:prstDash val="solid"/>
            <a:round/>
            <a:headEnd len="med" w="med" type="none"/>
            <a:tailEnd len="med" w="med" type="triangle"/>
          </a:ln>
        </p:spPr>
      </p:cxnSp>
      <p:sp>
        <p:nvSpPr>
          <p:cNvPr id="1063" name="Google Shape;1063;p104"/>
          <p:cNvSpPr txBox="1"/>
          <p:nvPr/>
        </p:nvSpPr>
        <p:spPr>
          <a:xfrm>
            <a:off x="5282875" y="3562728"/>
            <a:ext cx="808800" cy="4845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Internal loop</a:t>
            </a:r>
            <a:endParaRPr sz="800">
              <a:solidFill>
                <a:srgbClr val="FFFF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rPr lang="en" sz="800">
                <a:solidFill>
                  <a:srgbClr val="FFFFFF"/>
                </a:solidFill>
                <a:latin typeface="Google Sans Flex Medium"/>
                <a:ea typeface="Google Sans Flex Medium"/>
                <a:cs typeface="Google Sans Flex Medium"/>
                <a:sym typeface="Google Sans Flex Medium"/>
              </a:rPr>
              <a:t>decision - continue or back to Gemini</a:t>
            </a:r>
            <a:endParaRPr sz="800">
              <a:solidFill>
                <a:srgbClr val="FFFFFF"/>
              </a:solidFill>
              <a:latin typeface="Google Sans Flex Medium"/>
              <a:ea typeface="Google Sans Flex Medium"/>
              <a:cs typeface="Google Sans Flex Medium"/>
              <a:sym typeface="Google Sans Flex Medium"/>
            </a:endParaRPr>
          </a:p>
        </p:txBody>
      </p:sp>
      <p:cxnSp>
        <p:nvCxnSpPr>
          <p:cNvPr id="1064" name="Google Shape;1064;p104"/>
          <p:cNvCxnSpPr>
            <a:stCxn id="1057" idx="2"/>
            <a:endCxn id="1063" idx="2"/>
          </p:cNvCxnSpPr>
          <p:nvPr/>
        </p:nvCxnSpPr>
        <p:spPr>
          <a:xfrm flipH="1" rot="-5400000">
            <a:off x="5041675" y="3401600"/>
            <a:ext cx="382200" cy="909300"/>
          </a:xfrm>
          <a:prstGeom prst="bentConnector3">
            <a:avLst>
              <a:gd fmla="val 162272" name="adj1"/>
            </a:avLst>
          </a:prstGeom>
          <a:noFill/>
          <a:ln cap="flat" cmpd="sng" w="9525">
            <a:solidFill>
              <a:srgbClr val="3186FF"/>
            </a:solidFill>
            <a:prstDash val="solid"/>
            <a:round/>
            <a:headEnd len="med" w="med" type="none"/>
            <a:tailEnd len="med" w="med" type="triangle"/>
          </a:ln>
        </p:spPr>
      </p:cxnSp>
      <p:sp>
        <p:nvSpPr>
          <p:cNvPr id="1065" name="Google Shape;1065;p104"/>
          <p:cNvSpPr txBox="1"/>
          <p:nvPr/>
        </p:nvSpPr>
        <p:spPr>
          <a:xfrm>
            <a:off x="4366075" y="3915665"/>
            <a:ext cx="824100" cy="239700"/>
          </a:xfrm>
          <a:prstGeom prst="rect">
            <a:avLst/>
          </a:prstGeom>
          <a:solidFill>
            <a:srgbClr val="000000"/>
          </a:solid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600">
                <a:solidFill>
                  <a:srgbClr val="FFFFFF"/>
                </a:solidFill>
                <a:latin typeface="Google Sans Flex Medium"/>
                <a:ea typeface="Google Sans Flex Medium"/>
                <a:cs typeface="Google Sans Flex Medium"/>
                <a:sym typeface="Google Sans Flex Medium"/>
              </a:rPr>
              <a:t>NO</a:t>
            </a:r>
            <a:endParaRPr sz="600">
              <a:solidFill>
                <a:srgbClr val="FFFF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rPr lang="en" sz="600">
                <a:solidFill>
                  <a:srgbClr val="FFFFFF"/>
                </a:solidFill>
                <a:latin typeface="Google Sans Flex Medium"/>
                <a:ea typeface="Google Sans Flex Medium"/>
                <a:cs typeface="Google Sans Flex Medium"/>
                <a:sym typeface="Google Sans Flex Medium"/>
              </a:rPr>
              <a:t>(worse performance)</a:t>
            </a:r>
            <a:endParaRPr sz="600">
              <a:solidFill>
                <a:srgbClr val="FFFFFF"/>
              </a:solidFill>
              <a:latin typeface="Google Sans Flex Medium"/>
              <a:ea typeface="Google Sans Flex Medium"/>
              <a:cs typeface="Google Sans Flex Medium"/>
              <a:sym typeface="Google Sans Flex Medium"/>
            </a:endParaRPr>
          </a:p>
        </p:txBody>
      </p:sp>
      <p:sp>
        <p:nvSpPr>
          <p:cNvPr id="1066" name="Google Shape;1066;p104"/>
          <p:cNvSpPr txBox="1"/>
          <p:nvPr/>
        </p:nvSpPr>
        <p:spPr>
          <a:xfrm>
            <a:off x="5223625" y="2492282"/>
            <a:ext cx="711600" cy="323100"/>
          </a:xfrm>
          <a:prstGeom prst="rect">
            <a:avLst/>
          </a:prstGeom>
          <a:solidFill>
            <a:srgbClr val="000000"/>
          </a:solid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600">
                <a:solidFill>
                  <a:srgbClr val="FFFFFF"/>
                </a:solidFill>
                <a:latin typeface="Google Sans Flex Medium"/>
                <a:ea typeface="Google Sans Flex Medium"/>
                <a:cs typeface="Google Sans Flex Medium"/>
                <a:sym typeface="Google Sans Flex Medium"/>
              </a:rPr>
              <a:t>YES</a:t>
            </a:r>
            <a:endParaRPr sz="600">
              <a:solidFill>
                <a:srgbClr val="FFFFFF"/>
              </a:solidFill>
              <a:latin typeface="Google Sans Flex Medium"/>
              <a:ea typeface="Google Sans Flex Medium"/>
              <a:cs typeface="Google Sans Flex Medium"/>
              <a:sym typeface="Google Sans Flex Medium"/>
            </a:endParaRPr>
          </a:p>
          <a:p>
            <a:pPr indent="0" lvl="0" marL="0" rtl="0" algn="ctr">
              <a:lnSpc>
                <a:spcPct val="100000"/>
              </a:lnSpc>
              <a:spcBef>
                <a:spcPts val="0"/>
              </a:spcBef>
              <a:spcAft>
                <a:spcPts val="0"/>
              </a:spcAft>
              <a:buNone/>
            </a:pPr>
            <a:r>
              <a:rPr lang="en" sz="600">
                <a:solidFill>
                  <a:srgbClr val="FFFFFF"/>
                </a:solidFill>
                <a:latin typeface="Google Sans Flex Medium"/>
                <a:ea typeface="Google Sans Flex Medium"/>
                <a:cs typeface="Google Sans Flex Medium"/>
                <a:sym typeface="Google Sans Flex Medium"/>
              </a:rPr>
              <a:t>(better performance)</a:t>
            </a:r>
            <a:endParaRPr sz="600">
              <a:solidFill>
                <a:srgbClr val="FFFFFF"/>
              </a:solidFill>
              <a:latin typeface="Google Sans Flex Medium"/>
              <a:ea typeface="Google Sans Flex Medium"/>
              <a:cs typeface="Google Sans Flex Medium"/>
              <a:sym typeface="Google Sans Flex Medium"/>
            </a:endParaRPr>
          </a:p>
        </p:txBody>
      </p:sp>
      <p:cxnSp>
        <p:nvCxnSpPr>
          <p:cNvPr id="1067" name="Google Shape;1067;p104"/>
          <p:cNvCxnSpPr>
            <a:stCxn id="1058" idx="2"/>
            <a:endCxn id="1055" idx="2"/>
          </p:cNvCxnSpPr>
          <p:nvPr/>
        </p:nvCxnSpPr>
        <p:spPr>
          <a:xfrm rot="5400000">
            <a:off x="4505275" y="2001807"/>
            <a:ext cx="144600" cy="3606300"/>
          </a:xfrm>
          <a:prstGeom prst="bentConnector3">
            <a:avLst>
              <a:gd fmla="val 530982" name="adj1"/>
            </a:avLst>
          </a:prstGeom>
          <a:noFill/>
          <a:ln cap="flat" cmpd="sng" w="9525">
            <a:solidFill>
              <a:srgbClr val="3186FF"/>
            </a:solidFill>
            <a:prstDash val="solid"/>
            <a:round/>
            <a:headEnd len="med" w="med" type="none"/>
            <a:tailEnd len="med" w="med" type="triangle"/>
          </a:ln>
        </p:spPr>
      </p:cxnSp>
      <p:sp>
        <p:nvSpPr>
          <p:cNvPr id="1068" name="Google Shape;1068;p104"/>
          <p:cNvSpPr txBox="1"/>
          <p:nvPr/>
        </p:nvSpPr>
        <p:spPr>
          <a:xfrm>
            <a:off x="3864775" y="4405882"/>
            <a:ext cx="1425600" cy="156300"/>
          </a:xfrm>
          <a:prstGeom prst="rect">
            <a:avLst/>
          </a:prstGeom>
          <a:solidFill>
            <a:srgbClr val="000000"/>
          </a:solid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000">
                <a:solidFill>
                  <a:srgbClr val="FFFFFF"/>
                </a:solidFill>
                <a:latin typeface="Google Sans Flex Medium"/>
                <a:ea typeface="Google Sans Flex Medium"/>
                <a:cs typeface="Google Sans Flex Medium"/>
                <a:sym typeface="Google Sans Flex Medium"/>
              </a:rPr>
              <a:t>Becomes parent</a:t>
            </a:r>
            <a:endParaRPr sz="1000">
              <a:solidFill>
                <a:srgbClr val="FFFFFF"/>
              </a:solidFill>
              <a:latin typeface="Google Sans Flex Medium"/>
              <a:ea typeface="Google Sans Flex Medium"/>
              <a:cs typeface="Google Sans Flex Medium"/>
              <a:sym typeface="Google Sans Flex Medium"/>
            </a:endParaRPr>
          </a:p>
        </p:txBody>
      </p:sp>
      <p:pic>
        <p:nvPicPr>
          <p:cNvPr id="1069" name="Google Shape;1069;p104" title="Spark-Final.png"/>
          <p:cNvPicPr preferRelativeResize="0"/>
          <p:nvPr/>
        </p:nvPicPr>
        <p:blipFill>
          <a:blip r:embed="rId4">
            <a:alphaModFix/>
          </a:blip>
          <a:stretch>
            <a:fillRect/>
          </a:stretch>
        </p:blipFill>
        <p:spPr>
          <a:xfrm>
            <a:off x="2547363" y="2642769"/>
            <a:ext cx="453925" cy="453925"/>
          </a:xfrm>
          <a:prstGeom prst="rect">
            <a:avLst/>
          </a:prstGeom>
          <a:noFill/>
          <a:ln>
            <a:noFill/>
          </a:ln>
        </p:spPr>
      </p:pic>
      <p:sp>
        <p:nvSpPr>
          <p:cNvPr id="1070" name="Google Shape;1070;p104"/>
          <p:cNvSpPr/>
          <p:nvPr/>
        </p:nvSpPr>
        <p:spPr>
          <a:xfrm>
            <a:off x="3580847" y="2683731"/>
            <a:ext cx="394417" cy="375000"/>
          </a:xfrm>
          <a:prstGeom prst="rect">
            <a:avLst/>
          </a:prstGeom>
        </p:spPr>
        <p:txBody>
          <a:bodyPr>
            <a:prstTxWarp prst="textPlain"/>
          </a:bodyPr>
          <a:lstStyle/>
          <a:p>
            <a:pPr lvl="0" algn="ctr"/>
            <a:r>
              <a:rPr b="0" i="0">
                <a:ln>
                  <a:noFill/>
                </a:ln>
                <a:solidFill>
                  <a:srgbClr val="3186FF"/>
                </a:solidFill>
                <a:latin typeface="Material Symbols"/>
              </a:rPr>
              <a:t>list_alt_check</a:t>
            </a:r>
          </a:p>
        </p:txBody>
      </p:sp>
      <p:cxnSp>
        <p:nvCxnSpPr>
          <p:cNvPr id="1071" name="Google Shape;1071;p104"/>
          <p:cNvCxnSpPr>
            <a:stCxn id="1044" idx="3"/>
            <a:endCxn id="1046" idx="1"/>
          </p:cNvCxnSpPr>
          <p:nvPr/>
        </p:nvCxnSpPr>
        <p:spPr>
          <a:xfrm>
            <a:off x="1642825" y="3181350"/>
            <a:ext cx="449400" cy="0"/>
          </a:xfrm>
          <a:prstGeom prst="straightConnector1">
            <a:avLst/>
          </a:prstGeom>
          <a:noFill/>
          <a:ln cap="flat" cmpd="sng" w="9525">
            <a:solidFill>
              <a:srgbClr val="FFFFFF"/>
            </a:solidFill>
            <a:prstDash val="solid"/>
            <a:round/>
            <a:headEnd len="med" w="med" type="none"/>
            <a:tailEnd len="med" w="med" type="triangle"/>
          </a:ln>
        </p:spPr>
      </p:cxnSp>
      <p:cxnSp>
        <p:nvCxnSpPr>
          <p:cNvPr id="1072" name="Google Shape;1072;p104"/>
          <p:cNvCxnSpPr>
            <a:stCxn id="1046" idx="3"/>
            <a:endCxn id="1045" idx="1"/>
          </p:cNvCxnSpPr>
          <p:nvPr/>
        </p:nvCxnSpPr>
        <p:spPr>
          <a:xfrm>
            <a:off x="7062875" y="3181350"/>
            <a:ext cx="449400" cy="0"/>
          </a:xfrm>
          <a:prstGeom prst="straightConnector1">
            <a:avLst/>
          </a:prstGeom>
          <a:noFill/>
          <a:ln cap="flat" cmpd="sng" w="9525">
            <a:solidFill>
              <a:srgbClr val="FFFFFF"/>
            </a:solidFill>
            <a:prstDash val="solid"/>
            <a:round/>
            <a:headEnd len="med" w="med" type="none"/>
            <a:tailEnd len="med" w="med" type="triangle"/>
          </a:ln>
        </p:spPr>
      </p:cxnSp>
      <p:sp>
        <p:nvSpPr>
          <p:cNvPr id="1073" name="Google Shape;1073;p104"/>
          <p:cNvSpPr/>
          <p:nvPr/>
        </p:nvSpPr>
        <p:spPr>
          <a:xfrm>
            <a:off x="9050825" y="1756300"/>
            <a:ext cx="677700" cy="639300"/>
          </a:xfrm>
          <a:prstGeom prst="rect">
            <a:avLst/>
          </a:prstGeom>
          <a:noFill/>
          <a:ln>
            <a:noFill/>
          </a:ln>
          <a:effectLst>
            <a:outerShdw blurRad="356786" rotWithShape="0" algn="bl">
              <a:srgbClr val="F8F9FA">
                <a:alpha val="3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p105" title="11_06_03_abstract_pro_dark_bleed_4x5_gemini-3_00303.png"/>
          <p:cNvPicPr preferRelativeResize="0"/>
          <p:nvPr/>
        </p:nvPicPr>
        <p:blipFill rotWithShape="1">
          <a:blip r:embed="rId3">
            <a:alphaModFix/>
          </a:blip>
          <a:srcRect b="73526" l="26101" r="0" t="0"/>
          <a:stretch/>
        </p:blipFill>
        <p:spPr>
          <a:xfrm>
            <a:off x="0" y="3451475"/>
            <a:ext cx="4320551" cy="1692027"/>
          </a:xfrm>
          <a:prstGeom prst="rect">
            <a:avLst/>
          </a:prstGeom>
          <a:noFill/>
          <a:ln>
            <a:noFill/>
          </a:ln>
        </p:spPr>
      </p:pic>
      <p:pic>
        <p:nvPicPr>
          <p:cNvPr id="1079" name="Google Shape;1079;p105" title="11_06_03_abstract_pro_dark_bleed_4x5_gemini-3_00303.png"/>
          <p:cNvPicPr preferRelativeResize="0"/>
          <p:nvPr/>
        </p:nvPicPr>
        <p:blipFill rotWithShape="1">
          <a:blip r:embed="rId3">
            <a:alphaModFix/>
          </a:blip>
          <a:srcRect b="0" l="0" r="48546" t="74477"/>
          <a:stretch/>
        </p:blipFill>
        <p:spPr>
          <a:xfrm>
            <a:off x="6135700" y="0"/>
            <a:ext cx="3008300" cy="1631250"/>
          </a:xfrm>
          <a:prstGeom prst="rect">
            <a:avLst/>
          </a:prstGeom>
          <a:noFill/>
          <a:ln>
            <a:noFill/>
          </a:ln>
        </p:spPr>
      </p:pic>
      <p:sp>
        <p:nvSpPr>
          <p:cNvPr id="1080" name="Google Shape;1080;p105"/>
          <p:cNvSpPr txBox="1"/>
          <p:nvPr/>
        </p:nvSpPr>
        <p:spPr>
          <a:xfrm>
            <a:off x="453825" y="456500"/>
            <a:ext cx="8233200" cy="77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Leverage AlphaEvolve with four easy steps:</a:t>
            </a:r>
            <a:endParaRPr sz="2400">
              <a:solidFill>
                <a:srgbClr val="FFFFFF"/>
              </a:solidFill>
              <a:latin typeface="Google Sans Flex Medium"/>
              <a:ea typeface="Google Sans Flex Medium"/>
              <a:cs typeface="Google Sans Flex Medium"/>
              <a:sym typeface="Google Sans Flex Medium"/>
            </a:endParaRPr>
          </a:p>
        </p:txBody>
      </p:sp>
      <p:grpSp>
        <p:nvGrpSpPr>
          <p:cNvPr id="1081" name="Google Shape;1081;p105"/>
          <p:cNvGrpSpPr/>
          <p:nvPr/>
        </p:nvGrpSpPr>
        <p:grpSpPr>
          <a:xfrm>
            <a:off x="448797" y="1427225"/>
            <a:ext cx="1689300" cy="2867525"/>
            <a:chOff x="468925" y="1427225"/>
            <a:chExt cx="1689300" cy="2867525"/>
          </a:xfrm>
        </p:grpSpPr>
        <p:sp>
          <p:nvSpPr>
            <p:cNvPr id="1082" name="Google Shape;1082;p105"/>
            <p:cNvSpPr/>
            <p:nvPr/>
          </p:nvSpPr>
          <p:spPr>
            <a:xfrm>
              <a:off x="468925" y="1537450"/>
              <a:ext cx="1689300" cy="2757300"/>
            </a:xfrm>
            <a:prstGeom prst="roundRect">
              <a:avLst>
                <a:gd fmla="val 11219"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1371600">
              <a:noAutofit/>
            </a:bodyPr>
            <a:lstStyle/>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Define the problem and baseline algorithm</a:t>
              </a:r>
              <a:endParaRPr>
                <a:solidFill>
                  <a:srgbClr val="FFFFFF"/>
                </a:solidFill>
                <a:latin typeface="Google Sans Flex"/>
                <a:ea typeface="Google Sans Flex"/>
                <a:cs typeface="Google Sans Flex"/>
                <a:sym typeface="Google Sans Flex"/>
              </a:endParaRPr>
            </a:p>
          </p:txBody>
        </p:sp>
        <p:sp>
          <p:nvSpPr>
            <p:cNvPr id="1083" name="Google Shape;1083;p105"/>
            <p:cNvSpPr/>
            <p:nvPr/>
          </p:nvSpPr>
          <p:spPr>
            <a:xfrm>
              <a:off x="786736" y="1427225"/>
              <a:ext cx="10536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Define</a:t>
              </a:r>
              <a:endParaRPr sz="1200">
                <a:solidFill>
                  <a:srgbClr val="FFFFFF"/>
                </a:solidFill>
                <a:latin typeface="Google Sans Flex Medium"/>
                <a:ea typeface="Google Sans Flex Medium"/>
                <a:cs typeface="Google Sans Flex Medium"/>
                <a:sym typeface="Google Sans Flex Medium"/>
              </a:endParaRPr>
            </a:p>
          </p:txBody>
        </p:sp>
        <p:sp>
          <p:nvSpPr>
            <p:cNvPr id="1084" name="Google Shape;1084;p105"/>
            <p:cNvSpPr/>
            <p:nvPr/>
          </p:nvSpPr>
          <p:spPr>
            <a:xfrm>
              <a:off x="1035895" y="2146525"/>
              <a:ext cx="555249" cy="555233"/>
            </a:xfrm>
            <a:prstGeom prst="rect">
              <a:avLst/>
            </a:prstGeom>
          </p:spPr>
          <p:txBody>
            <a:bodyPr>
              <a:prstTxWarp prst="textPlain"/>
            </a:bodyPr>
            <a:lstStyle/>
            <a:p>
              <a:pPr lvl="0" algn="ctr"/>
              <a:r>
                <a:rPr b="0" i="0">
                  <a:ln>
                    <a:noFill/>
                  </a:ln>
                  <a:solidFill>
                    <a:srgbClr val="3186FF"/>
                  </a:solidFill>
                  <a:latin typeface="Material Symbols"/>
                </a:rPr>
                <a:t>search</a:t>
              </a:r>
            </a:p>
          </p:txBody>
        </p:sp>
      </p:grpSp>
      <p:grpSp>
        <p:nvGrpSpPr>
          <p:cNvPr id="1085" name="Google Shape;1085;p105"/>
          <p:cNvGrpSpPr/>
          <p:nvPr/>
        </p:nvGrpSpPr>
        <p:grpSpPr>
          <a:xfrm>
            <a:off x="2650148" y="1427225"/>
            <a:ext cx="1689300" cy="2867525"/>
            <a:chOff x="2650167" y="1427225"/>
            <a:chExt cx="1689300" cy="2867525"/>
          </a:xfrm>
        </p:grpSpPr>
        <p:sp>
          <p:nvSpPr>
            <p:cNvPr id="1086" name="Google Shape;1086;p105"/>
            <p:cNvSpPr/>
            <p:nvPr/>
          </p:nvSpPr>
          <p:spPr>
            <a:xfrm>
              <a:off x="2650167" y="1537450"/>
              <a:ext cx="1689300" cy="2757300"/>
            </a:xfrm>
            <a:prstGeom prst="roundRect">
              <a:avLst>
                <a:gd fmla="val 11219"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1371600">
              <a:noAutofit/>
            </a:bodyPr>
            <a:lstStyle/>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Evaluate </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and score performance </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and correctness</a:t>
              </a:r>
              <a:endParaRPr>
                <a:solidFill>
                  <a:srgbClr val="FFFFFF"/>
                </a:solidFill>
                <a:latin typeface="Google Sans Flex"/>
                <a:ea typeface="Google Sans Flex"/>
                <a:cs typeface="Google Sans Flex"/>
                <a:sym typeface="Google Sans Flex"/>
              </a:endParaRPr>
            </a:p>
            <a:p>
              <a:pPr indent="0" lvl="0" marL="0" rtl="0" algn="ctr">
                <a:lnSpc>
                  <a:spcPct val="100000"/>
                </a:lnSpc>
                <a:spcBef>
                  <a:spcPts val="0"/>
                </a:spcBef>
                <a:spcAft>
                  <a:spcPts val="0"/>
                </a:spcAft>
                <a:buNone/>
              </a:pPr>
              <a:r>
                <a:t/>
              </a:r>
              <a:endParaRPr>
                <a:solidFill>
                  <a:srgbClr val="FFFFFF"/>
                </a:solidFill>
                <a:latin typeface="Google Sans Flex"/>
                <a:ea typeface="Google Sans Flex"/>
                <a:cs typeface="Google Sans Flex"/>
                <a:sym typeface="Google Sans Flex"/>
              </a:endParaRPr>
            </a:p>
          </p:txBody>
        </p:sp>
        <p:sp>
          <p:nvSpPr>
            <p:cNvPr id="1087" name="Google Shape;1087;p105"/>
            <p:cNvSpPr/>
            <p:nvPr/>
          </p:nvSpPr>
          <p:spPr>
            <a:xfrm>
              <a:off x="2967978" y="1427225"/>
              <a:ext cx="10536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Measure</a:t>
              </a:r>
              <a:endParaRPr sz="1200">
                <a:solidFill>
                  <a:srgbClr val="FFFFFF"/>
                </a:solidFill>
                <a:latin typeface="Google Sans Flex Medium"/>
                <a:ea typeface="Google Sans Flex Medium"/>
                <a:cs typeface="Google Sans Flex Medium"/>
                <a:sym typeface="Google Sans Flex Medium"/>
              </a:endParaRPr>
            </a:p>
          </p:txBody>
        </p:sp>
        <p:sp>
          <p:nvSpPr>
            <p:cNvPr id="1088" name="Google Shape;1088;p105"/>
            <p:cNvSpPr/>
            <p:nvPr/>
          </p:nvSpPr>
          <p:spPr>
            <a:xfrm>
              <a:off x="3247908" y="2177248"/>
              <a:ext cx="493802" cy="493787"/>
            </a:xfrm>
            <a:prstGeom prst="rect">
              <a:avLst/>
            </a:prstGeom>
          </p:spPr>
          <p:txBody>
            <a:bodyPr>
              <a:prstTxWarp prst="textPlain"/>
            </a:bodyPr>
            <a:lstStyle/>
            <a:p>
              <a:pPr lvl="0" algn="ctr"/>
              <a:r>
                <a:rPr b="0" i="0">
                  <a:ln>
                    <a:noFill/>
                  </a:ln>
                  <a:solidFill>
                    <a:srgbClr val="3186FF"/>
                  </a:solidFill>
                  <a:latin typeface="Material Symbols"/>
                </a:rPr>
                <a:t>bar_chart</a:t>
              </a:r>
            </a:p>
          </p:txBody>
        </p:sp>
      </p:grpSp>
      <p:grpSp>
        <p:nvGrpSpPr>
          <p:cNvPr id="1089" name="Google Shape;1089;p105"/>
          <p:cNvGrpSpPr/>
          <p:nvPr/>
        </p:nvGrpSpPr>
        <p:grpSpPr>
          <a:xfrm>
            <a:off x="4831399" y="1427225"/>
            <a:ext cx="1689300" cy="2867525"/>
            <a:chOff x="4831408" y="1427225"/>
            <a:chExt cx="1689300" cy="2867525"/>
          </a:xfrm>
        </p:grpSpPr>
        <p:sp>
          <p:nvSpPr>
            <p:cNvPr id="1090" name="Google Shape;1090;p105"/>
            <p:cNvSpPr/>
            <p:nvPr/>
          </p:nvSpPr>
          <p:spPr>
            <a:xfrm>
              <a:off x="4831408" y="1537450"/>
              <a:ext cx="1689300" cy="2757300"/>
            </a:xfrm>
            <a:prstGeom prst="roundRect">
              <a:avLst>
                <a:gd fmla="val 11219"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1371600">
              <a:noAutofit/>
            </a:bodyPr>
            <a:lstStyle/>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Evolve code to optimize it for your problem</a:t>
              </a:r>
              <a:endParaRPr>
                <a:solidFill>
                  <a:srgbClr val="FFFFFF"/>
                </a:solidFill>
                <a:latin typeface="Google Sans Flex"/>
                <a:ea typeface="Google Sans Flex"/>
                <a:cs typeface="Google Sans Flex"/>
                <a:sym typeface="Google Sans Flex"/>
              </a:endParaRPr>
            </a:p>
          </p:txBody>
        </p:sp>
        <p:sp>
          <p:nvSpPr>
            <p:cNvPr id="1091" name="Google Shape;1091;p105"/>
            <p:cNvSpPr/>
            <p:nvPr/>
          </p:nvSpPr>
          <p:spPr>
            <a:xfrm>
              <a:off x="5149258" y="1427225"/>
              <a:ext cx="10536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Optimize</a:t>
              </a:r>
              <a:endParaRPr sz="1200">
                <a:solidFill>
                  <a:srgbClr val="FFFFFF"/>
                </a:solidFill>
                <a:latin typeface="Google Sans Flex Medium"/>
                <a:ea typeface="Google Sans Flex Medium"/>
                <a:cs typeface="Google Sans Flex Medium"/>
                <a:sym typeface="Google Sans Flex Medium"/>
              </a:endParaRPr>
            </a:p>
          </p:txBody>
        </p:sp>
        <p:sp>
          <p:nvSpPr>
            <p:cNvPr id="1092" name="Google Shape;1092;p105"/>
            <p:cNvSpPr/>
            <p:nvPr/>
          </p:nvSpPr>
          <p:spPr>
            <a:xfrm>
              <a:off x="5367710" y="2239064"/>
              <a:ext cx="616697" cy="370155"/>
            </a:xfrm>
            <a:prstGeom prst="rect">
              <a:avLst/>
            </a:prstGeom>
          </p:spPr>
          <p:txBody>
            <a:bodyPr>
              <a:prstTxWarp prst="textPlain"/>
            </a:bodyPr>
            <a:lstStyle/>
            <a:p>
              <a:pPr lvl="0" algn="ctr"/>
              <a:r>
                <a:rPr b="0" i="0">
                  <a:ln>
                    <a:noFill/>
                  </a:ln>
                  <a:solidFill>
                    <a:srgbClr val="3186FF"/>
                  </a:solidFill>
                  <a:latin typeface="Material Symbols"/>
                </a:rPr>
                <a:t>code</a:t>
              </a:r>
            </a:p>
          </p:txBody>
        </p:sp>
      </p:grpSp>
      <p:grpSp>
        <p:nvGrpSpPr>
          <p:cNvPr id="1093" name="Google Shape;1093;p105"/>
          <p:cNvGrpSpPr/>
          <p:nvPr/>
        </p:nvGrpSpPr>
        <p:grpSpPr>
          <a:xfrm>
            <a:off x="7012650" y="1427225"/>
            <a:ext cx="1689300" cy="2867525"/>
            <a:chOff x="7012650" y="1427225"/>
            <a:chExt cx="1689300" cy="2867525"/>
          </a:xfrm>
        </p:grpSpPr>
        <p:sp>
          <p:nvSpPr>
            <p:cNvPr id="1094" name="Google Shape;1094;p105"/>
            <p:cNvSpPr/>
            <p:nvPr/>
          </p:nvSpPr>
          <p:spPr>
            <a:xfrm>
              <a:off x="7012650" y="1537450"/>
              <a:ext cx="1689300" cy="2757300"/>
            </a:xfrm>
            <a:prstGeom prst="roundRect">
              <a:avLst>
                <a:gd fmla="val 11219"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1371600">
              <a:noAutofit/>
            </a:bodyPr>
            <a:lstStyle/>
            <a:p>
              <a:pPr indent="0" lvl="0" marL="0" rtl="0" algn="ctr">
                <a:lnSpc>
                  <a:spcPct val="100000"/>
                </a:lnSpc>
                <a:spcBef>
                  <a:spcPts val="0"/>
                </a:spcBef>
                <a:spcAft>
                  <a:spcPts val="0"/>
                </a:spcAft>
                <a:buNone/>
              </a:pPr>
              <a:r>
                <a:rPr lang="en">
                  <a:solidFill>
                    <a:srgbClr val="FFFFFF"/>
                  </a:solidFill>
                  <a:latin typeface="Google Sans Flex"/>
                  <a:ea typeface="Google Sans Flex"/>
                  <a:cs typeface="Google Sans Flex"/>
                  <a:sym typeface="Google Sans Flex"/>
                </a:rPr>
                <a:t>Review and deploy new algorithm directly to production</a:t>
              </a:r>
              <a:endParaRPr>
                <a:solidFill>
                  <a:srgbClr val="FFFFFF"/>
                </a:solidFill>
                <a:latin typeface="Google Sans Flex"/>
                <a:ea typeface="Google Sans Flex"/>
                <a:cs typeface="Google Sans Flex"/>
                <a:sym typeface="Google Sans Flex"/>
              </a:endParaRPr>
            </a:p>
          </p:txBody>
        </p:sp>
        <p:sp>
          <p:nvSpPr>
            <p:cNvPr id="1095" name="Google Shape;1095;p105"/>
            <p:cNvSpPr/>
            <p:nvPr/>
          </p:nvSpPr>
          <p:spPr>
            <a:xfrm>
              <a:off x="7330500" y="1427225"/>
              <a:ext cx="1053600" cy="283800"/>
            </a:xfrm>
            <a:prstGeom prst="roundRect">
              <a:avLst>
                <a:gd fmla="val 50000" name="adj"/>
              </a:avLst>
            </a:prstGeom>
            <a:solidFill>
              <a:srgbClr val="3186FF"/>
            </a:solidFill>
            <a:ln>
              <a:noFill/>
            </a:ln>
          </p:spPr>
          <p:txBody>
            <a:bodyPr anchorCtr="0" anchor="ctr" bIns="74650" lIns="74650" spcFirstLastPara="1" rIns="74650" wrap="square" tIns="74650">
              <a:noAutofit/>
            </a:bodyPr>
            <a:lstStyle/>
            <a:p>
              <a:pPr indent="0" lvl="0" marL="0" rtl="0" algn="ctr">
                <a:spcBef>
                  <a:spcPts val="0"/>
                </a:spcBef>
                <a:spcAft>
                  <a:spcPts val="0"/>
                </a:spcAft>
                <a:buNone/>
              </a:pPr>
              <a:r>
                <a:rPr lang="en" sz="1200">
                  <a:solidFill>
                    <a:srgbClr val="FFFFFF"/>
                  </a:solidFill>
                  <a:latin typeface="Google Sans Flex Medium"/>
                  <a:ea typeface="Google Sans Flex Medium"/>
                  <a:cs typeface="Google Sans Flex Medium"/>
                  <a:sym typeface="Google Sans Flex Medium"/>
                </a:rPr>
                <a:t>Apply</a:t>
              </a:r>
              <a:endParaRPr sz="1200">
                <a:solidFill>
                  <a:srgbClr val="FFFFFF"/>
                </a:solidFill>
                <a:latin typeface="Google Sans Flex Medium"/>
                <a:ea typeface="Google Sans Flex Medium"/>
                <a:cs typeface="Google Sans Flex Medium"/>
                <a:sym typeface="Google Sans Flex Medium"/>
              </a:endParaRPr>
            </a:p>
          </p:txBody>
        </p:sp>
        <p:sp>
          <p:nvSpPr>
            <p:cNvPr id="1096" name="Google Shape;1096;p105"/>
            <p:cNvSpPr/>
            <p:nvPr/>
          </p:nvSpPr>
          <p:spPr>
            <a:xfrm>
              <a:off x="7610400" y="2149928"/>
              <a:ext cx="493800" cy="548426"/>
            </a:xfrm>
            <a:prstGeom prst="rect">
              <a:avLst/>
            </a:prstGeom>
          </p:spPr>
          <p:txBody>
            <a:bodyPr>
              <a:prstTxWarp prst="textPlain"/>
            </a:bodyPr>
            <a:lstStyle/>
            <a:p>
              <a:pPr lvl="0" algn="ctr"/>
              <a:r>
                <a:rPr b="0" i="0">
                  <a:ln>
                    <a:noFill/>
                  </a:ln>
                  <a:solidFill>
                    <a:srgbClr val="3186FF"/>
                  </a:solidFill>
                  <a:latin typeface="Material Symbols"/>
                </a:rPr>
                <a:t>deployed_code</a:t>
              </a:r>
            </a:p>
          </p:txBody>
        </p:sp>
      </p:grpSp>
      <p:cxnSp>
        <p:nvCxnSpPr>
          <p:cNvPr id="1097" name="Google Shape;1097;p105"/>
          <p:cNvCxnSpPr>
            <a:stCxn id="1082" idx="3"/>
            <a:endCxn id="1086" idx="1"/>
          </p:cNvCxnSpPr>
          <p:nvPr/>
        </p:nvCxnSpPr>
        <p:spPr>
          <a:xfrm>
            <a:off x="2138097" y="2916100"/>
            <a:ext cx="512100" cy="0"/>
          </a:xfrm>
          <a:prstGeom prst="straightConnector1">
            <a:avLst/>
          </a:prstGeom>
          <a:noFill/>
          <a:ln cap="flat" cmpd="sng" w="9525">
            <a:solidFill>
              <a:srgbClr val="FFFFFF"/>
            </a:solidFill>
            <a:prstDash val="solid"/>
            <a:round/>
            <a:headEnd len="med" w="med" type="none"/>
            <a:tailEnd len="med" w="med" type="triangle"/>
          </a:ln>
        </p:spPr>
      </p:cxnSp>
      <p:cxnSp>
        <p:nvCxnSpPr>
          <p:cNvPr id="1098" name="Google Shape;1098;p105"/>
          <p:cNvCxnSpPr>
            <a:stCxn id="1086" idx="3"/>
            <a:endCxn id="1090" idx="1"/>
          </p:cNvCxnSpPr>
          <p:nvPr/>
        </p:nvCxnSpPr>
        <p:spPr>
          <a:xfrm>
            <a:off x="4339448" y="2916100"/>
            <a:ext cx="492000" cy="0"/>
          </a:xfrm>
          <a:prstGeom prst="straightConnector1">
            <a:avLst/>
          </a:prstGeom>
          <a:noFill/>
          <a:ln cap="flat" cmpd="sng" w="9525">
            <a:solidFill>
              <a:srgbClr val="FFFFFF"/>
            </a:solidFill>
            <a:prstDash val="solid"/>
            <a:round/>
            <a:headEnd len="med" w="med" type="none"/>
            <a:tailEnd len="med" w="med" type="triangle"/>
          </a:ln>
        </p:spPr>
      </p:cxnSp>
      <p:cxnSp>
        <p:nvCxnSpPr>
          <p:cNvPr id="1099" name="Google Shape;1099;p105"/>
          <p:cNvCxnSpPr>
            <a:stCxn id="1090" idx="3"/>
            <a:endCxn id="1094" idx="1"/>
          </p:cNvCxnSpPr>
          <p:nvPr/>
        </p:nvCxnSpPr>
        <p:spPr>
          <a:xfrm>
            <a:off x="6520699" y="2916100"/>
            <a:ext cx="492000" cy="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4"/>
        </a:solidFill>
      </p:bgPr>
    </p:bg>
    <p:spTree>
      <p:nvGrpSpPr>
        <p:cNvPr id="1103" name="Shape 1103"/>
        <p:cNvGrpSpPr/>
        <p:nvPr/>
      </p:nvGrpSpPr>
      <p:grpSpPr>
        <a:xfrm>
          <a:off x="0" y="0"/>
          <a:ext cx="0" cy="0"/>
          <a:chOff x="0" y="0"/>
          <a:chExt cx="0" cy="0"/>
        </a:xfrm>
      </p:grpSpPr>
      <p:pic>
        <p:nvPicPr>
          <p:cNvPr id="1104" name="Google Shape;1104;p106" title="11_06_03_abstract_pro_dark_bleed_4x5_gemini-3_00303.png"/>
          <p:cNvPicPr preferRelativeResize="0"/>
          <p:nvPr/>
        </p:nvPicPr>
        <p:blipFill rotWithShape="1">
          <a:blip r:embed="rId3">
            <a:alphaModFix/>
          </a:blip>
          <a:srcRect b="73526" l="26101" r="0" t="0"/>
          <a:stretch/>
        </p:blipFill>
        <p:spPr>
          <a:xfrm>
            <a:off x="0" y="3451475"/>
            <a:ext cx="4320551" cy="1692027"/>
          </a:xfrm>
          <a:prstGeom prst="rect">
            <a:avLst/>
          </a:prstGeom>
          <a:noFill/>
          <a:ln>
            <a:noFill/>
          </a:ln>
        </p:spPr>
      </p:pic>
      <p:sp>
        <p:nvSpPr>
          <p:cNvPr id="1105" name="Google Shape;1105;p106"/>
          <p:cNvSpPr/>
          <p:nvPr/>
        </p:nvSpPr>
        <p:spPr>
          <a:xfrm>
            <a:off x="1075650" y="1332200"/>
            <a:ext cx="6970500" cy="3237600"/>
          </a:xfrm>
          <a:prstGeom prst="roundRect">
            <a:avLst>
              <a:gd fmla="val 5715"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106" name="Google Shape;1106;p106" title="11_06_03_abstract_pro_dark_bleed_4x5_gemini-3_00303.png"/>
          <p:cNvPicPr preferRelativeResize="0"/>
          <p:nvPr/>
        </p:nvPicPr>
        <p:blipFill rotWithShape="1">
          <a:blip r:embed="rId3">
            <a:alphaModFix/>
          </a:blip>
          <a:srcRect b="0" l="0" r="48546" t="74477"/>
          <a:stretch/>
        </p:blipFill>
        <p:spPr>
          <a:xfrm>
            <a:off x="6135700" y="0"/>
            <a:ext cx="3008300" cy="1631250"/>
          </a:xfrm>
          <a:prstGeom prst="rect">
            <a:avLst/>
          </a:prstGeom>
          <a:noFill/>
          <a:ln>
            <a:noFill/>
          </a:ln>
        </p:spPr>
      </p:pic>
      <p:sp>
        <p:nvSpPr>
          <p:cNvPr id="1107" name="Google Shape;1107;p106"/>
          <p:cNvSpPr txBox="1"/>
          <p:nvPr/>
        </p:nvSpPr>
        <p:spPr>
          <a:xfrm>
            <a:off x="453825" y="456500"/>
            <a:ext cx="8233200" cy="77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Some of the world’s most innovative organizations are using it to solve their algorithmic problems:</a:t>
            </a:r>
            <a:endParaRPr sz="2400">
              <a:solidFill>
                <a:srgbClr val="FFFFFF"/>
              </a:solidFill>
              <a:latin typeface="Google Sans Flex Medium"/>
              <a:ea typeface="Google Sans Flex Medium"/>
              <a:cs typeface="Google Sans Flex Medium"/>
              <a:sym typeface="Google Sans Flex Medium"/>
            </a:endParaRPr>
          </a:p>
        </p:txBody>
      </p:sp>
      <p:pic>
        <p:nvPicPr>
          <p:cNvPr id="1108" name="Google Shape;1108;p106"/>
          <p:cNvPicPr preferRelativeResize="0"/>
          <p:nvPr/>
        </p:nvPicPr>
        <p:blipFill rotWithShape="1">
          <a:blip r:embed="rId4">
            <a:alphaModFix/>
          </a:blip>
          <a:srcRect b="10324" l="0" r="0" t="17682"/>
          <a:stretch/>
        </p:blipFill>
        <p:spPr>
          <a:xfrm>
            <a:off x="1238675" y="1835092"/>
            <a:ext cx="6644398" cy="2293824"/>
          </a:xfrm>
          <a:prstGeom prst="rect">
            <a:avLst/>
          </a:prstGeom>
          <a:noFill/>
          <a:ln>
            <a:noFill/>
          </a:ln>
        </p:spPr>
      </p:pic>
      <p:sp>
        <p:nvSpPr>
          <p:cNvPr id="1109" name="Google Shape;1109;p106"/>
          <p:cNvSpPr txBox="1"/>
          <p:nvPr/>
        </p:nvSpPr>
        <p:spPr>
          <a:xfrm>
            <a:off x="2990125" y="1530575"/>
            <a:ext cx="31416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202124"/>
                </a:solidFill>
                <a:latin typeface="Google Sans Flex Medium"/>
                <a:ea typeface="Google Sans Flex Medium"/>
                <a:cs typeface="Google Sans Flex Medium"/>
                <a:sym typeface="Google Sans Flex Medium"/>
              </a:rPr>
              <a:t>AlphaEvolve </a:t>
            </a:r>
            <a:r>
              <a:rPr lang="en">
                <a:solidFill>
                  <a:srgbClr val="202124"/>
                </a:solidFill>
                <a:latin typeface="Google Sans Flex Medium"/>
                <a:ea typeface="Google Sans Flex Medium"/>
                <a:cs typeface="Google Sans Flex Medium"/>
                <a:sym typeface="Google Sans Flex Medium"/>
              </a:rPr>
              <a:t>achieved</a:t>
            </a:r>
            <a:r>
              <a:rPr lang="en">
                <a:solidFill>
                  <a:srgbClr val="202124"/>
                </a:solidFill>
                <a:latin typeface="Google Sans Flex Medium"/>
                <a:ea typeface="Google Sans Flex Medium"/>
                <a:cs typeface="Google Sans Flex Medium"/>
                <a:sym typeface="Google Sans Flex Medium"/>
              </a:rPr>
              <a:t> impact at</a:t>
            </a:r>
            <a:endParaRPr>
              <a:solidFill>
                <a:srgbClr val="202124"/>
              </a:solidFill>
              <a:latin typeface="Google Sans Flex Medium"/>
              <a:ea typeface="Google Sans Flex Medium"/>
              <a:cs typeface="Google Sans Flex Medium"/>
              <a:sym typeface="Google Sans Flex Medium"/>
            </a:endParaRPr>
          </a:p>
        </p:txBody>
      </p:sp>
      <p:sp>
        <p:nvSpPr>
          <p:cNvPr id="1110" name="Google Shape;1110;p106"/>
          <p:cNvSpPr txBox="1"/>
          <p:nvPr/>
        </p:nvSpPr>
        <p:spPr>
          <a:xfrm>
            <a:off x="2990125" y="4199551"/>
            <a:ext cx="31416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202124"/>
                </a:solidFill>
                <a:latin typeface="Google Sans Flex Medium"/>
                <a:ea typeface="Google Sans Flex Medium"/>
                <a:cs typeface="Google Sans Flex Medium"/>
                <a:sym typeface="Google Sans Flex Medium"/>
              </a:rPr>
              <a:t>and more!</a:t>
            </a:r>
            <a:endParaRPr>
              <a:solidFill>
                <a:srgbClr val="202124"/>
              </a:solidFill>
              <a:latin typeface="Google Sans Flex Medium"/>
              <a:ea typeface="Google Sans Flex Medium"/>
              <a:cs typeface="Google Sans Flex Medium"/>
              <a:sym typeface="Google Sans Flex Medium"/>
            </a:endParaRPr>
          </a:p>
        </p:txBody>
      </p:sp>
      <p:pic>
        <p:nvPicPr>
          <p:cNvPr id="1111" name="Google Shape;1111;p106" title="GC_Logo_Reverse_rgb.png"/>
          <p:cNvPicPr preferRelativeResize="0"/>
          <p:nvPr/>
        </p:nvPicPr>
        <p:blipFill>
          <a:blip r:embed="rId5">
            <a:alphaModFix/>
          </a:blip>
          <a:stretch>
            <a:fillRect/>
          </a:stretch>
        </p:blipFill>
        <p:spPr>
          <a:xfrm>
            <a:off x="8008717" y="4866771"/>
            <a:ext cx="663076" cy="114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15" name="Shape 1115"/>
        <p:cNvGrpSpPr/>
        <p:nvPr/>
      </p:nvGrpSpPr>
      <p:grpSpPr>
        <a:xfrm>
          <a:off x="0" y="0"/>
          <a:ext cx="0" cy="0"/>
          <a:chOff x="0" y="0"/>
          <a:chExt cx="0" cy="0"/>
        </a:xfrm>
      </p:grpSpPr>
      <p:pic>
        <p:nvPicPr>
          <p:cNvPr id="1116" name="Google Shape;1116;p107" title="11_06_03_abstract_pro_dark_bleed_4x5_gemini-3_00303.png"/>
          <p:cNvPicPr preferRelativeResize="0"/>
          <p:nvPr/>
        </p:nvPicPr>
        <p:blipFill rotWithShape="1">
          <a:blip r:embed="rId3">
            <a:alphaModFix/>
          </a:blip>
          <a:srcRect b="73526" l="26101" r="0" t="0"/>
          <a:stretch/>
        </p:blipFill>
        <p:spPr>
          <a:xfrm>
            <a:off x="0" y="3451475"/>
            <a:ext cx="4320551" cy="1692027"/>
          </a:xfrm>
          <a:prstGeom prst="rect">
            <a:avLst/>
          </a:prstGeom>
          <a:noFill/>
          <a:ln>
            <a:noFill/>
          </a:ln>
        </p:spPr>
      </p:pic>
      <p:pic>
        <p:nvPicPr>
          <p:cNvPr id="1117" name="Google Shape;1117;p107" title="11_06_03_abstract_pro_dark_bleed_4x5_gemini-3_00303.png"/>
          <p:cNvPicPr preferRelativeResize="0"/>
          <p:nvPr/>
        </p:nvPicPr>
        <p:blipFill rotWithShape="1">
          <a:blip r:embed="rId3">
            <a:alphaModFix/>
          </a:blip>
          <a:srcRect b="0" l="0" r="48546" t="74477"/>
          <a:stretch/>
        </p:blipFill>
        <p:spPr>
          <a:xfrm>
            <a:off x="6135700" y="0"/>
            <a:ext cx="3008300" cy="1631250"/>
          </a:xfrm>
          <a:prstGeom prst="rect">
            <a:avLst/>
          </a:prstGeom>
          <a:noFill/>
          <a:ln>
            <a:noFill/>
          </a:ln>
        </p:spPr>
      </p:pic>
      <p:sp>
        <p:nvSpPr>
          <p:cNvPr id="1118" name="Google Shape;1118;p107"/>
          <p:cNvSpPr txBox="1"/>
          <p:nvPr/>
        </p:nvSpPr>
        <p:spPr>
          <a:xfrm>
            <a:off x="453825" y="456500"/>
            <a:ext cx="8233200" cy="77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Start evolving your codebase today with just two inputs.</a:t>
            </a:r>
            <a:endParaRPr sz="2400">
              <a:solidFill>
                <a:srgbClr val="FFFFFF"/>
              </a:solidFill>
              <a:latin typeface="Google Sans Flex Medium"/>
              <a:ea typeface="Google Sans Flex Medium"/>
              <a:cs typeface="Google Sans Flex Medium"/>
              <a:sym typeface="Google Sans Flex Medium"/>
            </a:endParaRPr>
          </a:p>
        </p:txBody>
      </p:sp>
      <p:sp>
        <p:nvSpPr>
          <p:cNvPr id="1119" name="Google Shape;1119;p107"/>
          <p:cNvSpPr/>
          <p:nvPr/>
        </p:nvSpPr>
        <p:spPr>
          <a:xfrm>
            <a:off x="460375" y="1444238"/>
            <a:ext cx="3870600" cy="2332800"/>
          </a:xfrm>
          <a:prstGeom prst="roundRect">
            <a:avLst>
              <a:gd fmla="val 12070"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1005825">
            <a:noAutofit/>
          </a:bodyPr>
          <a:lstStyle/>
          <a:p>
            <a:pPr indent="0" lvl="0" marL="0" rtl="0" algn="ctr">
              <a:lnSpc>
                <a:spcPct val="100000"/>
              </a:lnSpc>
              <a:spcBef>
                <a:spcPts val="0"/>
              </a:spcBef>
              <a:spcAft>
                <a:spcPts val="0"/>
              </a:spcAft>
              <a:buNone/>
            </a:pPr>
            <a:r>
              <a:rPr lang="en">
                <a:solidFill>
                  <a:srgbClr val="3186FF"/>
                </a:solidFill>
                <a:latin typeface="Google Sans Flex Medium"/>
                <a:ea typeface="Google Sans Flex Medium"/>
                <a:cs typeface="Google Sans Flex Medium"/>
                <a:sym typeface="Google Sans Flex Medium"/>
              </a:rPr>
              <a:t>Seed </a:t>
            </a:r>
            <a:r>
              <a:rPr lang="en">
                <a:solidFill>
                  <a:srgbClr val="3186FF"/>
                </a:solidFill>
                <a:latin typeface="Google Sans Flex Medium"/>
                <a:ea typeface="Google Sans Flex Medium"/>
                <a:cs typeface="Google Sans Flex Medium"/>
                <a:sym typeface="Google Sans Flex Medium"/>
              </a:rPr>
              <a:t>p</a:t>
            </a:r>
            <a:r>
              <a:rPr lang="en">
                <a:solidFill>
                  <a:srgbClr val="3186FF"/>
                </a:solidFill>
                <a:latin typeface="Google Sans Flex Medium"/>
                <a:ea typeface="Google Sans Flex Medium"/>
                <a:cs typeface="Google Sans Flex Medium"/>
                <a:sym typeface="Google Sans Flex Medium"/>
              </a:rPr>
              <a:t>rogram</a:t>
            </a:r>
            <a:endParaRPr>
              <a:solidFill>
                <a:srgbClr val="3186FF"/>
              </a:solidFill>
              <a:latin typeface="Google Sans Flex Medium"/>
              <a:ea typeface="Google Sans Flex Medium"/>
              <a:cs typeface="Google Sans Flex Medium"/>
              <a:sym typeface="Google Sans Flex Medium"/>
            </a:endParaRPr>
          </a:p>
          <a:p>
            <a:pPr indent="0" lvl="0" marL="0" rtl="0" algn="ctr">
              <a:lnSpc>
                <a:spcPct val="100000"/>
              </a:lnSpc>
              <a:spcBef>
                <a:spcPts val="1000"/>
              </a:spcBef>
              <a:spcAft>
                <a:spcPts val="0"/>
              </a:spcAft>
              <a:buNone/>
            </a:pPr>
            <a:r>
              <a:rPr lang="en" sz="1200">
                <a:solidFill>
                  <a:srgbClr val="FFFFFF"/>
                </a:solidFill>
                <a:latin typeface="Google Sans Flex"/>
                <a:ea typeface="Google Sans Flex"/>
                <a:cs typeface="Google Sans Flex"/>
                <a:sym typeface="Google Sans Flex"/>
              </a:rPr>
              <a:t>The initial algorithm written as code. </a:t>
            </a:r>
            <a:br>
              <a:rPr lang="en" sz="1200">
                <a:solidFill>
                  <a:srgbClr val="FFFFFF"/>
                </a:solidFill>
                <a:latin typeface="Google Sans Flex"/>
                <a:ea typeface="Google Sans Flex"/>
                <a:cs typeface="Google Sans Flex"/>
                <a:sym typeface="Google Sans Flex"/>
              </a:rPr>
            </a:br>
            <a:r>
              <a:rPr lang="en" sz="1200">
                <a:solidFill>
                  <a:srgbClr val="FFFFFF"/>
                </a:solidFill>
                <a:latin typeface="Google Sans Flex"/>
                <a:ea typeface="Google Sans Flex"/>
                <a:cs typeface="Google Sans Flex"/>
                <a:sym typeface="Google Sans Flex"/>
              </a:rPr>
              <a:t>You designate which segments of code are open to optimization and provide them to AlphaEvolve.</a:t>
            </a:r>
            <a:endParaRPr>
              <a:solidFill>
                <a:srgbClr val="FFFFFF"/>
              </a:solidFill>
              <a:latin typeface="Google Sans Flex"/>
              <a:ea typeface="Google Sans Flex"/>
              <a:cs typeface="Google Sans Flex"/>
              <a:sym typeface="Google Sans Flex"/>
            </a:endParaRPr>
          </a:p>
        </p:txBody>
      </p:sp>
      <p:sp>
        <p:nvSpPr>
          <p:cNvPr id="1120" name="Google Shape;1120;p107"/>
          <p:cNvSpPr/>
          <p:nvPr/>
        </p:nvSpPr>
        <p:spPr>
          <a:xfrm>
            <a:off x="4822875" y="1444238"/>
            <a:ext cx="3870600" cy="2332800"/>
          </a:xfrm>
          <a:prstGeom prst="roundRect">
            <a:avLst>
              <a:gd fmla="val 12070" name="adj"/>
            </a:avLst>
          </a:prstGeom>
          <a:solidFill>
            <a:srgbClr val="000000"/>
          </a:solidFill>
          <a:ln>
            <a:noFill/>
          </a:ln>
          <a:effectLst>
            <a:outerShdw blurRad="356786" rotWithShape="0" algn="bl">
              <a:srgbClr val="F8F9FA">
                <a:alpha val="30000"/>
              </a:srgbClr>
            </a:outerShdw>
          </a:effectLst>
        </p:spPr>
        <p:txBody>
          <a:bodyPr anchorCtr="0" anchor="t" bIns="91425" lIns="91425" spcFirstLastPara="1" rIns="91425" wrap="square" tIns="1005825">
            <a:noAutofit/>
          </a:bodyPr>
          <a:lstStyle/>
          <a:p>
            <a:pPr indent="0" lvl="0" marL="0" rtl="0" algn="ctr">
              <a:lnSpc>
                <a:spcPct val="100000"/>
              </a:lnSpc>
              <a:spcBef>
                <a:spcPts val="0"/>
              </a:spcBef>
              <a:spcAft>
                <a:spcPts val="0"/>
              </a:spcAft>
              <a:buNone/>
            </a:pPr>
            <a:r>
              <a:rPr lang="en">
                <a:solidFill>
                  <a:srgbClr val="3186FF"/>
                </a:solidFill>
                <a:latin typeface="Google Sans Flex Medium"/>
                <a:ea typeface="Google Sans Flex Medium"/>
                <a:cs typeface="Google Sans Flex Medium"/>
                <a:sym typeface="Google Sans Flex Medium"/>
              </a:rPr>
              <a:t>Evaluators</a:t>
            </a:r>
            <a:endParaRPr>
              <a:solidFill>
                <a:srgbClr val="3186FF"/>
              </a:solidFill>
              <a:latin typeface="Google Sans Flex Medium"/>
              <a:ea typeface="Google Sans Flex Medium"/>
              <a:cs typeface="Google Sans Flex Medium"/>
              <a:sym typeface="Google Sans Flex Medium"/>
            </a:endParaRPr>
          </a:p>
          <a:p>
            <a:pPr indent="0" lvl="0" marL="0" rtl="0" algn="ctr">
              <a:lnSpc>
                <a:spcPct val="100000"/>
              </a:lnSpc>
              <a:spcBef>
                <a:spcPts val="1000"/>
              </a:spcBef>
              <a:spcAft>
                <a:spcPts val="0"/>
              </a:spcAft>
              <a:buNone/>
            </a:pPr>
            <a:r>
              <a:rPr lang="en" sz="1200">
                <a:solidFill>
                  <a:srgbClr val="FFFFFF"/>
                </a:solidFill>
                <a:latin typeface="Google Sans Flex"/>
                <a:ea typeface="Google Sans Flex"/>
                <a:cs typeface="Google Sans Flex"/>
                <a:sym typeface="Google Sans Flex"/>
              </a:rPr>
              <a:t>A deterministic client-side evaluation script</a:t>
            </a:r>
            <a:br>
              <a:rPr lang="en" sz="1200">
                <a:solidFill>
                  <a:srgbClr val="FFFFFF"/>
                </a:solidFill>
                <a:latin typeface="Google Sans Flex"/>
                <a:ea typeface="Google Sans Flex"/>
                <a:cs typeface="Google Sans Flex"/>
                <a:sym typeface="Google Sans Flex"/>
              </a:rPr>
            </a:br>
            <a:r>
              <a:rPr lang="en" sz="1200">
                <a:solidFill>
                  <a:srgbClr val="FFFFFF"/>
                </a:solidFill>
                <a:latin typeface="Google Sans Flex"/>
                <a:ea typeface="Google Sans Flex"/>
                <a:cs typeface="Google Sans Flex"/>
                <a:sym typeface="Google Sans Flex"/>
              </a:rPr>
              <a:t>that compiles, tests, and scores the mutated candidates, returning one or more scalar metrics </a:t>
            </a:r>
            <a:endParaRPr sz="1200">
              <a:solidFill>
                <a:srgbClr val="FFFFFF"/>
              </a:solidFill>
              <a:latin typeface="Google Sans Flex"/>
              <a:ea typeface="Google Sans Flex"/>
              <a:cs typeface="Google Sans Flex"/>
              <a:sym typeface="Google Sans Flex"/>
            </a:endParaRPr>
          </a:p>
          <a:p>
            <a:pPr indent="0" lvl="0" marL="0" rtl="0" algn="ctr">
              <a:lnSpc>
                <a:spcPct val="100000"/>
              </a:lnSpc>
              <a:spcBef>
                <a:spcPts val="0"/>
              </a:spcBef>
              <a:spcAft>
                <a:spcPts val="0"/>
              </a:spcAft>
              <a:buNone/>
            </a:pPr>
            <a:r>
              <a:rPr lang="en" sz="1200">
                <a:solidFill>
                  <a:srgbClr val="FFFFFF"/>
                </a:solidFill>
                <a:latin typeface="Google Sans Flex"/>
                <a:ea typeface="Google Sans Flex"/>
                <a:cs typeface="Google Sans Flex"/>
                <a:sym typeface="Google Sans Flex"/>
              </a:rPr>
              <a:t>for AlphaEvolve to maximize.</a:t>
            </a:r>
            <a:endParaRPr sz="1200">
              <a:solidFill>
                <a:srgbClr val="FFFFFF"/>
              </a:solidFill>
              <a:latin typeface="Google Sans Flex"/>
              <a:ea typeface="Google Sans Flex"/>
              <a:cs typeface="Google Sans Flex"/>
              <a:sym typeface="Google Sans Flex"/>
            </a:endParaRPr>
          </a:p>
          <a:p>
            <a:pPr indent="0" lvl="0" marL="0" rtl="0" algn="ctr">
              <a:lnSpc>
                <a:spcPct val="100000"/>
              </a:lnSpc>
              <a:spcBef>
                <a:spcPts val="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ctr">
              <a:lnSpc>
                <a:spcPct val="100000"/>
              </a:lnSpc>
              <a:spcBef>
                <a:spcPts val="0"/>
              </a:spcBef>
              <a:spcAft>
                <a:spcPts val="0"/>
              </a:spcAft>
              <a:buNone/>
            </a:pPr>
            <a:r>
              <a:t/>
            </a:r>
            <a:endParaRPr>
              <a:solidFill>
                <a:srgbClr val="FFFFFF"/>
              </a:solidFill>
              <a:latin typeface="Google Sans Flex"/>
              <a:ea typeface="Google Sans Flex"/>
              <a:cs typeface="Google Sans Flex"/>
              <a:sym typeface="Google Sans Flex"/>
            </a:endParaRPr>
          </a:p>
        </p:txBody>
      </p:sp>
      <p:sp>
        <p:nvSpPr>
          <p:cNvPr id="1121" name="Google Shape;1121;p107"/>
          <p:cNvSpPr/>
          <p:nvPr/>
        </p:nvSpPr>
        <p:spPr>
          <a:xfrm>
            <a:off x="2006270" y="1721813"/>
            <a:ext cx="678885" cy="616678"/>
          </a:xfrm>
          <a:prstGeom prst="rect">
            <a:avLst/>
          </a:prstGeom>
        </p:spPr>
        <p:txBody>
          <a:bodyPr>
            <a:prstTxWarp prst="textPlain"/>
          </a:bodyPr>
          <a:lstStyle/>
          <a:p>
            <a:pPr lvl="0" algn="ctr"/>
            <a:r>
              <a:rPr b="0" i="0">
                <a:ln>
                  <a:noFill/>
                </a:ln>
                <a:solidFill>
                  <a:srgbClr val="3186FF"/>
                </a:solidFill>
                <a:latin typeface="Material Symbols"/>
              </a:rPr>
              <a:t>energy_program_time_used</a:t>
            </a:r>
          </a:p>
        </p:txBody>
      </p:sp>
      <p:sp>
        <p:nvSpPr>
          <p:cNvPr id="1122" name="Google Shape;1122;p107"/>
          <p:cNvSpPr/>
          <p:nvPr/>
        </p:nvSpPr>
        <p:spPr>
          <a:xfrm>
            <a:off x="6530508" y="1752538"/>
            <a:ext cx="555249" cy="555233"/>
          </a:xfrm>
          <a:prstGeom prst="rect">
            <a:avLst/>
          </a:prstGeom>
        </p:spPr>
        <p:txBody>
          <a:bodyPr>
            <a:prstTxWarp prst="textPlain"/>
          </a:bodyPr>
          <a:lstStyle/>
          <a:p>
            <a:pPr lvl="0" algn="ctr"/>
            <a:r>
              <a:rPr b="0" i="0">
                <a:ln>
                  <a:noFill/>
                </a:ln>
                <a:solidFill>
                  <a:srgbClr val="3186FF"/>
                </a:solidFill>
                <a:latin typeface="Material Symbols"/>
              </a:rPr>
              <a:t>search</a:t>
            </a:r>
          </a:p>
        </p:txBody>
      </p:sp>
      <p:cxnSp>
        <p:nvCxnSpPr>
          <p:cNvPr id="1123" name="Google Shape;1123;p107"/>
          <p:cNvCxnSpPr>
            <a:stCxn id="1119" idx="3"/>
            <a:endCxn id="1120" idx="1"/>
          </p:cNvCxnSpPr>
          <p:nvPr/>
        </p:nvCxnSpPr>
        <p:spPr>
          <a:xfrm>
            <a:off x="4330975" y="2610638"/>
            <a:ext cx="492000" cy="0"/>
          </a:xfrm>
          <a:prstGeom prst="straightConnector1">
            <a:avLst/>
          </a:prstGeom>
          <a:noFill/>
          <a:ln cap="flat" cmpd="sng" w="9525">
            <a:solidFill>
              <a:srgbClr val="FFFFFF"/>
            </a:solidFill>
            <a:prstDash val="solid"/>
            <a:round/>
            <a:headEnd len="med" w="med" type="oval"/>
            <a:tailEnd len="med" w="med" type="oval"/>
          </a:ln>
        </p:spPr>
      </p:cxnSp>
      <p:sp>
        <p:nvSpPr>
          <p:cNvPr id="1124" name="Google Shape;1124;p107"/>
          <p:cNvSpPr txBox="1"/>
          <p:nvPr/>
        </p:nvSpPr>
        <p:spPr>
          <a:xfrm>
            <a:off x="1938016" y="3990500"/>
            <a:ext cx="5277900" cy="6927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600"/>
              </a:spcBef>
              <a:spcAft>
                <a:spcPts val="0"/>
              </a:spcAft>
              <a:buNone/>
            </a:pPr>
            <a:r>
              <a:rPr lang="en">
                <a:solidFill>
                  <a:srgbClr val="3186FF"/>
                </a:solidFill>
                <a:latin typeface="Google Sans Flex Medium"/>
                <a:ea typeface="Google Sans Flex Medium"/>
                <a:cs typeface="Google Sans Flex Medium"/>
                <a:sym typeface="Google Sans Flex Medium"/>
              </a:rPr>
              <a:t>Onboarding setup API: </a:t>
            </a:r>
            <a:r>
              <a:rPr lang="en" u="sng">
                <a:solidFill>
                  <a:schemeClr val="hlink"/>
                </a:solidFill>
                <a:latin typeface="Google Sans Flex Medium"/>
                <a:ea typeface="Google Sans Flex Medium"/>
                <a:cs typeface="Google Sans Flex Medium"/>
                <a:sym typeface="Google Sans Flex Medium"/>
                <a:hlinkClick r:id="rId4"/>
              </a:rPr>
              <a:t>AlphaEvolve developer guide</a:t>
            </a:r>
            <a:endParaRPr>
              <a:solidFill>
                <a:srgbClr val="3186FF"/>
              </a:solidFill>
              <a:latin typeface="Google Sans Flex Medium"/>
              <a:ea typeface="Google Sans Flex Medium"/>
              <a:cs typeface="Google Sans Flex Medium"/>
              <a:sym typeface="Google Sans Flex Medium"/>
            </a:endParaRPr>
          </a:p>
          <a:p>
            <a:pPr indent="0" lvl="0" marL="0" rtl="0" algn="ctr">
              <a:lnSpc>
                <a:spcPct val="100000"/>
              </a:lnSpc>
              <a:spcBef>
                <a:spcPts val="600"/>
              </a:spcBef>
              <a:spcAft>
                <a:spcPts val="0"/>
              </a:spcAft>
              <a:buNone/>
            </a:pPr>
            <a:r>
              <a:rPr lang="en">
                <a:solidFill>
                  <a:srgbClr val="3186FF"/>
                </a:solidFill>
                <a:latin typeface="Google Sans Flex Medium"/>
                <a:ea typeface="Google Sans Flex Medium"/>
                <a:cs typeface="Google Sans Flex Medium"/>
                <a:sym typeface="Google Sans Flex Medium"/>
              </a:rPr>
              <a:t>Codelabs and samples: </a:t>
            </a:r>
            <a:r>
              <a:rPr lang="en" u="sng">
                <a:solidFill>
                  <a:srgbClr val="3186FF"/>
                </a:solidFill>
                <a:latin typeface="Google Sans Flex Medium"/>
                <a:ea typeface="Google Sans Flex Medium"/>
                <a:cs typeface="Google Sans Flex Medium"/>
                <a:sym typeface="Google Sans Flex Medium"/>
                <a:hlinkClick r:id="rId5">
                  <a:extLst>
                    <a:ext uri="{A12FA001-AC4F-418D-AE19-62706E023703}">
                      <ahyp:hlinkClr val="tx"/>
                    </a:ext>
                  </a:extLst>
                </a:hlinkClick>
              </a:rPr>
              <a:t>AlphaEvolve GitHub repository</a:t>
            </a:r>
            <a:endParaRPr>
              <a:solidFill>
                <a:srgbClr val="3186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28" name="Shape 1128"/>
        <p:cNvGrpSpPr/>
        <p:nvPr/>
      </p:nvGrpSpPr>
      <p:grpSpPr>
        <a:xfrm>
          <a:off x="0" y="0"/>
          <a:ext cx="0" cy="0"/>
          <a:chOff x="0" y="0"/>
          <a:chExt cx="0" cy="0"/>
        </a:xfrm>
      </p:grpSpPr>
      <p:pic>
        <p:nvPicPr>
          <p:cNvPr id="1129" name="Google Shape;1129;p108"/>
          <p:cNvPicPr preferRelativeResize="0"/>
          <p:nvPr/>
        </p:nvPicPr>
        <p:blipFill rotWithShape="1">
          <a:blip r:embed="rId3">
            <a:alphaModFix/>
          </a:blip>
          <a:srcRect b="6755" l="6747" r="6755" t="6747"/>
          <a:stretch/>
        </p:blipFill>
        <p:spPr>
          <a:xfrm>
            <a:off x="6675" y="0"/>
            <a:ext cx="9144000" cy="5143516"/>
          </a:xfrm>
          <a:prstGeom prst="rect">
            <a:avLst/>
          </a:prstGeom>
          <a:noFill/>
          <a:ln>
            <a:noFill/>
          </a:ln>
        </p:spPr>
      </p:pic>
      <p:sp>
        <p:nvSpPr>
          <p:cNvPr id="1130" name="Google Shape;1130;p108"/>
          <p:cNvSpPr/>
          <p:nvPr/>
        </p:nvSpPr>
        <p:spPr>
          <a:xfrm>
            <a:off x="3266838" y="2214738"/>
            <a:ext cx="2610324" cy="714024"/>
          </a:xfrm>
          <a:prstGeom prst="rect">
            <a:avLst/>
          </a:prstGeom>
        </p:spPr>
        <p:txBody>
          <a:bodyPr>
            <a:prstTxWarp prst="textPlain"/>
          </a:bodyPr>
          <a:lstStyle/>
          <a:p>
            <a:pPr lvl="0" algn="ctr"/>
            <a:r>
              <a:rPr b="0" i="0">
                <a:ln>
                  <a:noFill/>
                </a:ln>
                <a:solidFill>
                  <a:srgbClr val="FFFFFF"/>
                </a:solidFill>
                <a:latin typeface="Google Sans Flex;500"/>
              </a:rPr>
              <a:t>Demo</a:t>
            </a:r>
          </a:p>
        </p:txBody>
      </p:sp>
      <p:pic>
        <p:nvPicPr>
          <p:cNvPr id="1131" name="Google Shape;1131;p108" title="GC_Logo_Reverse_rgb.png"/>
          <p:cNvPicPr preferRelativeResize="0"/>
          <p:nvPr/>
        </p:nvPicPr>
        <p:blipFill>
          <a:blip r:embed="rId4">
            <a:alphaModFix/>
          </a:blip>
          <a:stretch>
            <a:fillRect/>
          </a:stretch>
        </p:blipFill>
        <p:spPr>
          <a:xfrm>
            <a:off x="4048225" y="462363"/>
            <a:ext cx="1047552" cy="18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pic>
        <p:nvPicPr>
          <p:cNvPr id="1136" name="Google Shape;1136;p109" title="11_06_03_abstract_pro_dark_bleed_4x5_gemini-3_00303.png"/>
          <p:cNvPicPr preferRelativeResize="0"/>
          <p:nvPr/>
        </p:nvPicPr>
        <p:blipFill rotWithShape="1">
          <a:blip r:embed="rId3">
            <a:alphaModFix/>
          </a:blip>
          <a:srcRect b="0" l="0" r="48546" t="74477"/>
          <a:stretch/>
        </p:blipFill>
        <p:spPr>
          <a:xfrm>
            <a:off x="6135700" y="0"/>
            <a:ext cx="3008300" cy="1631250"/>
          </a:xfrm>
          <a:prstGeom prst="rect">
            <a:avLst/>
          </a:prstGeom>
          <a:noFill/>
          <a:ln>
            <a:noFill/>
          </a:ln>
        </p:spPr>
      </p:pic>
      <p:pic>
        <p:nvPicPr>
          <p:cNvPr id="1137" name="Google Shape;1137;p109" title="11_06_03_abstract_pro_dark_bleed_4x5_gemini-3_00303.png"/>
          <p:cNvPicPr preferRelativeResize="0"/>
          <p:nvPr/>
        </p:nvPicPr>
        <p:blipFill rotWithShape="1">
          <a:blip r:embed="rId3">
            <a:alphaModFix/>
          </a:blip>
          <a:srcRect b="73526" l="26101" r="0" t="0"/>
          <a:stretch/>
        </p:blipFill>
        <p:spPr>
          <a:xfrm>
            <a:off x="0" y="3451475"/>
            <a:ext cx="4320551" cy="1692027"/>
          </a:xfrm>
          <a:prstGeom prst="rect">
            <a:avLst/>
          </a:prstGeom>
          <a:noFill/>
          <a:ln>
            <a:noFill/>
          </a:ln>
        </p:spPr>
      </p:pic>
      <p:sp>
        <p:nvSpPr>
          <p:cNvPr id="1138" name="Google Shape;1138;p109"/>
          <p:cNvSpPr txBox="1"/>
          <p:nvPr>
            <p:ph idx="1" type="body"/>
          </p:nvPr>
        </p:nvSpPr>
        <p:spPr>
          <a:xfrm>
            <a:off x="166200" y="5378800"/>
            <a:ext cx="8520600" cy="353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Google Sans Flex"/>
                <a:ea typeface="Google Sans Flex"/>
                <a:cs typeface="Google Sans Flex"/>
                <a:sym typeface="Google Sans Flex"/>
              </a:rPr>
              <a:t>T</a:t>
            </a:r>
            <a:r>
              <a:rPr b="1" lang="en" sz="1700">
                <a:solidFill>
                  <a:schemeClr val="lt1"/>
                </a:solidFill>
                <a:latin typeface="Google Sans Flex"/>
                <a:ea typeface="Google Sans Flex"/>
                <a:cs typeface="Google Sans Flex"/>
                <a:sym typeface="Google Sans Flex"/>
              </a:rPr>
              <a:t>he ultimate logistics puzzle: how does a fleet find the absolute shortest possible route to visit dozens of different destinations?</a:t>
            </a:r>
            <a:endParaRPr b="1" sz="1700">
              <a:solidFill>
                <a:schemeClr val="lt1"/>
              </a:solidFill>
              <a:latin typeface="Google Sans Flex"/>
              <a:ea typeface="Google Sans Flex"/>
              <a:cs typeface="Google Sans Flex"/>
              <a:sym typeface="Google Sans Flex"/>
            </a:endParaRPr>
          </a:p>
          <a:p>
            <a:pPr indent="0" lvl="0" marL="0" rtl="0" algn="l">
              <a:spcBef>
                <a:spcPts val="2200"/>
              </a:spcBef>
              <a:spcAft>
                <a:spcPts val="0"/>
              </a:spcAft>
              <a:buNone/>
            </a:pPr>
            <a:r>
              <a:rPr lang="en" sz="1400">
                <a:solidFill>
                  <a:schemeClr val="lt1"/>
                </a:solidFill>
                <a:latin typeface="Google Sans Flex"/>
                <a:ea typeface="Google Sans Flex"/>
                <a:cs typeface="Google Sans Flex"/>
                <a:sym typeface="Google Sans Flex"/>
              </a:rPr>
              <a:t>The Challenge - Exponential Scale: As logistics routes expand, the mathematical possibilities explode. Traditional brute-force routing stalls, and writing custom optimization algorithms manually takes weeks.</a:t>
            </a:r>
            <a:endParaRPr sz="1400">
              <a:solidFill>
                <a:schemeClr val="lt1"/>
              </a:solidFill>
              <a:latin typeface="Google Sans Flex"/>
              <a:ea typeface="Google Sans Flex"/>
              <a:cs typeface="Google Sans Flex"/>
              <a:sym typeface="Google Sans Flex"/>
            </a:endParaRPr>
          </a:p>
          <a:p>
            <a:pPr indent="0" lvl="0" marL="0" rtl="0" algn="l">
              <a:spcBef>
                <a:spcPts val="2200"/>
              </a:spcBef>
              <a:spcAft>
                <a:spcPts val="0"/>
              </a:spcAft>
              <a:buNone/>
            </a:pPr>
            <a:r>
              <a:rPr lang="en" sz="1400">
                <a:solidFill>
                  <a:schemeClr val="lt1"/>
                </a:solidFill>
                <a:latin typeface="Google Sans Flex"/>
                <a:ea typeface="Google Sans Flex"/>
                <a:cs typeface="Google Sans Flex"/>
                <a:sym typeface="Google Sans Flex"/>
              </a:rPr>
              <a:t>The AlphaEvolve Solution: An agentic AI partner that autonomously initializes, writes, and evolves code.</a:t>
            </a:r>
            <a:endParaRPr sz="1400">
              <a:solidFill>
                <a:schemeClr val="lt1"/>
              </a:solidFill>
              <a:latin typeface="Google Sans Flex"/>
              <a:ea typeface="Google Sans Flex"/>
              <a:cs typeface="Google Sans Flex"/>
              <a:sym typeface="Google Sans Flex"/>
            </a:endParaRPr>
          </a:p>
          <a:p>
            <a:pPr indent="0" lvl="0" marL="0" rtl="0" algn="l">
              <a:spcBef>
                <a:spcPts val="2200"/>
              </a:spcBef>
              <a:spcAft>
                <a:spcPts val="0"/>
              </a:spcAft>
              <a:buNone/>
            </a:pPr>
            <a:r>
              <a:rPr lang="en" sz="1400">
                <a:solidFill>
                  <a:schemeClr val="lt1"/>
                </a:solidFill>
                <a:latin typeface="Google Sans Flex"/>
                <a:ea typeface="Google Sans Flex"/>
                <a:cs typeface="Google Sans Flex"/>
                <a:sym typeface="Google Sans Flex"/>
              </a:rPr>
              <a:t>The FM Logistics Impact: Achieved massive operational efficiency over just 7 autonomous code-generation iterations, drastically reducing route distance and compute latency.</a:t>
            </a:r>
            <a:endParaRPr sz="1400">
              <a:solidFill>
                <a:schemeClr val="lt1"/>
              </a:solidFill>
              <a:latin typeface="Google Sans Flex"/>
              <a:ea typeface="Google Sans Flex"/>
              <a:cs typeface="Google Sans Flex"/>
              <a:sym typeface="Google Sans Flex"/>
            </a:endParaRPr>
          </a:p>
          <a:p>
            <a:pPr indent="-317500" lvl="0" marL="457200" rtl="0" algn="l">
              <a:spcBef>
                <a:spcPts val="2200"/>
              </a:spcBef>
              <a:spcAft>
                <a:spcPts val="0"/>
              </a:spcAft>
              <a:buClr>
                <a:schemeClr val="lt1"/>
              </a:buClr>
              <a:buSzPts val="1400"/>
              <a:buFont typeface="Google Sans Flex"/>
              <a:buChar char="•"/>
            </a:pPr>
            <a:r>
              <a:rPr lang="en" sz="1400">
                <a:solidFill>
                  <a:schemeClr val="lt1"/>
                </a:solidFill>
                <a:latin typeface="Google Sans Flex"/>
                <a:ea typeface="Google Sans Flex"/>
                <a:cs typeface="Google Sans Flex"/>
                <a:sym typeface="Google Sans Flex"/>
              </a:rPr>
              <a:t>10.4% improvement in routing efficiency over the previous best solution.</a:t>
            </a:r>
            <a:endParaRPr sz="1400">
              <a:solidFill>
                <a:schemeClr val="lt1"/>
              </a:solidFill>
              <a:latin typeface="Google Sans Flex"/>
              <a:ea typeface="Google Sans Flex"/>
              <a:cs typeface="Google Sans Flex"/>
              <a:sym typeface="Google Sans Flex"/>
            </a:endParaRPr>
          </a:p>
          <a:p>
            <a:pPr indent="-317500" lvl="0" marL="457200" rtl="0" algn="l">
              <a:spcBef>
                <a:spcPts val="0"/>
              </a:spcBef>
              <a:spcAft>
                <a:spcPts val="0"/>
              </a:spcAft>
              <a:buClr>
                <a:schemeClr val="lt1"/>
              </a:buClr>
              <a:buSzPts val="1400"/>
              <a:buFont typeface="Google Sans Flex"/>
              <a:buChar char="•"/>
            </a:pPr>
            <a:r>
              <a:rPr lang="en" sz="1400">
                <a:solidFill>
                  <a:schemeClr val="lt1"/>
                </a:solidFill>
                <a:latin typeface="Google Sans Flex"/>
                <a:ea typeface="Google Sans Flex"/>
                <a:cs typeface="Google Sans Flex"/>
                <a:sym typeface="Google Sans Flex"/>
              </a:rPr>
              <a:t>15,000+ fewer kilometers of warehouse travel per year at full operational scale.</a:t>
            </a:r>
            <a:endParaRPr sz="1400">
              <a:solidFill>
                <a:schemeClr val="lt1"/>
              </a:solidFill>
              <a:latin typeface="Google Sans Flex"/>
              <a:ea typeface="Google Sans Flex"/>
              <a:cs typeface="Google Sans Flex"/>
              <a:sym typeface="Google Sans Flex"/>
            </a:endParaRPr>
          </a:p>
          <a:p>
            <a:pPr indent="0" lvl="0" marL="0" rtl="0" algn="l">
              <a:spcBef>
                <a:spcPts val="2200"/>
              </a:spcBef>
              <a:spcAft>
                <a:spcPts val="0"/>
              </a:spcAft>
              <a:buNone/>
            </a:pPr>
            <a:r>
              <a:t/>
            </a:r>
            <a:endParaRPr>
              <a:solidFill>
                <a:schemeClr val="lt2"/>
              </a:solidFill>
            </a:endParaRPr>
          </a:p>
        </p:txBody>
      </p:sp>
      <p:pic>
        <p:nvPicPr>
          <p:cNvPr id="1139" name="Google Shape;1139;p109"/>
          <p:cNvPicPr preferRelativeResize="0"/>
          <p:nvPr/>
        </p:nvPicPr>
        <p:blipFill rotWithShape="1">
          <a:blip r:embed="rId4">
            <a:alphaModFix/>
          </a:blip>
          <a:srcRect b="16906" l="6744" r="1251" t="19200"/>
          <a:stretch/>
        </p:blipFill>
        <p:spPr>
          <a:xfrm>
            <a:off x="4478250" y="1760475"/>
            <a:ext cx="4208400" cy="2922900"/>
          </a:xfrm>
          <a:prstGeom prst="roundRect">
            <a:avLst>
              <a:gd fmla="val 5273" name="adj"/>
            </a:avLst>
          </a:prstGeom>
          <a:noFill/>
          <a:ln>
            <a:noFill/>
          </a:ln>
        </p:spPr>
      </p:pic>
      <p:sp>
        <p:nvSpPr>
          <p:cNvPr id="1140" name="Google Shape;1140;p109"/>
          <p:cNvSpPr/>
          <p:nvPr/>
        </p:nvSpPr>
        <p:spPr>
          <a:xfrm>
            <a:off x="453825" y="1760475"/>
            <a:ext cx="3829800" cy="855600"/>
          </a:xfrm>
          <a:prstGeom prst="roundRect">
            <a:avLst>
              <a:gd fmla="val 13162" name="adj"/>
            </a:avLst>
          </a:prstGeom>
          <a:solidFill>
            <a:srgbClr val="23232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What makes this hard to solve?</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00000"/>
              </a:lnSpc>
              <a:spcBef>
                <a:spcPts val="600"/>
              </a:spcBef>
              <a:spcAft>
                <a:spcPts val="0"/>
              </a:spcAft>
              <a:buNone/>
            </a:pPr>
            <a:r>
              <a:rPr lang="en" sz="1200">
                <a:solidFill>
                  <a:srgbClr val="FFFFFF"/>
                </a:solidFill>
                <a:latin typeface="Google Sans Flex Medium"/>
                <a:ea typeface="Google Sans Flex Medium"/>
                <a:cs typeface="Google Sans Flex Medium"/>
                <a:sym typeface="Google Sans Flex Medium"/>
              </a:rPr>
              <a:t>Exponential scale: </a:t>
            </a:r>
            <a:r>
              <a:rPr lang="en" sz="1200">
                <a:solidFill>
                  <a:srgbClr val="FFFFFF"/>
                </a:solidFill>
                <a:latin typeface="Google Sans Flex"/>
                <a:ea typeface="Google Sans Flex"/>
                <a:cs typeface="Google Sans Flex"/>
                <a:sym typeface="Google Sans Flex"/>
              </a:rPr>
              <a:t>As logistics routes expand, the mathematical possibilities explode</a:t>
            </a:r>
            <a:endParaRPr sz="1200">
              <a:solidFill>
                <a:srgbClr val="FFFFFF"/>
              </a:solidFill>
              <a:latin typeface="Google Sans Flex"/>
              <a:ea typeface="Google Sans Flex"/>
              <a:cs typeface="Google Sans Flex"/>
              <a:sym typeface="Google Sans Flex"/>
            </a:endParaRPr>
          </a:p>
        </p:txBody>
      </p:sp>
      <p:sp>
        <p:nvSpPr>
          <p:cNvPr id="1141" name="Google Shape;1141;p109"/>
          <p:cNvSpPr/>
          <p:nvPr/>
        </p:nvSpPr>
        <p:spPr>
          <a:xfrm>
            <a:off x="453825" y="2794100"/>
            <a:ext cx="3829800" cy="855600"/>
          </a:xfrm>
          <a:prstGeom prst="roundRect">
            <a:avLst>
              <a:gd fmla="val 13162" name="adj"/>
            </a:avLst>
          </a:prstGeom>
          <a:solidFill>
            <a:srgbClr val="23232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How does AlphaEvolve help?</a:t>
            </a:r>
            <a:endParaRPr sz="1200">
              <a:solidFill>
                <a:srgbClr val="FFFFFF"/>
              </a:solidFill>
              <a:latin typeface="Google Sans Flex Medium"/>
              <a:ea typeface="Google Sans Flex Medium"/>
              <a:cs typeface="Google Sans Flex Medium"/>
              <a:sym typeface="Google Sans Flex Medium"/>
            </a:endParaRPr>
          </a:p>
          <a:p>
            <a:pPr indent="0" lvl="0" marL="0" rtl="0" algn="l">
              <a:lnSpc>
                <a:spcPct val="100000"/>
              </a:lnSpc>
              <a:spcBef>
                <a:spcPts val="600"/>
              </a:spcBef>
              <a:spcAft>
                <a:spcPts val="0"/>
              </a:spcAft>
              <a:buNone/>
            </a:pPr>
            <a:r>
              <a:rPr lang="en" sz="1200">
                <a:solidFill>
                  <a:srgbClr val="FFFFFF"/>
                </a:solidFill>
                <a:latin typeface="Google Sans Flex Medium"/>
                <a:ea typeface="Google Sans Flex Medium"/>
                <a:cs typeface="Google Sans Flex Medium"/>
                <a:sym typeface="Google Sans Flex Medium"/>
              </a:rPr>
              <a:t>An agentic AI partner</a:t>
            </a:r>
            <a:r>
              <a:rPr lang="en" sz="1200">
                <a:solidFill>
                  <a:srgbClr val="FFFFFF"/>
                </a:solidFill>
                <a:latin typeface="Google Sans Flex"/>
                <a:ea typeface="Google Sans Flex"/>
                <a:cs typeface="Google Sans Flex"/>
                <a:sym typeface="Google Sans Flex"/>
              </a:rPr>
              <a:t> that autonomously initializes, writes, and evolves code.</a:t>
            </a:r>
            <a:endParaRPr sz="1200">
              <a:solidFill>
                <a:srgbClr val="FFFFFF"/>
              </a:solidFill>
              <a:latin typeface="Google Sans Flex"/>
              <a:ea typeface="Google Sans Flex"/>
              <a:cs typeface="Google Sans Flex"/>
              <a:sym typeface="Google Sans Flex"/>
            </a:endParaRPr>
          </a:p>
        </p:txBody>
      </p:sp>
      <p:sp>
        <p:nvSpPr>
          <p:cNvPr id="1142" name="Google Shape;1142;p109"/>
          <p:cNvSpPr/>
          <p:nvPr/>
        </p:nvSpPr>
        <p:spPr>
          <a:xfrm>
            <a:off x="453825" y="3827725"/>
            <a:ext cx="3829800" cy="855600"/>
          </a:xfrm>
          <a:prstGeom prst="roundRect">
            <a:avLst>
              <a:gd fmla="val 13162" name="adj"/>
            </a:avLst>
          </a:prstGeom>
          <a:solidFill>
            <a:srgbClr val="23232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What is the real world Impact?</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00000"/>
              </a:lnSpc>
              <a:spcBef>
                <a:spcPts val="600"/>
              </a:spcBef>
              <a:spcAft>
                <a:spcPts val="600"/>
              </a:spcAft>
              <a:buNone/>
            </a:pPr>
            <a:r>
              <a:rPr lang="en" sz="1200">
                <a:solidFill>
                  <a:srgbClr val="FFFFFF"/>
                </a:solidFill>
                <a:latin typeface="Google Sans Flex Medium"/>
                <a:ea typeface="Google Sans Flex Medium"/>
                <a:cs typeface="Google Sans Flex Medium"/>
                <a:sym typeface="Google Sans Flex Medium"/>
              </a:rPr>
              <a:t>10.4% </a:t>
            </a:r>
            <a:r>
              <a:rPr lang="en" sz="1200">
                <a:solidFill>
                  <a:srgbClr val="FFFFFF"/>
                </a:solidFill>
                <a:latin typeface="Google Sans Flex"/>
                <a:ea typeface="Google Sans Flex"/>
                <a:cs typeface="Google Sans Flex"/>
                <a:sym typeface="Google Sans Flex"/>
              </a:rPr>
              <a:t>improvement in warehouse routing by saving over 15,000 km in staff travel for FM Logistic</a:t>
            </a:r>
            <a:endParaRPr sz="1200">
              <a:solidFill>
                <a:srgbClr val="FFFFFF"/>
              </a:solidFill>
              <a:latin typeface="Google Sans Flex"/>
              <a:ea typeface="Google Sans Flex"/>
              <a:cs typeface="Google Sans Flex"/>
              <a:sym typeface="Google Sans Flex"/>
            </a:endParaRPr>
          </a:p>
        </p:txBody>
      </p:sp>
      <p:sp>
        <p:nvSpPr>
          <p:cNvPr id="1143" name="Google Shape;1143;p109"/>
          <p:cNvSpPr/>
          <p:nvPr/>
        </p:nvSpPr>
        <p:spPr>
          <a:xfrm>
            <a:off x="0" y="-454445"/>
            <a:ext cx="3361200" cy="43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Design</a:t>
            </a:r>
            <a:r>
              <a:rPr lang="en">
                <a:latin typeface="Roboto"/>
                <a:ea typeface="Roboto"/>
                <a:cs typeface="Roboto"/>
                <a:sym typeface="Roboto"/>
              </a:rPr>
              <a:t> note: if </a:t>
            </a:r>
            <a:r>
              <a:rPr lang="en">
                <a:latin typeface="Roboto"/>
                <a:ea typeface="Roboto"/>
                <a:cs typeface="Roboto"/>
                <a:sym typeface="Roboto"/>
              </a:rPr>
              <a:t>possible</a:t>
            </a:r>
            <a:r>
              <a:rPr lang="en">
                <a:latin typeface="Roboto"/>
                <a:ea typeface="Roboto"/>
                <a:cs typeface="Roboto"/>
                <a:sym typeface="Roboto"/>
              </a:rPr>
              <a:t> include photo</a:t>
            </a:r>
            <a:endParaRPr>
              <a:latin typeface="Roboto"/>
              <a:ea typeface="Roboto"/>
              <a:cs typeface="Roboto"/>
              <a:sym typeface="Roboto"/>
            </a:endParaRPr>
          </a:p>
        </p:txBody>
      </p:sp>
      <p:sp>
        <p:nvSpPr>
          <p:cNvPr id="1144" name="Google Shape;1144;p109"/>
          <p:cNvSpPr txBox="1"/>
          <p:nvPr/>
        </p:nvSpPr>
        <p:spPr>
          <a:xfrm>
            <a:off x="453825" y="456500"/>
            <a:ext cx="8233200" cy="774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2400">
                <a:solidFill>
                  <a:srgbClr val="3186FF"/>
                </a:solidFill>
                <a:latin typeface="Google Sans Flex Medium"/>
                <a:ea typeface="Google Sans Flex Medium"/>
                <a:cs typeface="Google Sans Flex Medium"/>
                <a:sym typeface="Google Sans Flex Medium"/>
              </a:rPr>
              <a:t>The traveling salesman problem: </a:t>
            </a:r>
            <a:endParaRPr sz="2400">
              <a:solidFill>
                <a:srgbClr val="3186FF"/>
              </a:solidFill>
              <a:latin typeface="Google Sans Flex Medium"/>
              <a:ea typeface="Google Sans Flex Medium"/>
              <a:cs typeface="Google Sans Flex Medium"/>
              <a:sym typeface="Google Sans Flex Medium"/>
            </a:endParaRPr>
          </a:p>
          <a:p>
            <a:pPr indent="0" lvl="0" marL="0" rtl="0" algn="l">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How does a logistic giant find the most efficient</a:t>
            </a:r>
            <a:br>
              <a:rPr lang="en" sz="2400">
                <a:solidFill>
                  <a:srgbClr val="FFFFFF"/>
                </a:solidFill>
                <a:latin typeface="Google Sans Flex Medium"/>
                <a:ea typeface="Google Sans Flex Medium"/>
                <a:cs typeface="Google Sans Flex Medium"/>
                <a:sym typeface="Google Sans Flex Medium"/>
              </a:rPr>
            </a:br>
            <a:r>
              <a:rPr lang="en" sz="2400">
                <a:solidFill>
                  <a:srgbClr val="FFFFFF"/>
                </a:solidFill>
                <a:latin typeface="Google Sans Flex Medium"/>
                <a:ea typeface="Google Sans Flex Medium"/>
                <a:cs typeface="Google Sans Flex Medium"/>
                <a:sym typeface="Google Sans Flex Medium"/>
              </a:rPr>
              <a:t>route to visit dozens of different destinations?</a:t>
            </a:r>
            <a:endParaRPr sz="2400">
              <a:solidFill>
                <a:srgbClr val="FFFFFF"/>
              </a:solidFill>
              <a:latin typeface="Google Sans Flex Medium"/>
              <a:ea typeface="Google Sans Flex Medium"/>
              <a:cs typeface="Google Sans Flex Medium"/>
              <a:sym typeface="Google Sans Flex Medium"/>
            </a:endParaRPr>
          </a:p>
        </p:txBody>
      </p:sp>
      <p:pic>
        <p:nvPicPr>
          <p:cNvPr id="1145" name="Google Shape;1145;p109" title="GC_Logo_Reverse_rgb.png"/>
          <p:cNvPicPr preferRelativeResize="0"/>
          <p:nvPr/>
        </p:nvPicPr>
        <p:blipFill>
          <a:blip r:embed="rId5">
            <a:alphaModFix/>
          </a:blip>
          <a:stretch>
            <a:fillRect/>
          </a:stretch>
        </p:blipFill>
        <p:spPr>
          <a:xfrm>
            <a:off x="8008717" y="4866771"/>
            <a:ext cx="663076" cy="114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pic>
        <p:nvPicPr>
          <p:cNvPr id="1150" name="Google Shape;1150;p110" title="11_06_03_abstract_pro_dark_bleed_4x5_gemini-3_00303.png"/>
          <p:cNvPicPr preferRelativeResize="0"/>
          <p:nvPr/>
        </p:nvPicPr>
        <p:blipFill rotWithShape="1">
          <a:blip r:embed="rId3">
            <a:alphaModFix/>
          </a:blip>
          <a:srcRect b="73526" l="26101" r="0" t="0"/>
          <a:stretch/>
        </p:blipFill>
        <p:spPr>
          <a:xfrm>
            <a:off x="0" y="3451475"/>
            <a:ext cx="4320551" cy="1692027"/>
          </a:xfrm>
          <a:prstGeom prst="rect">
            <a:avLst/>
          </a:prstGeom>
          <a:noFill/>
          <a:ln>
            <a:noFill/>
          </a:ln>
        </p:spPr>
      </p:pic>
      <p:pic>
        <p:nvPicPr>
          <p:cNvPr id="1151" name="Google Shape;1151;p110" title="11_06_03_abstract_pro_dark_bleed_4x5_gemini-3_00303.png"/>
          <p:cNvPicPr preferRelativeResize="0"/>
          <p:nvPr/>
        </p:nvPicPr>
        <p:blipFill rotWithShape="1">
          <a:blip r:embed="rId3">
            <a:alphaModFix/>
          </a:blip>
          <a:srcRect b="0" l="0" r="48546" t="74477"/>
          <a:stretch/>
        </p:blipFill>
        <p:spPr>
          <a:xfrm>
            <a:off x="6135700" y="0"/>
            <a:ext cx="3008300" cy="1631250"/>
          </a:xfrm>
          <a:prstGeom prst="rect">
            <a:avLst/>
          </a:prstGeom>
          <a:noFill/>
          <a:ln>
            <a:noFill/>
          </a:ln>
        </p:spPr>
      </p:pic>
      <p:pic>
        <p:nvPicPr>
          <p:cNvPr id="1152" name="Google Shape;1152;p110" title="Screen Recording 2026-04-19 at 12.38.18 v2 (1).mov">
            <a:hlinkClick r:id="rId4"/>
          </p:cNvPr>
          <p:cNvPicPr preferRelativeResize="0"/>
          <p:nvPr/>
        </p:nvPicPr>
        <p:blipFill>
          <a:blip r:embed="rId5">
            <a:alphaModFix/>
          </a:blip>
          <a:stretch>
            <a:fillRect/>
          </a:stretch>
        </p:blipFill>
        <p:spPr>
          <a:xfrm>
            <a:off x="1654126" y="1055849"/>
            <a:ext cx="5835747" cy="3425676"/>
          </a:xfrm>
          <a:prstGeom prst="rect">
            <a:avLst/>
          </a:prstGeom>
          <a:noFill/>
          <a:ln>
            <a:noFill/>
          </a:ln>
        </p:spPr>
      </p:pic>
      <p:pic>
        <p:nvPicPr>
          <p:cNvPr id="1153" name="Google Shape;1153;p110" title="GC_Logo_Reverse_rgb.png"/>
          <p:cNvPicPr preferRelativeResize="0"/>
          <p:nvPr/>
        </p:nvPicPr>
        <p:blipFill>
          <a:blip r:embed="rId6">
            <a:alphaModFix/>
          </a:blip>
          <a:stretch>
            <a:fillRect/>
          </a:stretch>
        </p:blipFill>
        <p:spPr>
          <a:xfrm>
            <a:off x="8008717" y="4866771"/>
            <a:ext cx="663076" cy="114300"/>
          </a:xfrm>
          <a:prstGeom prst="rect">
            <a:avLst/>
          </a:prstGeom>
          <a:noFill/>
          <a:ln>
            <a:noFill/>
          </a:ln>
        </p:spPr>
      </p:pic>
      <p:sp>
        <p:nvSpPr>
          <p:cNvPr id="1154" name="Google Shape;1154;p110"/>
          <p:cNvSpPr txBox="1"/>
          <p:nvPr/>
        </p:nvSpPr>
        <p:spPr>
          <a:xfrm>
            <a:off x="453825" y="456500"/>
            <a:ext cx="8233200" cy="77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2400">
                <a:solidFill>
                  <a:srgbClr val="FFFFFF"/>
                </a:solidFill>
                <a:latin typeface="Google Sans Flex Medium"/>
                <a:ea typeface="Google Sans Flex Medium"/>
                <a:cs typeface="Google Sans Flex Medium"/>
                <a:sym typeface="Google Sans Flex Medium"/>
              </a:rPr>
              <a:t>Watch AlphaEvolve in action</a:t>
            </a:r>
            <a:endParaRPr sz="2400">
              <a:solidFill>
                <a:srgbClr val="FFFFFF"/>
              </a:solidFill>
              <a:latin typeface="Google Sans Flex Medium"/>
              <a:ea typeface="Google Sans Flex Medium"/>
              <a:cs typeface="Google Sans Flex Medium"/>
              <a:sym typeface="Google Sans Flex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pic>
        <p:nvPicPr>
          <p:cNvPr id="1159" name="Google Shape;1159;p111"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160" name="Google Shape;1160;p111"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161" name="Google Shape;1161;p111"/>
          <p:cNvSpPr/>
          <p:nvPr/>
        </p:nvSpPr>
        <p:spPr>
          <a:xfrm>
            <a:off x="4573738" y="998250"/>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162" name="Google Shape;1162;p111"/>
          <p:cNvSpPr txBox="1"/>
          <p:nvPr/>
        </p:nvSpPr>
        <p:spPr>
          <a:xfrm>
            <a:off x="455450" y="1602075"/>
            <a:ext cx="3775500" cy="22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“The 10.4% improvement was achieved on top of an already highly optimized baseline, where further gains are typically hard to come by.</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This translates directly to faster fulfillment, improved working conditions for our teams, and reduced wear on our fleet.”</a:t>
            </a:r>
            <a:endParaRPr>
              <a:solidFill>
                <a:srgbClr val="FFFFFF"/>
              </a:solidFill>
              <a:latin typeface="Google Sans Flex"/>
              <a:ea typeface="Google Sans Flex"/>
              <a:cs typeface="Google Sans Flex"/>
              <a:sym typeface="Google Sans Flex"/>
            </a:endParaRPr>
          </a:p>
          <a:p>
            <a:pPr indent="0" lvl="0" marL="0" rtl="0" algn="l">
              <a:spcBef>
                <a:spcPts val="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Rodolphe Bey</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rPr lang="en" sz="1000">
                <a:solidFill>
                  <a:srgbClr val="3186FF"/>
                </a:solidFill>
                <a:latin typeface="Google Sans Flex"/>
                <a:ea typeface="Google Sans Flex"/>
                <a:cs typeface="Google Sans Flex"/>
                <a:sym typeface="Google Sans Flex"/>
              </a:rPr>
              <a:t>Group CIO, FM Logistic</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163" name="Google Shape;1163;p111"/>
          <p:cNvSpPr/>
          <p:nvPr/>
        </p:nvSpPr>
        <p:spPr>
          <a:xfrm>
            <a:off x="5426100" y="1808700"/>
            <a:ext cx="2656500" cy="1631400"/>
          </a:xfrm>
          <a:prstGeom prst="roundRect">
            <a:avLst>
              <a:gd fmla="val 9010" name="adj"/>
            </a:avLst>
          </a:prstGeom>
          <a:solidFill>
            <a:srgbClr val="FFFFFF"/>
          </a:solidFill>
          <a:ln>
            <a:noFill/>
          </a:ln>
        </p:spPr>
        <p:txBody>
          <a:bodyPr anchorCtr="0" anchor="ctr" bIns="150725" lIns="150725" spcFirstLastPara="1" rIns="150725" wrap="square" tIns="150725">
            <a:noAutofit/>
          </a:bodyPr>
          <a:lstStyle/>
          <a:p>
            <a:pPr indent="0" lvl="0" marL="0" rtl="0" algn="ctr">
              <a:spcBef>
                <a:spcPts val="0"/>
              </a:spcBef>
              <a:spcAft>
                <a:spcPts val="0"/>
              </a:spcAft>
              <a:buNone/>
            </a:pPr>
            <a:r>
              <a:t/>
            </a:r>
            <a:endParaRPr sz="2308">
              <a:latin typeface="Roboto"/>
              <a:ea typeface="Roboto"/>
              <a:cs typeface="Roboto"/>
              <a:sym typeface="Roboto"/>
            </a:endParaRPr>
          </a:p>
        </p:txBody>
      </p:sp>
      <p:pic>
        <p:nvPicPr>
          <p:cNvPr id="1164" name="Google Shape;1164;p111"/>
          <p:cNvPicPr preferRelativeResize="0"/>
          <p:nvPr/>
        </p:nvPicPr>
        <p:blipFill rotWithShape="1">
          <a:blip r:embed="rId4">
            <a:alphaModFix/>
          </a:blip>
          <a:srcRect b="199" l="0" r="0" t="209"/>
          <a:stretch/>
        </p:blipFill>
        <p:spPr>
          <a:xfrm>
            <a:off x="5749351" y="2328599"/>
            <a:ext cx="2010000" cy="591600"/>
          </a:xfrm>
          <a:prstGeom prst="rect">
            <a:avLst/>
          </a:prstGeom>
          <a:noFill/>
          <a:ln>
            <a:noFill/>
          </a:ln>
        </p:spPr>
      </p:pic>
      <p:sp>
        <p:nvSpPr>
          <p:cNvPr id="1165" name="Google Shape;1165;p111"/>
          <p:cNvSpPr/>
          <p:nvPr/>
        </p:nvSpPr>
        <p:spPr>
          <a:xfrm>
            <a:off x="453825" y="275900"/>
            <a:ext cx="6138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Logistics</a:t>
            </a:r>
            <a:endParaRPr sz="600">
              <a:solidFill>
                <a:srgbClr val="FFFFFF"/>
              </a:solidFill>
              <a:latin typeface="Google Sans Flex"/>
              <a:ea typeface="Google Sans Flex"/>
              <a:cs typeface="Google Sans Flex"/>
              <a:sym typeface="Google Sans Flex"/>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69" name="Shape 1169"/>
        <p:cNvGrpSpPr/>
        <p:nvPr/>
      </p:nvGrpSpPr>
      <p:grpSpPr>
        <a:xfrm>
          <a:off x="0" y="0"/>
          <a:ext cx="0" cy="0"/>
          <a:chOff x="0" y="0"/>
          <a:chExt cx="0" cy="0"/>
        </a:xfrm>
      </p:grpSpPr>
      <p:pic>
        <p:nvPicPr>
          <p:cNvPr id="1170" name="Google Shape;1170;p112"/>
          <p:cNvPicPr preferRelativeResize="0"/>
          <p:nvPr/>
        </p:nvPicPr>
        <p:blipFill rotWithShape="1">
          <a:blip r:embed="rId3">
            <a:alphaModFix/>
          </a:blip>
          <a:srcRect b="6755" l="6747" r="6755" t="6747"/>
          <a:stretch/>
        </p:blipFill>
        <p:spPr>
          <a:xfrm>
            <a:off x="6675" y="0"/>
            <a:ext cx="9144000" cy="5143516"/>
          </a:xfrm>
          <a:prstGeom prst="rect">
            <a:avLst/>
          </a:prstGeom>
          <a:noFill/>
          <a:ln>
            <a:noFill/>
          </a:ln>
        </p:spPr>
      </p:pic>
      <p:sp>
        <p:nvSpPr>
          <p:cNvPr id="1171" name="Google Shape;1171;p112"/>
          <p:cNvSpPr/>
          <p:nvPr/>
        </p:nvSpPr>
        <p:spPr>
          <a:xfrm>
            <a:off x="1262825" y="2256175"/>
            <a:ext cx="6618346" cy="631150"/>
          </a:xfrm>
          <a:prstGeom prst="rect">
            <a:avLst/>
          </a:prstGeom>
        </p:spPr>
        <p:txBody>
          <a:bodyPr>
            <a:prstTxWarp prst="textPlain"/>
          </a:bodyPr>
          <a:lstStyle/>
          <a:p>
            <a:pPr lvl="0" algn="ctr"/>
            <a:r>
              <a:rPr b="0" i="0">
                <a:ln>
                  <a:noFill/>
                </a:ln>
                <a:solidFill>
                  <a:srgbClr val="FFFFFF"/>
                </a:solidFill>
                <a:latin typeface="Google Sans Flex;500"/>
              </a:rPr>
              <a:t>Customer stories</a:t>
            </a:r>
          </a:p>
        </p:txBody>
      </p:sp>
      <p:pic>
        <p:nvPicPr>
          <p:cNvPr id="1172" name="Google Shape;1172;p112" title="GC_Logo_Reverse_rgb.png"/>
          <p:cNvPicPr preferRelativeResize="0"/>
          <p:nvPr/>
        </p:nvPicPr>
        <p:blipFill>
          <a:blip r:embed="rId4">
            <a:alphaModFix/>
          </a:blip>
          <a:stretch>
            <a:fillRect/>
          </a:stretch>
        </p:blipFill>
        <p:spPr>
          <a:xfrm>
            <a:off x="4048225" y="462363"/>
            <a:ext cx="1047552" cy="180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pic>
        <p:nvPicPr>
          <p:cNvPr id="1177" name="Google Shape;1177;p113"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178" name="Google Shape;1178;p113"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179" name="Google Shape;1179;p113"/>
          <p:cNvSpPr/>
          <p:nvPr/>
        </p:nvSpPr>
        <p:spPr>
          <a:xfrm>
            <a:off x="4644388" y="998250"/>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180" name="Google Shape;1180;p113"/>
          <p:cNvSpPr txBox="1"/>
          <p:nvPr/>
        </p:nvSpPr>
        <p:spPr>
          <a:xfrm>
            <a:off x="455450" y="1602075"/>
            <a:ext cx="3664800" cy="279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“We had several attempts to build a digital twin for our complex supply network using deterministic models, and all of them failed. By using AlphaEvolve, we cannot only map the complex network based on system data, but at the same time understand and copy the human decisions that drive our daily operations.</a:t>
            </a:r>
            <a:r>
              <a:rPr lang="en">
                <a:solidFill>
                  <a:srgbClr val="FFFFFF"/>
                </a:solidFill>
                <a:latin typeface="Google Sans Flex"/>
                <a:ea typeface="Google Sans Flex"/>
                <a:cs typeface="Google Sans Flex"/>
                <a:sym typeface="Google Sans Flex"/>
              </a:rPr>
              <a:t>”</a:t>
            </a:r>
            <a:r>
              <a:rPr lang="en">
                <a:solidFill>
                  <a:srgbClr val="FFFFFF"/>
                </a:solidFill>
                <a:latin typeface="Google Sans Flex"/>
                <a:ea typeface="Google Sans Flex"/>
                <a:cs typeface="Google Sans Flex"/>
                <a:sym typeface="Google Sans Flex"/>
              </a:rPr>
              <a:t> </a:t>
            </a:r>
            <a:r>
              <a:rPr lang="en">
                <a:solidFill>
                  <a:srgbClr val="FFFFFF"/>
                </a:solidFill>
                <a:latin typeface="Google Sans Flex Medium"/>
                <a:ea typeface="Google Sans Flex Medium"/>
                <a:cs typeface="Google Sans Flex Medium"/>
                <a:sym typeface="Google Sans Flex Medium"/>
              </a:rPr>
              <a:t>This improved models by over 80%.</a:t>
            </a:r>
            <a:endParaRPr>
              <a:solidFill>
                <a:srgbClr val="FFFFFF"/>
              </a:solidFill>
              <a:latin typeface="Google Sans Flex"/>
              <a:ea typeface="Google Sans Flex"/>
              <a:cs typeface="Google Sans Flex"/>
              <a:sym typeface="Google Sans Flex"/>
            </a:endParaRPr>
          </a:p>
          <a:p>
            <a:pPr indent="0" lvl="0" marL="0" rtl="0" algn="l">
              <a:spcBef>
                <a:spcPts val="80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Dr. Goetz Krabbe </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rPr lang="en" sz="1000">
                <a:solidFill>
                  <a:srgbClr val="3186FF"/>
                </a:solidFill>
                <a:latin typeface="Google Sans Flex"/>
                <a:ea typeface="Google Sans Flex"/>
                <a:cs typeface="Google Sans Flex"/>
                <a:sym typeface="Google Sans Flex"/>
              </a:rPr>
              <a:t>Vice President for Global Supply Chain, BASF.  </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181" name="Google Shape;1181;p113"/>
          <p:cNvSpPr/>
          <p:nvPr/>
        </p:nvSpPr>
        <p:spPr>
          <a:xfrm>
            <a:off x="5355400" y="1871550"/>
            <a:ext cx="2560200" cy="1417200"/>
          </a:xfrm>
          <a:prstGeom prst="roundRect">
            <a:avLst>
              <a:gd fmla="val 9010" name="adj"/>
            </a:avLst>
          </a:prstGeom>
          <a:solidFill>
            <a:srgbClr val="FFFFFF"/>
          </a:solidFill>
          <a:ln>
            <a:noFill/>
          </a:ln>
        </p:spPr>
        <p:txBody>
          <a:bodyPr anchorCtr="0" anchor="ctr" bIns="189100" lIns="189100" spcFirstLastPara="1" rIns="189100" wrap="square" tIns="189100">
            <a:noAutofit/>
          </a:bodyPr>
          <a:lstStyle/>
          <a:p>
            <a:pPr indent="0" lvl="0" marL="0" rtl="0" algn="ctr">
              <a:spcBef>
                <a:spcPts val="0"/>
              </a:spcBef>
              <a:spcAft>
                <a:spcPts val="0"/>
              </a:spcAft>
              <a:buNone/>
            </a:pPr>
            <a:r>
              <a:t/>
            </a:r>
            <a:endParaRPr sz="2896">
              <a:latin typeface="Roboto"/>
              <a:ea typeface="Roboto"/>
              <a:cs typeface="Roboto"/>
              <a:sym typeface="Roboto"/>
            </a:endParaRPr>
          </a:p>
        </p:txBody>
      </p:sp>
      <p:sp>
        <p:nvSpPr>
          <p:cNvPr id="1182" name="Google Shape;1182;p113"/>
          <p:cNvSpPr/>
          <p:nvPr/>
        </p:nvSpPr>
        <p:spPr>
          <a:xfrm>
            <a:off x="453825" y="275900"/>
            <a:ext cx="6753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Supply chain</a:t>
            </a:r>
            <a:endParaRPr sz="600">
              <a:solidFill>
                <a:srgbClr val="FFFFFF"/>
              </a:solidFill>
              <a:latin typeface="Google Sans Flex"/>
              <a:ea typeface="Google Sans Flex"/>
              <a:cs typeface="Google Sans Flex"/>
              <a:sym typeface="Google Sans Flex"/>
            </a:endParaRPr>
          </a:p>
        </p:txBody>
      </p:sp>
      <p:pic>
        <p:nvPicPr>
          <p:cNvPr id="1183" name="Google Shape;1183;p113"/>
          <p:cNvPicPr preferRelativeResize="0"/>
          <p:nvPr/>
        </p:nvPicPr>
        <p:blipFill rotWithShape="1">
          <a:blip r:embed="rId4">
            <a:alphaModFix/>
          </a:blip>
          <a:srcRect b="28339" l="0" r="0" t="28330"/>
          <a:stretch/>
        </p:blipFill>
        <p:spPr>
          <a:xfrm>
            <a:off x="5516200" y="2299654"/>
            <a:ext cx="2229900" cy="544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pic>
        <p:nvPicPr>
          <p:cNvPr id="1188" name="Google Shape;1188;p114"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189" name="Google Shape;1189;p114"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190" name="Google Shape;1190;p114"/>
          <p:cNvSpPr/>
          <p:nvPr/>
        </p:nvSpPr>
        <p:spPr>
          <a:xfrm>
            <a:off x="4576913" y="998250"/>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191" name="Google Shape;1191;p114"/>
          <p:cNvSpPr txBox="1"/>
          <p:nvPr/>
        </p:nvSpPr>
        <p:spPr>
          <a:xfrm>
            <a:off x="455450" y="1602075"/>
            <a:ext cx="3664800" cy="279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“Coolblue data scientists used AlphaEvolve</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to directly optimize their 28-day demand forecasting pipeline, focusing on automated feature engineering, target preprocessing, and model selection. In just a few (200) iterations, AlphaEvolve improved our production forecast (by reducing WMAPE over the existing solution) by over 5%.”</a:t>
            </a:r>
            <a:endParaRPr>
              <a:solidFill>
                <a:srgbClr val="FFFFFF"/>
              </a:solidFill>
              <a:latin typeface="Google Sans Flex"/>
              <a:ea typeface="Google Sans Flex"/>
              <a:cs typeface="Google Sans Flex"/>
              <a:sym typeface="Google Sans Flex"/>
            </a:endParaRPr>
          </a:p>
          <a:p>
            <a:pPr indent="0" lvl="0" marL="0" rtl="0" algn="l">
              <a:spcBef>
                <a:spcPts val="80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Cas Ruger</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rPr lang="en" sz="1000">
                <a:solidFill>
                  <a:srgbClr val="3186FF"/>
                </a:solidFill>
                <a:latin typeface="Google Sans Flex"/>
                <a:ea typeface="Google Sans Flex"/>
                <a:cs typeface="Google Sans Flex"/>
                <a:sym typeface="Google Sans Flex"/>
              </a:rPr>
              <a:t>Data Scientist at Coolblue</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192" name="Google Shape;1192;p114"/>
          <p:cNvSpPr/>
          <p:nvPr/>
        </p:nvSpPr>
        <p:spPr>
          <a:xfrm>
            <a:off x="5240975" y="1806900"/>
            <a:ext cx="2786700" cy="1529700"/>
          </a:xfrm>
          <a:prstGeom prst="roundRect">
            <a:avLst>
              <a:gd fmla="val 9010" name="adj"/>
            </a:avLst>
          </a:prstGeom>
          <a:solidFill>
            <a:srgbClr val="FFFFFF"/>
          </a:solidFill>
          <a:ln>
            <a:noFill/>
          </a:ln>
        </p:spPr>
        <p:txBody>
          <a:bodyPr anchorCtr="0" anchor="ctr" bIns="206550" lIns="206550" spcFirstLastPara="1" rIns="206550" wrap="square" tIns="206550">
            <a:noAutofit/>
          </a:bodyPr>
          <a:lstStyle/>
          <a:p>
            <a:pPr indent="0" lvl="0" marL="0" rtl="0" algn="ctr">
              <a:spcBef>
                <a:spcPts val="0"/>
              </a:spcBef>
              <a:spcAft>
                <a:spcPts val="0"/>
              </a:spcAft>
              <a:buNone/>
            </a:pPr>
            <a:r>
              <a:t/>
            </a:r>
            <a:endParaRPr sz="3163">
              <a:latin typeface="Roboto"/>
              <a:ea typeface="Roboto"/>
              <a:cs typeface="Roboto"/>
              <a:sym typeface="Roboto"/>
            </a:endParaRPr>
          </a:p>
        </p:txBody>
      </p:sp>
      <p:sp>
        <p:nvSpPr>
          <p:cNvPr id="1193" name="Google Shape;1193;p114"/>
          <p:cNvSpPr/>
          <p:nvPr/>
        </p:nvSpPr>
        <p:spPr>
          <a:xfrm>
            <a:off x="453825" y="275900"/>
            <a:ext cx="7107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E-commerce</a:t>
            </a:r>
            <a:endParaRPr sz="600">
              <a:solidFill>
                <a:srgbClr val="FFFFFF"/>
              </a:solidFill>
              <a:latin typeface="Google Sans Flex"/>
              <a:ea typeface="Google Sans Flex"/>
              <a:cs typeface="Google Sans Flex"/>
              <a:sym typeface="Google Sans Flex"/>
            </a:endParaRPr>
          </a:p>
        </p:txBody>
      </p:sp>
      <p:pic>
        <p:nvPicPr>
          <p:cNvPr id="1194" name="Google Shape;1194;p114"/>
          <p:cNvPicPr preferRelativeResize="0"/>
          <p:nvPr/>
        </p:nvPicPr>
        <p:blipFill rotWithShape="1">
          <a:blip r:embed="rId4">
            <a:alphaModFix/>
          </a:blip>
          <a:srcRect b="0" l="160" r="150" t="0"/>
          <a:stretch/>
        </p:blipFill>
        <p:spPr>
          <a:xfrm>
            <a:off x="5884809" y="1911269"/>
            <a:ext cx="1499100" cy="1320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pic>
        <p:nvPicPr>
          <p:cNvPr id="1199" name="Google Shape;1199;p115"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200" name="Google Shape;1200;p115"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201" name="Google Shape;1201;p115"/>
          <p:cNvSpPr/>
          <p:nvPr/>
        </p:nvSpPr>
        <p:spPr>
          <a:xfrm>
            <a:off x="4573738" y="1065425"/>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202" name="Google Shape;1202;p115"/>
          <p:cNvSpPr txBox="1"/>
          <p:nvPr/>
        </p:nvSpPr>
        <p:spPr>
          <a:xfrm>
            <a:off x="455450" y="1602075"/>
            <a:ext cx="3664800" cy="279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“Klarna applied AlphaEvolve to one of their largest ML training pipelines and doubled throughput while improving model quality,</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all under the strict reproducibility constraints of regulated financial services. Over three weeks, the system explored nearly 6,000 candidate programs, discovering deep architectural rewrites no engineer would</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have tried.”</a:t>
            </a:r>
            <a:endParaRPr>
              <a:solidFill>
                <a:srgbClr val="FFFFFF"/>
              </a:solidFill>
              <a:latin typeface="Google Sans Flex"/>
              <a:ea typeface="Google Sans Flex"/>
              <a:cs typeface="Google Sans Flex"/>
              <a:sym typeface="Google Sans Flex"/>
            </a:endParaRPr>
          </a:p>
          <a:p>
            <a:pPr indent="0" lvl="0" marL="0" rtl="0" algn="l">
              <a:spcBef>
                <a:spcPts val="80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Klarna engineering team</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203" name="Google Shape;1203;p115"/>
          <p:cNvSpPr/>
          <p:nvPr/>
        </p:nvSpPr>
        <p:spPr>
          <a:xfrm>
            <a:off x="5540650" y="2040425"/>
            <a:ext cx="2181000" cy="1197000"/>
          </a:xfrm>
          <a:prstGeom prst="roundRect">
            <a:avLst>
              <a:gd fmla="val 9010" name="adj"/>
            </a:avLst>
          </a:prstGeom>
          <a:solidFill>
            <a:srgbClr val="FFFFFF"/>
          </a:solidFill>
          <a:ln>
            <a:noFill/>
          </a:ln>
        </p:spPr>
        <p:txBody>
          <a:bodyPr anchorCtr="0" anchor="ctr" bIns="161625" lIns="161625" spcFirstLastPara="1" rIns="161625" wrap="square" tIns="161625">
            <a:noAutofit/>
          </a:bodyPr>
          <a:lstStyle/>
          <a:p>
            <a:pPr indent="0" lvl="0" marL="0" rtl="0" algn="ctr">
              <a:spcBef>
                <a:spcPts val="0"/>
              </a:spcBef>
              <a:spcAft>
                <a:spcPts val="0"/>
              </a:spcAft>
              <a:buNone/>
            </a:pPr>
            <a:r>
              <a:t/>
            </a:r>
            <a:endParaRPr sz="2475">
              <a:latin typeface="Roboto"/>
              <a:ea typeface="Roboto"/>
              <a:cs typeface="Roboto"/>
              <a:sym typeface="Roboto"/>
            </a:endParaRPr>
          </a:p>
        </p:txBody>
      </p:sp>
      <p:sp>
        <p:nvSpPr>
          <p:cNvPr id="1204" name="Google Shape;1204;p115"/>
          <p:cNvSpPr/>
          <p:nvPr/>
        </p:nvSpPr>
        <p:spPr>
          <a:xfrm>
            <a:off x="453825" y="275900"/>
            <a:ext cx="8697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Financial services</a:t>
            </a:r>
            <a:endParaRPr sz="600">
              <a:solidFill>
                <a:srgbClr val="FFFFFF"/>
              </a:solidFill>
              <a:latin typeface="Google Sans Flex"/>
              <a:ea typeface="Google Sans Flex"/>
              <a:cs typeface="Google Sans Flex"/>
              <a:sym typeface="Google Sans Flex"/>
            </a:endParaRPr>
          </a:p>
        </p:txBody>
      </p:sp>
      <p:pic>
        <p:nvPicPr>
          <p:cNvPr id="1205" name="Google Shape;1205;p115"/>
          <p:cNvPicPr preferRelativeResize="0"/>
          <p:nvPr/>
        </p:nvPicPr>
        <p:blipFill rotWithShape="1">
          <a:blip r:embed="rId4">
            <a:alphaModFix/>
          </a:blip>
          <a:srcRect b="23305" l="13138" r="13138" t="23316"/>
          <a:stretch/>
        </p:blipFill>
        <p:spPr>
          <a:xfrm>
            <a:off x="5765838" y="2333456"/>
            <a:ext cx="1730700" cy="611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pic>
        <p:nvPicPr>
          <p:cNvPr id="1210" name="Google Shape;1210;p116"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211" name="Google Shape;1211;p116"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212" name="Google Shape;1212;p116"/>
          <p:cNvSpPr/>
          <p:nvPr/>
        </p:nvSpPr>
        <p:spPr>
          <a:xfrm>
            <a:off x="4576913" y="998250"/>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213" name="Google Shape;1213;p116"/>
          <p:cNvSpPr txBox="1"/>
          <p:nvPr/>
        </p:nvSpPr>
        <p:spPr>
          <a:xfrm>
            <a:off x="455450" y="1602075"/>
            <a:ext cx="3797100" cy="279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“The solution the Google team discovered using AlphaEvolve unlocks meaningfully higher accuracy rates for our sequencing instruments. For researchers, this higher-quality data might enable the discovery of previously hidden disease-causing mutations.”</a:t>
            </a:r>
            <a:endParaRPr>
              <a:solidFill>
                <a:srgbClr val="FFFFFF"/>
              </a:solidFill>
              <a:latin typeface="Google Sans Flex"/>
              <a:ea typeface="Google Sans Flex"/>
              <a:cs typeface="Google Sans Flex"/>
              <a:sym typeface="Google Sans Flex"/>
            </a:endParaRPr>
          </a:p>
          <a:p>
            <a:pPr indent="0" lvl="0" marL="0" rtl="0" algn="l">
              <a:spcBef>
                <a:spcPts val="80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Aaron Wenger</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rPr lang="en" sz="1000">
                <a:solidFill>
                  <a:srgbClr val="3186FF"/>
                </a:solidFill>
                <a:latin typeface="Google Sans Flex"/>
                <a:ea typeface="Google Sans Flex"/>
                <a:cs typeface="Google Sans Flex"/>
                <a:sym typeface="Google Sans Flex"/>
              </a:rPr>
              <a:t>Senior Director PacBio</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214" name="Google Shape;1214;p116"/>
          <p:cNvSpPr/>
          <p:nvPr/>
        </p:nvSpPr>
        <p:spPr>
          <a:xfrm>
            <a:off x="5438225" y="1915200"/>
            <a:ext cx="2392200" cy="1313100"/>
          </a:xfrm>
          <a:prstGeom prst="roundRect">
            <a:avLst>
              <a:gd fmla="val 9010" name="adj"/>
            </a:avLst>
          </a:prstGeom>
          <a:solidFill>
            <a:srgbClr val="FFFFFF"/>
          </a:solidFill>
          <a:ln>
            <a:noFill/>
          </a:ln>
        </p:spPr>
        <p:txBody>
          <a:bodyPr anchorCtr="0" anchor="ctr" bIns="177275" lIns="177275" spcFirstLastPara="1" rIns="177275" wrap="square" tIns="177275">
            <a:noAutofit/>
          </a:bodyPr>
          <a:lstStyle/>
          <a:p>
            <a:pPr indent="0" lvl="0" marL="0" rtl="0" algn="ctr">
              <a:spcBef>
                <a:spcPts val="0"/>
              </a:spcBef>
              <a:spcAft>
                <a:spcPts val="0"/>
              </a:spcAft>
              <a:buNone/>
            </a:pPr>
            <a:r>
              <a:t/>
            </a:r>
            <a:endParaRPr sz="2715">
              <a:latin typeface="Roboto"/>
              <a:ea typeface="Roboto"/>
              <a:cs typeface="Roboto"/>
              <a:sym typeface="Roboto"/>
            </a:endParaRPr>
          </a:p>
        </p:txBody>
      </p:sp>
      <p:sp>
        <p:nvSpPr>
          <p:cNvPr id="1215" name="Google Shape;1215;p116"/>
          <p:cNvSpPr/>
          <p:nvPr/>
        </p:nvSpPr>
        <p:spPr>
          <a:xfrm>
            <a:off x="453825" y="275900"/>
            <a:ext cx="6048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Genomics</a:t>
            </a:r>
            <a:endParaRPr sz="600">
              <a:solidFill>
                <a:srgbClr val="FFFFFF"/>
              </a:solidFill>
              <a:latin typeface="Google Sans Flex"/>
              <a:ea typeface="Google Sans Flex"/>
              <a:cs typeface="Google Sans Flex"/>
              <a:sym typeface="Google Sans Flex"/>
            </a:endParaRPr>
          </a:p>
        </p:txBody>
      </p:sp>
      <p:pic>
        <p:nvPicPr>
          <p:cNvPr id="1216" name="Google Shape;1216;p116"/>
          <p:cNvPicPr preferRelativeResize="0"/>
          <p:nvPr/>
        </p:nvPicPr>
        <p:blipFill rotWithShape="1">
          <a:blip r:embed="rId4">
            <a:alphaModFix/>
          </a:blip>
          <a:srcRect b="31670" l="11894" r="13767" t="31659"/>
          <a:stretch/>
        </p:blipFill>
        <p:spPr>
          <a:xfrm>
            <a:off x="5720949" y="2318342"/>
            <a:ext cx="1826700" cy="506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pic>
        <p:nvPicPr>
          <p:cNvPr id="1221" name="Google Shape;1221;p117"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222" name="Google Shape;1222;p117"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223" name="Google Shape;1223;p117"/>
          <p:cNvSpPr/>
          <p:nvPr/>
        </p:nvSpPr>
        <p:spPr>
          <a:xfrm>
            <a:off x="4571988" y="998250"/>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224" name="Google Shape;1224;p117"/>
          <p:cNvSpPr txBox="1"/>
          <p:nvPr/>
        </p:nvSpPr>
        <p:spPr>
          <a:xfrm>
            <a:off x="455450" y="1602075"/>
            <a:ext cx="3797100" cy="279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“This agentic framework effectively</a:t>
            </a:r>
            <a:r>
              <a:rPr lang="en">
                <a:solidFill>
                  <a:srgbClr val="FFFFFF"/>
                </a:solidFill>
                <a:latin typeface="Google Sans Flex"/>
                <a:ea typeface="Google Sans Flex"/>
                <a:cs typeface="Google Sans Flex"/>
                <a:sym typeface="Google Sans Flex"/>
              </a:rPr>
              <a:t> </a:t>
            </a:r>
            <a:r>
              <a:rPr lang="en">
                <a:solidFill>
                  <a:srgbClr val="FFFFFF"/>
                </a:solidFill>
                <a:latin typeface="Google Sans Flex"/>
                <a:ea typeface="Google Sans Flex"/>
                <a:cs typeface="Google Sans Flex"/>
                <a:sym typeface="Google Sans Flex"/>
              </a:rPr>
              <a:t>bypassed their trial-and-error limits, successfully navigating complex, high-dimensional campaign data and class imbalances.</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As a result, WPP achieved a highly significant</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5–10% (across different use cases) increase</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in both prediction accuracy and downstream recommendation scores.”</a:t>
            </a:r>
            <a:endParaRPr>
              <a:solidFill>
                <a:srgbClr val="FFFFFF"/>
              </a:solidFill>
              <a:latin typeface="Google Sans Flex"/>
              <a:ea typeface="Google Sans Flex"/>
              <a:cs typeface="Google Sans Flex"/>
              <a:sym typeface="Google Sans Flex"/>
            </a:endParaRPr>
          </a:p>
          <a:p>
            <a:pPr indent="0" lvl="0" marL="0" rtl="0" algn="l">
              <a:spcBef>
                <a:spcPts val="80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Anastasios Tsourtis</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rPr lang="en" sz="1000">
                <a:solidFill>
                  <a:srgbClr val="3186FF"/>
                </a:solidFill>
                <a:latin typeface="Google Sans Flex"/>
                <a:ea typeface="Google Sans Flex"/>
                <a:cs typeface="Google Sans Flex"/>
                <a:sym typeface="Google Sans Flex"/>
              </a:rPr>
              <a:t>Lead Data Scientist, WPP</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225" name="Google Shape;1225;p117"/>
          <p:cNvSpPr/>
          <p:nvPr/>
        </p:nvSpPr>
        <p:spPr>
          <a:xfrm>
            <a:off x="5394750" y="1894050"/>
            <a:ext cx="2469300" cy="1355400"/>
          </a:xfrm>
          <a:prstGeom prst="roundRect">
            <a:avLst>
              <a:gd fmla="val 9010" name="adj"/>
            </a:avLst>
          </a:prstGeom>
          <a:solidFill>
            <a:srgbClr val="FFFFFF"/>
          </a:solidFill>
          <a:ln>
            <a:noFill/>
          </a:ln>
        </p:spPr>
        <p:txBody>
          <a:bodyPr anchorCtr="0" anchor="ctr" bIns="183000" lIns="183000" spcFirstLastPara="1" rIns="183000" wrap="square" tIns="183000">
            <a:noAutofit/>
          </a:bodyPr>
          <a:lstStyle/>
          <a:p>
            <a:pPr indent="0" lvl="0" marL="0" rtl="0" algn="ctr">
              <a:spcBef>
                <a:spcPts val="0"/>
              </a:spcBef>
              <a:spcAft>
                <a:spcPts val="0"/>
              </a:spcAft>
              <a:buNone/>
            </a:pPr>
            <a:r>
              <a:t/>
            </a:r>
            <a:endParaRPr sz="2802">
              <a:latin typeface="Roboto"/>
              <a:ea typeface="Roboto"/>
              <a:cs typeface="Roboto"/>
              <a:sym typeface="Roboto"/>
            </a:endParaRPr>
          </a:p>
        </p:txBody>
      </p:sp>
      <p:sp>
        <p:nvSpPr>
          <p:cNvPr id="1226" name="Google Shape;1226;p117"/>
          <p:cNvSpPr/>
          <p:nvPr/>
        </p:nvSpPr>
        <p:spPr>
          <a:xfrm>
            <a:off x="453825" y="275900"/>
            <a:ext cx="6048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Marketing</a:t>
            </a:r>
            <a:endParaRPr sz="600">
              <a:solidFill>
                <a:srgbClr val="FFFFFF"/>
              </a:solidFill>
              <a:latin typeface="Google Sans Flex"/>
              <a:ea typeface="Google Sans Flex"/>
              <a:cs typeface="Google Sans Flex"/>
              <a:sym typeface="Google Sans Flex"/>
            </a:endParaRPr>
          </a:p>
        </p:txBody>
      </p:sp>
      <p:pic>
        <p:nvPicPr>
          <p:cNvPr id="1227" name="Google Shape;1227;p117"/>
          <p:cNvPicPr preferRelativeResize="0"/>
          <p:nvPr/>
        </p:nvPicPr>
        <p:blipFill rotWithShape="1">
          <a:blip r:embed="rId4">
            <a:alphaModFix/>
          </a:blip>
          <a:srcRect b="0" l="0" r="0" t="0"/>
          <a:stretch/>
        </p:blipFill>
        <p:spPr>
          <a:xfrm>
            <a:off x="5649922" y="2265522"/>
            <a:ext cx="1959000" cy="612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pic>
        <p:nvPicPr>
          <p:cNvPr id="1232" name="Google Shape;1232;p118" title="11_06_03_abstract_pro_dark_bleed_4x5_gemini-3_00303.png"/>
          <p:cNvPicPr preferRelativeResize="0"/>
          <p:nvPr/>
        </p:nvPicPr>
        <p:blipFill rotWithShape="1">
          <a:blip r:embed="rId3">
            <a:alphaModFix/>
          </a:blip>
          <a:srcRect b="0" l="-12514" r="61060" t="74477"/>
          <a:stretch/>
        </p:blipFill>
        <p:spPr>
          <a:xfrm>
            <a:off x="6135700" y="0"/>
            <a:ext cx="3008300" cy="1631250"/>
          </a:xfrm>
          <a:prstGeom prst="rect">
            <a:avLst/>
          </a:prstGeom>
          <a:noFill/>
          <a:ln>
            <a:noFill/>
          </a:ln>
        </p:spPr>
      </p:pic>
      <p:pic>
        <p:nvPicPr>
          <p:cNvPr id="1233" name="Google Shape;1233;p118" title="11_06_03_abstract_pro_dark_bleed_4x5_gemini-3_00303.png"/>
          <p:cNvPicPr preferRelativeResize="0"/>
          <p:nvPr/>
        </p:nvPicPr>
        <p:blipFill rotWithShape="1">
          <a:blip r:embed="rId3">
            <a:alphaModFix/>
          </a:blip>
          <a:srcRect b="73526" l="36209" r="10645" t="0"/>
          <a:stretch/>
        </p:blipFill>
        <p:spPr>
          <a:xfrm>
            <a:off x="0" y="3451475"/>
            <a:ext cx="3107225" cy="1692027"/>
          </a:xfrm>
          <a:prstGeom prst="rect">
            <a:avLst/>
          </a:prstGeom>
          <a:noFill/>
          <a:ln>
            <a:noFill/>
          </a:ln>
        </p:spPr>
      </p:pic>
      <p:sp>
        <p:nvSpPr>
          <p:cNvPr id="1234" name="Google Shape;1234;p118"/>
          <p:cNvSpPr/>
          <p:nvPr/>
        </p:nvSpPr>
        <p:spPr>
          <a:xfrm>
            <a:off x="4576913" y="998250"/>
            <a:ext cx="4114800" cy="3147000"/>
          </a:xfrm>
          <a:prstGeom prst="roundRect">
            <a:avLst>
              <a:gd fmla="val 3538" name="adj"/>
            </a:avLst>
          </a:prstGeom>
          <a:solidFill>
            <a:srgbClr val="1F1F1F"/>
          </a:solidFill>
          <a:ln>
            <a:noFill/>
          </a:ln>
        </p:spPr>
        <p:txBody>
          <a:bodyPr anchorCtr="0" anchor="t" bIns="191925" lIns="191925" spcFirstLastPara="1" rIns="191925" wrap="square" tIns="95950">
            <a:noAutofit/>
          </a:bodyPr>
          <a:lstStyle/>
          <a:p>
            <a:pPr indent="0" lvl="0" marL="0" rtl="0" algn="ctr">
              <a:lnSpc>
                <a:spcPct val="115000"/>
              </a:lnSpc>
              <a:spcBef>
                <a:spcPts val="0"/>
              </a:spcBef>
              <a:spcAft>
                <a:spcPts val="525"/>
              </a:spcAft>
              <a:buNone/>
            </a:pPr>
            <a:r>
              <a:t/>
            </a:r>
            <a:endParaRPr sz="945">
              <a:solidFill>
                <a:srgbClr val="202124"/>
              </a:solidFill>
              <a:latin typeface="Google Sans"/>
              <a:ea typeface="Google Sans"/>
              <a:cs typeface="Google Sans"/>
              <a:sym typeface="Google Sans"/>
            </a:endParaRPr>
          </a:p>
        </p:txBody>
      </p:sp>
      <p:sp>
        <p:nvSpPr>
          <p:cNvPr id="1235" name="Google Shape;1235;p118"/>
          <p:cNvSpPr txBox="1"/>
          <p:nvPr/>
        </p:nvSpPr>
        <p:spPr>
          <a:xfrm>
            <a:off x="455450" y="1602075"/>
            <a:ext cx="3797100" cy="279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latin typeface="Google Sans Flex"/>
                <a:ea typeface="Google Sans Flex"/>
                <a:cs typeface="Google Sans Flex"/>
                <a:sym typeface="Google Sans Flex"/>
              </a:rPr>
              <a:t>“Our initial experiments with AlphaEvolve have been very positive, demonstrating its potential to transform the chip design lifecycle. We see</a:t>
            </a:r>
            <a:br>
              <a:rPr lang="en">
                <a:solidFill>
                  <a:srgbClr val="FFFFFF"/>
                </a:solidFill>
                <a:latin typeface="Google Sans Flex"/>
                <a:ea typeface="Google Sans Flex"/>
                <a:cs typeface="Google Sans Flex"/>
                <a:sym typeface="Google Sans Flex"/>
              </a:rPr>
            </a:br>
            <a:r>
              <a:rPr lang="en">
                <a:solidFill>
                  <a:srgbClr val="FFFFFF"/>
                </a:solidFill>
                <a:latin typeface="Google Sans Flex"/>
                <a:ea typeface="Google Sans Flex"/>
                <a:cs typeface="Google Sans Flex"/>
                <a:sym typeface="Google Sans Flex"/>
              </a:rPr>
              <a:t>a clear potential for it to contribute to multiple stages of development, including areas like Surrogate modelling.”</a:t>
            </a:r>
            <a:endParaRPr>
              <a:solidFill>
                <a:srgbClr val="FFFFFF"/>
              </a:solidFill>
              <a:latin typeface="Google Sans Flex"/>
              <a:ea typeface="Google Sans Flex"/>
              <a:cs typeface="Google Sans Flex"/>
              <a:sym typeface="Google Sans Flex"/>
            </a:endParaRPr>
          </a:p>
          <a:p>
            <a:pPr indent="0" lvl="0" marL="0" rtl="0" algn="l">
              <a:spcBef>
                <a:spcPts val="800"/>
              </a:spcBef>
              <a:spcAft>
                <a:spcPts val="0"/>
              </a:spcAft>
              <a:buNone/>
            </a:pPr>
            <a:r>
              <a:t/>
            </a:r>
            <a:endParaRPr>
              <a:solidFill>
                <a:srgbClr val="FFFF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1200">
                <a:solidFill>
                  <a:srgbClr val="3186FF"/>
                </a:solidFill>
                <a:latin typeface="Google Sans Flex Medium"/>
                <a:ea typeface="Google Sans Flex Medium"/>
                <a:cs typeface="Google Sans Flex Medium"/>
                <a:sym typeface="Google Sans Flex Medium"/>
              </a:rPr>
              <a:t>Michael Kollig</a:t>
            </a:r>
            <a:endParaRPr sz="1200">
              <a:solidFill>
                <a:srgbClr val="3186FF"/>
              </a:solidFill>
              <a:latin typeface="Google Sans Flex Medium"/>
              <a:ea typeface="Google Sans Flex Medium"/>
              <a:cs typeface="Google Sans Flex Medium"/>
              <a:sym typeface="Google Sans Flex Medium"/>
            </a:endParaRPr>
          </a:p>
          <a:p>
            <a:pPr indent="0" lvl="0" marL="0" rtl="0" algn="l">
              <a:lnSpc>
                <a:spcPct val="115000"/>
              </a:lnSpc>
              <a:spcBef>
                <a:spcPts val="0"/>
              </a:spcBef>
              <a:spcAft>
                <a:spcPts val="0"/>
              </a:spcAft>
              <a:buNone/>
            </a:pPr>
            <a:r>
              <a:rPr lang="en" sz="1000">
                <a:solidFill>
                  <a:srgbClr val="3186FF"/>
                </a:solidFill>
                <a:latin typeface="Google Sans Flex"/>
                <a:ea typeface="Google Sans Flex"/>
                <a:cs typeface="Google Sans Flex"/>
                <a:sym typeface="Google Sans Flex"/>
              </a:rPr>
              <a:t>CIO, Infineon</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t/>
            </a:r>
            <a:endParaRPr sz="1000">
              <a:solidFill>
                <a:srgbClr val="3186FF"/>
              </a:solidFill>
              <a:latin typeface="Google Sans Flex"/>
              <a:ea typeface="Google Sans Flex"/>
              <a:cs typeface="Google Sans Flex"/>
              <a:sym typeface="Google Sans Flex"/>
            </a:endParaRPr>
          </a:p>
        </p:txBody>
      </p:sp>
      <p:sp>
        <p:nvSpPr>
          <p:cNvPr id="1236" name="Google Shape;1236;p118"/>
          <p:cNvSpPr/>
          <p:nvPr/>
        </p:nvSpPr>
        <p:spPr>
          <a:xfrm>
            <a:off x="5148126" y="1756050"/>
            <a:ext cx="2972400" cy="1631400"/>
          </a:xfrm>
          <a:prstGeom prst="roundRect">
            <a:avLst>
              <a:gd fmla="val 9010" name="adj"/>
            </a:avLst>
          </a:prstGeom>
          <a:solidFill>
            <a:srgbClr val="FFFFFF"/>
          </a:solidFill>
          <a:ln>
            <a:noFill/>
          </a:ln>
        </p:spPr>
        <p:txBody>
          <a:bodyPr anchorCtr="0" anchor="ctr" bIns="220275" lIns="220275" spcFirstLastPara="1" rIns="220275" wrap="square" tIns="220275">
            <a:noAutofit/>
          </a:bodyPr>
          <a:lstStyle/>
          <a:p>
            <a:pPr indent="0" lvl="0" marL="0" rtl="0" algn="ctr">
              <a:spcBef>
                <a:spcPts val="0"/>
              </a:spcBef>
              <a:spcAft>
                <a:spcPts val="0"/>
              </a:spcAft>
              <a:buNone/>
            </a:pPr>
            <a:r>
              <a:t/>
            </a:r>
            <a:endParaRPr sz="3373">
              <a:latin typeface="Roboto"/>
              <a:ea typeface="Roboto"/>
              <a:cs typeface="Roboto"/>
              <a:sym typeface="Roboto"/>
            </a:endParaRPr>
          </a:p>
        </p:txBody>
      </p:sp>
      <p:sp>
        <p:nvSpPr>
          <p:cNvPr id="1237" name="Google Shape;1237;p118"/>
          <p:cNvSpPr/>
          <p:nvPr/>
        </p:nvSpPr>
        <p:spPr>
          <a:xfrm>
            <a:off x="453825" y="275900"/>
            <a:ext cx="807900" cy="180600"/>
          </a:xfrm>
          <a:prstGeom prst="roundRect">
            <a:avLst>
              <a:gd fmla="val 50000" name="adj"/>
            </a:avLst>
          </a:prstGeom>
          <a:solidFill>
            <a:srgbClr val="171717"/>
          </a:solidFill>
          <a:ln cap="flat" cmpd="sng" w="9525">
            <a:solidFill>
              <a:srgbClr val="3186FF"/>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sz="600">
                <a:solidFill>
                  <a:srgbClr val="FFFFFF"/>
                </a:solidFill>
                <a:latin typeface="Google Sans Flex"/>
                <a:ea typeface="Google Sans Flex"/>
                <a:cs typeface="Google Sans Flex"/>
                <a:sym typeface="Google Sans Flex"/>
              </a:rPr>
              <a:t>Semiconductor</a:t>
            </a:r>
            <a:endParaRPr sz="600">
              <a:solidFill>
                <a:srgbClr val="FFFFFF"/>
              </a:solidFill>
              <a:latin typeface="Google Sans Flex"/>
              <a:ea typeface="Google Sans Flex"/>
              <a:cs typeface="Google Sans Flex"/>
              <a:sym typeface="Google Sans Flex"/>
            </a:endParaRPr>
          </a:p>
        </p:txBody>
      </p:sp>
      <p:pic>
        <p:nvPicPr>
          <p:cNvPr id="1238" name="Google Shape;1238;p118"/>
          <p:cNvPicPr preferRelativeResize="0"/>
          <p:nvPr/>
        </p:nvPicPr>
        <p:blipFill rotWithShape="1">
          <a:blip r:embed="rId4">
            <a:alphaModFix/>
          </a:blip>
          <a:srcRect b="0" l="30" r="20" t="0"/>
          <a:stretch/>
        </p:blipFill>
        <p:spPr>
          <a:xfrm>
            <a:off x="5540566" y="2089398"/>
            <a:ext cx="2187900" cy="964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oogle DeepMind">
  <a:themeElements>
    <a:clrScheme name="Simple Light">
      <a:dk1>
        <a:srgbClr val="202124"/>
      </a:dk1>
      <a:lt1>
        <a:srgbClr val="FFFFFF"/>
      </a:lt1>
      <a:dk2>
        <a:srgbClr val="3C4043"/>
      </a:dk2>
      <a:lt2>
        <a:srgbClr val="DADCE0"/>
      </a:lt2>
      <a:accent1>
        <a:srgbClr val="4285F4"/>
      </a:accent1>
      <a:accent2>
        <a:srgbClr val="EA4335"/>
      </a:accent2>
      <a:accent3>
        <a:srgbClr val="FBBC04"/>
      </a:accent3>
      <a:accent4>
        <a:srgbClr val="34A853"/>
      </a:accent4>
      <a:accent5>
        <a:srgbClr val="9AA0A6"/>
      </a:accent5>
      <a:accent6>
        <a:srgbClr val="FFFFFF"/>
      </a:accent6>
      <a:hlink>
        <a:srgbClr val="1A73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oogle Global Template">
  <a:themeElements>
    <a:clrScheme name="Google Colours">
      <a:dk1>
        <a:srgbClr val="3C4043"/>
      </a:dk1>
      <a:lt1>
        <a:srgbClr val="5F6368"/>
      </a:lt1>
      <a:dk2>
        <a:srgbClr val="BDC1C6"/>
      </a:dk2>
      <a:lt2>
        <a:srgbClr val="F8F9FA"/>
      </a:lt2>
      <a:accent1>
        <a:srgbClr val="4285F4"/>
      </a:accent1>
      <a:accent2>
        <a:srgbClr val="EA4335"/>
      </a:accent2>
      <a:accent3>
        <a:srgbClr val="FBBC05"/>
      </a:accent3>
      <a:accent4>
        <a:srgbClr val="34A853"/>
      </a:accent4>
      <a:accent5>
        <a:srgbClr val="185ABC"/>
      </a:accent5>
      <a:accent6>
        <a:srgbClr val="B31412"/>
      </a:accent6>
      <a:hlink>
        <a:srgbClr val="1A73E8"/>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